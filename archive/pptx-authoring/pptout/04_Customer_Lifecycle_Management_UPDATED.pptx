
<file path=[Content_Types].xml><?xml version="1.0" encoding="utf-8"?>
<Types xmlns="http://schemas.openxmlformats.org/package/2006/content-types">
  <Default Extension="fntdata" ContentType="application/x-fontdata"/>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7" r:id="rId1"/>
  </p:sldMasterIdLst>
  <p:notesMasterIdLst>
    <p:notesMasterId r:id="rId23"/>
  </p:notesMasterIdLst>
  <p:sldIdLst>
    <p:sldId id="339" r:id="rId2"/>
    <p:sldId id="340" r:id="rId3"/>
    <p:sldId id="321" r:id="rId4"/>
    <p:sldId id="322" r:id="rId5"/>
    <p:sldId id="323" r:id="rId6"/>
    <p:sldId id="324" r:id="rId7"/>
    <p:sldId id="325" r:id="rId8"/>
    <p:sldId id="326" r:id="rId9"/>
    <p:sldId id="327" r:id="rId10"/>
    <p:sldId id="328" r:id="rId11"/>
    <p:sldId id="329" r:id="rId12"/>
    <p:sldId id="330" r:id="rId13"/>
    <p:sldId id="331" r:id="rId14"/>
    <p:sldId id="332" r:id="rId15"/>
    <p:sldId id="333" r:id="rId16"/>
    <p:sldId id="334" r:id="rId17"/>
    <p:sldId id="335" r:id="rId18"/>
    <p:sldId id="336" r:id="rId19"/>
    <p:sldId id="337" r:id="rId20"/>
    <p:sldId id="341" r:id="rId21"/>
    <p:sldId id="338" r:id="rId22"/>
  </p:sldIdLst>
  <p:sldSz cx="9144000" cy="5143500" type="screen16x9"/>
  <p:notesSz cx="6858000" cy="9945688"/>
  <p:embeddedFontLst>
    <p:embeddedFont>
      <p:font typeface="Century Gothic" panose="020B0502020202020204" pitchFamily="34" charset="0"/>
      <p:regular r:id="rId24"/>
      <p:bold r:id="rId25"/>
      <p:italic r:id="rId26"/>
      <p:boldItalic r:id="rId27"/>
    </p:embeddedFont>
    <p:embeddedFont>
      <p:font typeface="Noto Sans Symbols" panose="020B0604020202020204" charset="0"/>
      <p:regular r:id="rId28"/>
      <p:bold r:id="rId2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guide id="3" pos="776">
          <p15:clr>
            <a:srgbClr val="A4A3A4"/>
          </p15:clr>
        </p15:guide>
        <p15:guide id="4" pos="1764">
          <p15:clr>
            <a:srgbClr val="A4A3A4"/>
          </p15:clr>
        </p15:guide>
        <p15:guide id="5" orient="horz" pos="2229">
          <p15:clr>
            <a:srgbClr val="A4A3A4"/>
          </p15:clr>
        </p15:guide>
        <p15:guide id="6" orient="horz" pos="3140">
          <p15:clr>
            <a:srgbClr val="A4A3A4"/>
          </p15:clr>
        </p15:guide>
        <p15:guide id="7" orient="horz" pos="311">
          <p15:clr>
            <a:srgbClr val="A4A3A4"/>
          </p15:clr>
        </p15:guide>
        <p15:guide id="8" orient="horz" pos="1593">
          <p15:clr>
            <a:srgbClr val="A4A3A4"/>
          </p15:clr>
        </p15:guide>
        <p15:guide id="9" pos="5696">
          <p15:clr>
            <a:srgbClr val="A4A3A4"/>
          </p15:clr>
        </p15:guide>
        <p15:guide id="10" pos="706">
          <p15:clr>
            <a:srgbClr val="A4A3A4"/>
          </p15:clr>
        </p15:guide>
        <p15:guide id="11" pos="2941">
          <p15:clr>
            <a:srgbClr val="A4A3A4"/>
          </p15:clr>
        </p15:guide>
        <p15:guide id="12" pos="91">
          <p15:clr>
            <a:srgbClr val="A4A3A4"/>
          </p15:clr>
        </p15:guide>
        <p15:guide id="13" orient="horz" pos="105">
          <p15:clr>
            <a:srgbClr val="000000"/>
          </p15:clr>
        </p15:guide>
        <p15:guide id="14" orient="horz" pos="1616">
          <p15:clr>
            <a:srgbClr val="000000"/>
          </p15:clr>
        </p15:guide>
        <p15:guide id="15" orient="horz" pos="567">
          <p15:clr>
            <a:srgbClr val="000000"/>
          </p15:clr>
        </p15:guide>
        <p15:guide id="16" orient="horz" pos="3034">
          <p15:clr>
            <a:srgbClr val="000000"/>
          </p15:clr>
        </p15:guide>
        <p15:guide id="17" orient="horz" pos="332">
          <p15:clr>
            <a:srgbClr val="000000"/>
          </p15:clr>
        </p15:guide>
        <p15:guide id="18" pos="239">
          <p15:clr>
            <a:srgbClr val="000000"/>
          </p15:clr>
        </p15:guide>
        <p15:guide id="19" pos="5557">
          <p15:clr>
            <a:srgbClr val="000000"/>
          </p15:clr>
        </p15:guide>
        <p15:guide id="20" pos="2914">
          <p15:clr>
            <a:srgbClr val="000000"/>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guide id="3" orient="horz" pos="3133">
          <p15:clr>
            <a:srgbClr val="000000"/>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D098BFCB-6916-41F2-A2A5-0DF0D5139B6F}">
  <a:tblStyle styleId="{D098BFCB-6916-41F2-A2A5-0DF0D5139B6F}" styleName="Table_0">
    <a:wholeTbl>
      <a:tcTxStyle b="off" i="off">
        <a:font>
          <a:latin typeface="Century Gothic"/>
          <a:ea typeface="Century Gothic"/>
          <a:cs typeface="Century Gothic"/>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FBEDE7"/>
          </a:solidFill>
        </a:fill>
      </a:tcStyle>
    </a:wholeTbl>
    <a:band1H>
      <a:tcTxStyle/>
      <a:tcStyle>
        <a:tcBdr/>
        <a:fill>
          <a:solidFill>
            <a:srgbClr val="F8D9CB"/>
          </a:solidFill>
        </a:fill>
      </a:tcStyle>
    </a:band1H>
    <a:band2H>
      <a:tcTxStyle/>
      <a:tcStyle>
        <a:tcBdr/>
      </a:tcStyle>
    </a:band2H>
    <a:band1V>
      <a:tcTxStyle/>
      <a:tcStyle>
        <a:tcBdr/>
        <a:fill>
          <a:solidFill>
            <a:srgbClr val="F8D9CB"/>
          </a:solidFill>
        </a:fill>
      </a:tcStyle>
    </a:band1V>
    <a:band2V>
      <a:tcTxStyle/>
      <a:tcStyle>
        <a:tcBdr/>
      </a:tcStyle>
    </a:band2V>
    <a:lastCol>
      <a:tcTxStyle b="on" i="off">
        <a:font>
          <a:latin typeface="Century Gothic"/>
          <a:ea typeface="Century Gothic"/>
          <a:cs typeface="Century Gothic"/>
        </a:font>
        <a:schemeClr val="lt1"/>
      </a:tcTxStyle>
      <a:tcStyle>
        <a:tcBdr/>
        <a:fill>
          <a:solidFill>
            <a:schemeClr val="accent1"/>
          </a:solidFill>
        </a:fill>
      </a:tcStyle>
    </a:lastCol>
    <a:firstCol>
      <a:tcTxStyle b="on" i="off">
        <a:font>
          <a:latin typeface="Century Gothic"/>
          <a:ea typeface="Century Gothic"/>
          <a:cs typeface="Century Gothic"/>
        </a:font>
        <a:schemeClr val="lt1"/>
      </a:tcTxStyle>
      <a:tcStyle>
        <a:tcBdr/>
        <a:fill>
          <a:solidFill>
            <a:schemeClr val="accent1"/>
          </a:solidFill>
        </a:fill>
      </a:tcStyle>
    </a:firstCol>
    <a:lastRow>
      <a:tcTxStyle b="on" i="off">
        <a:font>
          <a:latin typeface="Century Gothic"/>
          <a:ea typeface="Century Gothic"/>
          <a:cs typeface="Century Gothic"/>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entury Gothic"/>
          <a:ea typeface="Century Gothic"/>
          <a:cs typeface="Century Gothic"/>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6236" autoAdjust="0"/>
  </p:normalViewPr>
  <p:slideViewPr>
    <p:cSldViewPr snapToGrid="0">
      <p:cViewPr varScale="1">
        <p:scale>
          <a:sx n="145" d="100"/>
          <a:sy n="145" d="100"/>
        </p:scale>
        <p:origin x="68" y="-552"/>
      </p:cViewPr>
      <p:guideLst>
        <p:guide orient="horz" pos="1620"/>
        <p:guide pos="2880"/>
        <p:guide pos="776"/>
        <p:guide pos="1764"/>
        <p:guide orient="horz" pos="2229"/>
        <p:guide orient="horz" pos="3140"/>
        <p:guide orient="horz" pos="311"/>
        <p:guide orient="horz" pos="1593"/>
        <p:guide pos="5696"/>
        <p:guide pos="706"/>
        <p:guide pos="2941"/>
        <p:guide pos="91"/>
        <p:guide orient="horz" pos="105"/>
        <p:guide orient="horz" pos="1616"/>
        <p:guide orient="horz" pos="567"/>
        <p:guide orient="horz" pos="3034"/>
        <p:guide orient="horz" pos="332"/>
        <p:guide pos="239"/>
        <p:guide pos="5557"/>
        <p:guide pos="2914"/>
      </p:guideLst>
    </p:cSldViewPr>
  </p:slideViewPr>
  <p:notesTextViewPr>
    <p:cViewPr>
      <p:scale>
        <a:sx n="1" d="1"/>
        <a:sy n="1" d="1"/>
      </p:scale>
      <p:origin x="0" y="0"/>
    </p:cViewPr>
  </p:notesTextViewPr>
  <p:notesViewPr>
    <p:cSldViewPr snapToGrid="0">
      <p:cViewPr varScale="1">
        <p:scale>
          <a:sx n="100" d="100"/>
          <a:sy n="100" d="100"/>
        </p:scale>
        <p:origin x="0" y="0"/>
      </p:cViewPr>
      <p:guideLst>
        <p:guide orient="horz" pos="2880"/>
        <p:guide pos="2160"/>
        <p:guide orient="horz" pos="3133"/>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3.fntdata"/><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2.fntdata"/><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fntdata"/><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font" Target="fonts/font5.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4.fntdata"/><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97284"/>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entury Gothic"/>
                <a:ea typeface="Century Gothic"/>
                <a:cs typeface="Century Gothic"/>
                <a:sym typeface="Century Gothic"/>
              </a:defRPr>
            </a:lvl1pPr>
            <a:lvl2pPr marR="0" lvl="1"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2pPr>
            <a:lvl3pPr marR="0" lvl="2"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3pPr>
            <a:lvl4pPr marR="0" lvl="3"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4pPr>
            <a:lvl5pPr marR="0" lvl="4"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5pPr>
            <a:lvl6pPr marR="0" lvl="5"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6pPr>
            <a:lvl7pPr marR="0" lvl="6"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7pPr>
            <a:lvl8pPr marR="0" lvl="7"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8pPr>
            <a:lvl9pPr marR="0" lvl="8"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9pPr>
          </a:lstStyle>
          <a:p>
            <a:endParaRPr/>
          </a:p>
        </p:txBody>
      </p:sp>
      <p:sp>
        <p:nvSpPr>
          <p:cNvPr id="4" name="Google Shape;4;n"/>
          <p:cNvSpPr txBox="1">
            <a:spLocks noGrp="1"/>
          </p:cNvSpPr>
          <p:nvPr>
            <p:ph type="dt" idx="10"/>
          </p:nvPr>
        </p:nvSpPr>
        <p:spPr>
          <a:xfrm>
            <a:off x="3884613" y="0"/>
            <a:ext cx="2971800" cy="497284"/>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entury Gothic"/>
                <a:ea typeface="Century Gothic"/>
                <a:cs typeface="Century Gothic"/>
                <a:sym typeface="Century Gothic"/>
              </a:defRPr>
            </a:lvl1pPr>
            <a:lvl2pPr marR="0" lvl="1"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2pPr>
            <a:lvl3pPr marR="0" lvl="2"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3pPr>
            <a:lvl4pPr marR="0" lvl="3"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4pPr>
            <a:lvl5pPr marR="0" lvl="4"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5pPr>
            <a:lvl6pPr marR="0" lvl="5"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6pPr>
            <a:lvl7pPr marR="0" lvl="6"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7pPr>
            <a:lvl8pPr marR="0" lvl="7"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8pPr>
            <a:lvl9pPr marR="0" lvl="8"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9pPr>
          </a:lstStyle>
          <a:p>
            <a:endParaRPr/>
          </a:p>
        </p:txBody>
      </p:sp>
      <p:sp>
        <p:nvSpPr>
          <p:cNvPr id="5" name="Google Shape;5;n"/>
          <p:cNvSpPr>
            <a:spLocks noGrp="1" noRot="1" noChangeAspect="1"/>
          </p:cNvSpPr>
          <p:nvPr>
            <p:ph type="sldImg" idx="3"/>
          </p:nvPr>
        </p:nvSpPr>
        <p:spPr>
          <a:xfrm>
            <a:off x="114300" y="746125"/>
            <a:ext cx="6629400" cy="372903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724202"/>
            <a:ext cx="5486400" cy="4475560"/>
          </a:xfrm>
          <a:prstGeom prst="rect">
            <a:avLst/>
          </a:prstGeom>
          <a:noFill/>
          <a:ln>
            <a:noFill/>
          </a:ln>
        </p:spPr>
        <p:txBody>
          <a:bodyPr spcFirstLastPara="1" wrap="square" lIns="91425" tIns="45700" rIns="91425" bIns="45700" anchor="t" anchorCtr="0">
            <a:noAutofit/>
          </a:bodyPr>
          <a:lstStyle>
            <a:lvl1pPr marL="457200" marR="0" lvl="0" indent="-304800" algn="l" rtl="0">
              <a:lnSpc>
                <a:spcPct val="95000"/>
              </a:lnSpc>
              <a:spcBef>
                <a:spcPts val="400"/>
              </a:spcBef>
              <a:spcAft>
                <a:spcPts val="0"/>
              </a:spcAft>
              <a:buClr>
                <a:schemeClr val="dk1"/>
              </a:buClr>
              <a:buSzPts val="1200"/>
              <a:buFont typeface="Arial"/>
              <a:buChar char="•"/>
              <a:defRPr sz="1200" b="0" i="0" u="none" strike="noStrike" cap="none">
                <a:solidFill>
                  <a:schemeClr val="dk1"/>
                </a:solidFill>
                <a:latin typeface="Century Gothic"/>
                <a:ea typeface="Century Gothic"/>
                <a:cs typeface="Century Gothic"/>
                <a:sym typeface="Century Gothic"/>
              </a:defRPr>
            </a:lvl1pPr>
            <a:lvl2pPr marL="914400" marR="0" lvl="1" indent="-304800" algn="l" rtl="0">
              <a:lnSpc>
                <a:spcPct val="85000"/>
              </a:lnSpc>
              <a:spcBef>
                <a:spcPts val="100"/>
              </a:spcBef>
              <a:spcAft>
                <a:spcPts val="0"/>
              </a:spcAft>
              <a:buClr>
                <a:schemeClr val="dk1"/>
              </a:buClr>
              <a:buSzPts val="1200"/>
              <a:buFont typeface="Arial"/>
              <a:buChar char="•"/>
              <a:defRPr sz="1200" b="0" i="0" u="none" strike="noStrike" cap="none">
                <a:solidFill>
                  <a:schemeClr val="dk1"/>
                </a:solidFill>
                <a:latin typeface="Century Gothic"/>
                <a:ea typeface="Century Gothic"/>
                <a:cs typeface="Century Gothic"/>
                <a:sym typeface="Century Gothic"/>
              </a:defRPr>
            </a:lvl2pPr>
            <a:lvl3pPr marL="1371600" marR="0" lvl="2" indent="-304800" algn="l" rtl="0">
              <a:lnSpc>
                <a:spcPct val="85000"/>
              </a:lnSpc>
              <a:spcBef>
                <a:spcPts val="100"/>
              </a:spcBef>
              <a:spcAft>
                <a:spcPts val="0"/>
              </a:spcAft>
              <a:buClr>
                <a:schemeClr val="dk1"/>
              </a:buClr>
              <a:buSzPts val="1200"/>
              <a:buFont typeface="Arial"/>
              <a:buChar char="•"/>
              <a:defRPr sz="1200" b="0" i="0" u="none" strike="noStrike" cap="none">
                <a:solidFill>
                  <a:schemeClr val="dk1"/>
                </a:solidFill>
                <a:latin typeface="Century Gothic"/>
                <a:ea typeface="Century Gothic"/>
                <a:cs typeface="Century Gothic"/>
                <a:sym typeface="Century Gothic"/>
              </a:defRPr>
            </a:lvl3pPr>
            <a:lvl4pPr marL="1828800" marR="0" lvl="3" indent="-304800" algn="l" rtl="0">
              <a:lnSpc>
                <a:spcPct val="85000"/>
              </a:lnSpc>
              <a:spcBef>
                <a:spcPts val="100"/>
              </a:spcBef>
              <a:spcAft>
                <a:spcPts val="0"/>
              </a:spcAft>
              <a:buClr>
                <a:schemeClr val="dk1"/>
              </a:buClr>
              <a:buSzPts val="1200"/>
              <a:buFont typeface="Arial"/>
              <a:buChar char="•"/>
              <a:defRPr sz="1200" b="0" i="0" u="none" strike="noStrike" cap="none">
                <a:solidFill>
                  <a:schemeClr val="dk1"/>
                </a:solidFill>
                <a:latin typeface="Century Gothic"/>
                <a:ea typeface="Century Gothic"/>
                <a:cs typeface="Century Gothic"/>
                <a:sym typeface="Century Gothic"/>
              </a:defRPr>
            </a:lvl4pPr>
            <a:lvl5pPr marL="2286000" marR="0" lvl="4" indent="-304800" algn="l" rtl="0">
              <a:lnSpc>
                <a:spcPct val="85000"/>
              </a:lnSpc>
              <a:spcBef>
                <a:spcPts val="100"/>
              </a:spcBef>
              <a:spcAft>
                <a:spcPts val="0"/>
              </a:spcAft>
              <a:buClr>
                <a:schemeClr val="dk1"/>
              </a:buClr>
              <a:buSzPts val="1200"/>
              <a:buFont typeface="Arial"/>
              <a:buChar char="•"/>
              <a:defRPr sz="1200" b="0" i="0" u="none" strike="noStrike" cap="none">
                <a:solidFill>
                  <a:schemeClr val="dk1"/>
                </a:solidFill>
                <a:latin typeface="Century Gothic"/>
                <a:ea typeface="Century Gothic"/>
                <a:cs typeface="Century Gothic"/>
                <a:sym typeface="Century Gothic"/>
              </a:defRPr>
            </a:lvl5pPr>
            <a:lvl6pPr marL="2743200" marR="0" lvl="5" indent="-228600" algn="l" rtl="0">
              <a:spcBef>
                <a:spcPts val="0"/>
              </a:spcBef>
              <a:spcAft>
                <a:spcPts val="0"/>
              </a:spcAft>
              <a:buSzPts val="1400"/>
              <a:buNone/>
              <a:defRPr sz="1200" b="0" i="0" u="none" strike="noStrike" cap="none">
                <a:solidFill>
                  <a:schemeClr val="dk1"/>
                </a:solidFill>
                <a:latin typeface="Century Gothic"/>
                <a:ea typeface="Century Gothic"/>
                <a:cs typeface="Century Gothic"/>
                <a:sym typeface="Century Gothic"/>
              </a:defRPr>
            </a:lvl6pPr>
            <a:lvl7pPr marL="3200400" marR="0" lvl="6" indent="-228600" algn="l" rtl="0">
              <a:spcBef>
                <a:spcPts val="0"/>
              </a:spcBef>
              <a:spcAft>
                <a:spcPts val="0"/>
              </a:spcAft>
              <a:buSzPts val="1400"/>
              <a:buNone/>
              <a:defRPr sz="1200" b="0" i="0" u="none" strike="noStrike" cap="none">
                <a:solidFill>
                  <a:schemeClr val="dk1"/>
                </a:solidFill>
                <a:latin typeface="Century Gothic"/>
                <a:ea typeface="Century Gothic"/>
                <a:cs typeface="Century Gothic"/>
                <a:sym typeface="Century Gothic"/>
              </a:defRPr>
            </a:lvl7pPr>
            <a:lvl8pPr marL="3657600" marR="0" lvl="7" indent="-228600" algn="l" rtl="0">
              <a:spcBef>
                <a:spcPts val="0"/>
              </a:spcBef>
              <a:spcAft>
                <a:spcPts val="0"/>
              </a:spcAft>
              <a:buSzPts val="1400"/>
              <a:buNone/>
              <a:defRPr sz="1200" b="0" i="0" u="none" strike="noStrike" cap="none">
                <a:solidFill>
                  <a:schemeClr val="dk1"/>
                </a:solidFill>
                <a:latin typeface="Century Gothic"/>
                <a:ea typeface="Century Gothic"/>
                <a:cs typeface="Century Gothic"/>
                <a:sym typeface="Century Gothic"/>
              </a:defRPr>
            </a:lvl8pPr>
            <a:lvl9pPr marL="4114800" marR="0" lvl="8" indent="-228600" algn="l" rtl="0">
              <a:spcBef>
                <a:spcPts val="0"/>
              </a:spcBef>
              <a:spcAft>
                <a:spcPts val="0"/>
              </a:spcAft>
              <a:buSzPts val="1400"/>
              <a:buNone/>
              <a:defRPr sz="1200" b="0" i="0" u="none" strike="noStrike" cap="none">
                <a:solidFill>
                  <a:schemeClr val="dk1"/>
                </a:solidFill>
                <a:latin typeface="Century Gothic"/>
                <a:ea typeface="Century Gothic"/>
                <a:cs typeface="Century Gothic"/>
                <a:sym typeface="Century Gothic"/>
              </a:defRPr>
            </a:lvl9pPr>
          </a:lstStyle>
          <a:p>
            <a:endParaRPr/>
          </a:p>
        </p:txBody>
      </p:sp>
      <p:sp>
        <p:nvSpPr>
          <p:cNvPr id="7" name="Google Shape;7;n"/>
          <p:cNvSpPr txBox="1"/>
          <p:nvPr/>
        </p:nvSpPr>
        <p:spPr>
          <a:xfrm>
            <a:off x="286468" y="9509858"/>
            <a:ext cx="109004" cy="107722"/>
          </a:xfrm>
          <a:prstGeom prst="rect">
            <a:avLst/>
          </a:prstGeom>
          <a:noFill/>
          <a:ln>
            <a:noFill/>
          </a:ln>
        </p:spPr>
        <p:txBody>
          <a:bodyPr spcFirstLastPara="1" wrap="square" lIns="0" tIns="0" rIns="0" bIns="0" anchor="t" anchorCtr="0">
            <a:noAutofit/>
          </a:bodyPr>
          <a:lstStyle/>
          <a:p>
            <a:pPr marL="0" marR="0" lvl="0" indent="0" algn="r" rtl="0">
              <a:spcBef>
                <a:spcPts val="0"/>
              </a:spcBef>
              <a:spcAft>
                <a:spcPts val="0"/>
              </a:spcAft>
              <a:buNone/>
            </a:pPr>
            <a:fld id="{00000000-1234-1234-1234-123412341234}" type="slidenum">
              <a:rPr lang="en-GB" sz="700" b="0" i="0" u="none" strike="noStrike" cap="none">
                <a:solidFill>
                  <a:schemeClr val="lt2"/>
                </a:solidFill>
                <a:latin typeface="Century Gothic"/>
                <a:ea typeface="Century Gothic"/>
                <a:cs typeface="Century Gothic"/>
                <a:sym typeface="Century Gothic"/>
              </a:rPr>
              <a:t>‹#›</a:t>
            </a:fld>
            <a:endParaRPr sz="700" b="0" i="0" u="none" strike="noStrike" cap="none">
              <a:solidFill>
                <a:schemeClr val="lt2"/>
              </a:solidFill>
              <a:latin typeface="Century Gothic"/>
              <a:ea typeface="Century Gothic"/>
              <a:cs typeface="Century Gothic"/>
              <a:sym typeface="Century Gothic"/>
            </a:endParaRPr>
          </a:p>
        </p:txBody>
      </p:sp>
      <p:grpSp>
        <p:nvGrpSpPr>
          <p:cNvPr id="8" name="Google Shape;8;n"/>
          <p:cNvGrpSpPr/>
          <p:nvPr/>
        </p:nvGrpSpPr>
        <p:grpSpPr>
          <a:xfrm>
            <a:off x="6010878" y="9504586"/>
            <a:ext cx="531812" cy="129502"/>
            <a:chOff x="5137" y="4139"/>
            <a:chExt cx="335" cy="75"/>
          </a:xfrm>
        </p:grpSpPr>
        <p:sp>
          <p:nvSpPr>
            <p:cNvPr id="9" name="Google Shape;9;n"/>
            <p:cNvSpPr/>
            <p:nvPr/>
          </p:nvSpPr>
          <p:spPr>
            <a:xfrm>
              <a:off x="5137" y="4139"/>
              <a:ext cx="324" cy="75"/>
            </a:xfrm>
            <a:custGeom>
              <a:avLst/>
              <a:gdLst/>
              <a:ahLst/>
              <a:cxnLst/>
              <a:rect l="l" t="t" r="r" b="b"/>
              <a:pathLst>
                <a:path w="3745" h="863" extrusionOk="0">
                  <a:moveTo>
                    <a:pt x="660" y="0"/>
                  </a:moveTo>
                  <a:lnTo>
                    <a:pt x="660" y="0"/>
                  </a:lnTo>
                  <a:lnTo>
                    <a:pt x="22" y="0"/>
                  </a:lnTo>
                  <a:lnTo>
                    <a:pt x="0" y="73"/>
                  </a:lnTo>
                  <a:lnTo>
                    <a:pt x="292" y="73"/>
                  </a:lnTo>
                  <a:lnTo>
                    <a:pt x="292" y="804"/>
                  </a:lnTo>
                  <a:cubicBezTo>
                    <a:pt x="292" y="843"/>
                    <a:pt x="316" y="863"/>
                    <a:pt x="360" y="863"/>
                  </a:cubicBezTo>
                  <a:lnTo>
                    <a:pt x="399" y="863"/>
                  </a:lnTo>
                  <a:lnTo>
                    <a:pt x="399" y="73"/>
                  </a:lnTo>
                  <a:lnTo>
                    <a:pt x="637" y="73"/>
                  </a:lnTo>
                  <a:lnTo>
                    <a:pt x="660" y="0"/>
                  </a:lnTo>
                  <a:lnTo>
                    <a:pt x="660" y="0"/>
                  </a:lnTo>
                  <a:close/>
                  <a:moveTo>
                    <a:pt x="2673" y="181"/>
                  </a:moveTo>
                  <a:lnTo>
                    <a:pt x="2673" y="181"/>
                  </a:lnTo>
                  <a:cubicBezTo>
                    <a:pt x="2647" y="181"/>
                    <a:pt x="2626" y="190"/>
                    <a:pt x="2621" y="203"/>
                  </a:cubicBezTo>
                  <a:lnTo>
                    <a:pt x="2408" y="768"/>
                  </a:lnTo>
                  <a:lnTo>
                    <a:pt x="2448" y="768"/>
                  </a:lnTo>
                  <a:cubicBezTo>
                    <a:pt x="2491" y="768"/>
                    <a:pt x="2509" y="764"/>
                    <a:pt x="2522" y="729"/>
                  </a:cubicBezTo>
                  <a:lnTo>
                    <a:pt x="2570" y="596"/>
                  </a:lnTo>
                  <a:lnTo>
                    <a:pt x="2698" y="596"/>
                  </a:lnTo>
                  <a:lnTo>
                    <a:pt x="2679" y="533"/>
                  </a:lnTo>
                  <a:lnTo>
                    <a:pt x="2590" y="533"/>
                  </a:lnTo>
                  <a:lnTo>
                    <a:pt x="2669" y="310"/>
                  </a:lnTo>
                  <a:lnTo>
                    <a:pt x="2812" y="729"/>
                  </a:lnTo>
                  <a:cubicBezTo>
                    <a:pt x="2824" y="764"/>
                    <a:pt x="2845" y="768"/>
                    <a:pt x="2891" y="768"/>
                  </a:cubicBezTo>
                  <a:lnTo>
                    <a:pt x="2941" y="768"/>
                  </a:lnTo>
                  <a:lnTo>
                    <a:pt x="2725" y="203"/>
                  </a:lnTo>
                  <a:cubicBezTo>
                    <a:pt x="2720" y="190"/>
                    <a:pt x="2697" y="181"/>
                    <a:pt x="2673" y="181"/>
                  </a:cubicBezTo>
                  <a:close/>
                  <a:moveTo>
                    <a:pt x="3529" y="203"/>
                  </a:moveTo>
                  <a:lnTo>
                    <a:pt x="3529" y="203"/>
                  </a:lnTo>
                  <a:cubicBezTo>
                    <a:pt x="3524" y="190"/>
                    <a:pt x="3501" y="181"/>
                    <a:pt x="3477" y="181"/>
                  </a:cubicBezTo>
                  <a:cubicBezTo>
                    <a:pt x="3451" y="181"/>
                    <a:pt x="3430" y="190"/>
                    <a:pt x="3425" y="203"/>
                  </a:cubicBezTo>
                  <a:lnTo>
                    <a:pt x="3212" y="768"/>
                  </a:lnTo>
                  <a:lnTo>
                    <a:pt x="3252" y="768"/>
                  </a:lnTo>
                  <a:cubicBezTo>
                    <a:pt x="3294" y="768"/>
                    <a:pt x="3313" y="764"/>
                    <a:pt x="3326" y="729"/>
                  </a:cubicBezTo>
                  <a:lnTo>
                    <a:pt x="3374" y="596"/>
                  </a:lnTo>
                  <a:lnTo>
                    <a:pt x="3502" y="596"/>
                  </a:lnTo>
                  <a:lnTo>
                    <a:pt x="3483" y="533"/>
                  </a:lnTo>
                  <a:lnTo>
                    <a:pt x="3394" y="533"/>
                  </a:lnTo>
                  <a:lnTo>
                    <a:pt x="3473" y="310"/>
                  </a:lnTo>
                  <a:lnTo>
                    <a:pt x="3616" y="729"/>
                  </a:lnTo>
                  <a:cubicBezTo>
                    <a:pt x="3628" y="764"/>
                    <a:pt x="3649" y="768"/>
                    <a:pt x="3695" y="768"/>
                  </a:cubicBezTo>
                  <a:lnTo>
                    <a:pt x="3745" y="768"/>
                  </a:lnTo>
                  <a:lnTo>
                    <a:pt x="3529" y="203"/>
                  </a:lnTo>
                  <a:lnTo>
                    <a:pt x="3529" y="203"/>
                  </a:lnTo>
                  <a:close/>
                  <a:moveTo>
                    <a:pt x="1655" y="181"/>
                  </a:moveTo>
                  <a:lnTo>
                    <a:pt x="1655" y="181"/>
                  </a:lnTo>
                  <a:cubicBezTo>
                    <a:pt x="1630" y="181"/>
                    <a:pt x="1608" y="190"/>
                    <a:pt x="1603" y="203"/>
                  </a:cubicBezTo>
                  <a:lnTo>
                    <a:pt x="1399" y="746"/>
                  </a:lnTo>
                  <a:lnTo>
                    <a:pt x="1247" y="515"/>
                  </a:lnTo>
                  <a:cubicBezTo>
                    <a:pt x="1327" y="501"/>
                    <a:pt x="1374" y="459"/>
                    <a:pt x="1374" y="387"/>
                  </a:cubicBezTo>
                  <a:lnTo>
                    <a:pt x="1374" y="336"/>
                  </a:lnTo>
                  <a:cubicBezTo>
                    <a:pt x="1374" y="232"/>
                    <a:pt x="1277" y="189"/>
                    <a:pt x="1149" y="189"/>
                  </a:cubicBezTo>
                  <a:lnTo>
                    <a:pt x="969" y="189"/>
                  </a:lnTo>
                  <a:lnTo>
                    <a:pt x="969" y="704"/>
                  </a:lnTo>
                  <a:lnTo>
                    <a:pt x="737" y="704"/>
                  </a:lnTo>
                  <a:cubicBezTo>
                    <a:pt x="646" y="704"/>
                    <a:pt x="625" y="684"/>
                    <a:pt x="625" y="590"/>
                  </a:cubicBezTo>
                  <a:lnTo>
                    <a:pt x="625" y="488"/>
                  </a:lnTo>
                  <a:lnTo>
                    <a:pt x="797" y="488"/>
                  </a:lnTo>
                  <a:lnTo>
                    <a:pt x="816" y="424"/>
                  </a:lnTo>
                  <a:lnTo>
                    <a:pt x="625" y="424"/>
                  </a:lnTo>
                  <a:lnTo>
                    <a:pt x="625" y="253"/>
                  </a:lnTo>
                  <a:lnTo>
                    <a:pt x="878" y="253"/>
                  </a:lnTo>
                  <a:lnTo>
                    <a:pt x="897" y="189"/>
                  </a:lnTo>
                  <a:lnTo>
                    <a:pt x="520" y="189"/>
                  </a:lnTo>
                  <a:lnTo>
                    <a:pt x="520" y="590"/>
                  </a:lnTo>
                  <a:cubicBezTo>
                    <a:pt x="520" y="724"/>
                    <a:pt x="552" y="768"/>
                    <a:pt x="735" y="768"/>
                  </a:cubicBezTo>
                  <a:lnTo>
                    <a:pt x="1074" y="766"/>
                  </a:lnTo>
                  <a:lnTo>
                    <a:pt x="1074" y="253"/>
                  </a:lnTo>
                  <a:lnTo>
                    <a:pt x="1149" y="253"/>
                  </a:lnTo>
                  <a:cubicBezTo>
                    <a:pt x="1230" y="253"/>
                    <a:pt x="1271" y="282"/>
                    <a:pt x="1271" y="337"/>
                  </a:cubicBezTo>
                  <a:lnTo>
                    <a:pt x="1271" y="387"/>
                  </a:lnTo>
                  <a:cubicBezTo>
                    <a:pt x="1271" y="443"/>
                    <a:pt x="1220" y="461"/>
                    <a:pt x="1157" y="461"/>
                  </a:cubicBezTo>
                  <a:lnTo>
                    <a:pt x="1110" y="461"/>
                  </a:lnTo>
                  <a:lnTo>
                    <a:pt x="1269" y="733"/>
                  </a:lnTo>
                  <a:cubicBezTo>
                    <a:pt x="1287" y="765"/>
                    <a:pt x="1296" y="768"/>
                    <a:pt x="1338" y="768"/>
                  </a:cubicBezTo>
                  <a:lnTo>
                    <a:pt x="1430" y="768"/>
                  </a:lnTo>
                  <a:cubicBezTo>
                    <a:pt x="1473" y="768"/>
                    <a:pt x="1492" y="764"/>
                    <a:pt x="1505" y="729"/>
                  </a:cubicBezTo>
                  <a:lnTo>
                    <a:pt x="1552" y="596"/>
                  </a:lnTo>
                  <a:lnTo>
                    <a:pt x="1680" y="596"/>
                  </a:lnTo>
                  <a:lnTo>
                    <a:pt x="1661" y="533"/>
                  </a:lnTo>
                  <a:lnTo>
                    <a:pt x="1573" y="533"/>
                  </a:lnTo>
                  <a:lnTo>
                    <a:pt x="1652" y="310"/>
                  </a:lnTo>
                  <a:lnTo>
                    <a:pt x="1795" y="729"/>
                  </a:lnTo>
                  <a:cubicBezTo>
                    <a:pt x="1807" y="764"/>
                    <a:pt x="1827" y="768"/>
                    <a:pt x="1873" y="768"/>
                  </a:cubicBezTo>
                  <a:lnTo>
                    <a:pt x="1923" y="768"/>
                  </a:lnTo>
                  <a:lnTo>
                    <a:pt x="1707" y="203"/>
                  </a:lnTo>
                  <a:cubicBezTo>
                    <a:pt x="1702" y="190"/>
                    <a:pt x="1679" y="181"/>
                    <a:pt x="1655" y="181"/>
                  </a:cubicBezTo>
                  <a:close/>
                  <a:moveTo>
                    <a:pt x="2304" y="530"/>
                  </a:moveTo>
                  <a:lnTo>
                    <a:pt x="2304" y="530"/>
                  </a:lnTo>
                  <a:cubicBezTo>
                    <a:pt x="2304" y="647"/>
                    <a:pt x="2266" y="704"/>
                    <a:pt x="2162" y="704"/>
                  </a:cubicBezTo>
                  <a:lnTo>
                    <a:pt x="2068" y="704"/>
                  </a:lnTo>
                  <a:lnTo>
                    <a:pt x="2068" y="253"/>
                  </a:lnTo>
                  <a:lnTo>
                    <a:pt x="2159" y="253"/>
                  </a:lnTo>
                  <a:cubicBezTo>
                    <a:pt x="2266" y="253"/>
                    <a:pt x="2304" y="316"/>
                    <a:pt x="2304" y="433"/>
                  </a:cubicBezTo>
                  <a:lnTo>
                    <a:pt x="2304" y="530"/>
                  </a:lnTo>
                  <a:lnTo>
                    <a:pt x="2304" y="530"/>
                  </a:lnTo>
                  <a:close/>
                  <a:moveTo>
                    <a:pt x="2409" y="432"/>
                  </a:moveTo>
                  <a:lnTo>
                    <a:pt x="2409" y="432"/>
                  </a:lnTo>
                  <a:cubicBezTo>
                    <a:pt x="2409" y="270"/>
                    <a:pt x="2326" y="189"/>
                    <a:pt x="2159" y="189"/>
                  </a:cubicBezTo>
                  <a:lnTo>
                    <a:pt x="1963" y="189"/>
                  </a:lnTo>
                  <a:lnTo>
                    <a:pt x="1963" y="709"/>
                  </a:lnTo>
                  <a:cubicBezTo>
                    <a:pt x="1963" y="748"/>
                    <a:pt x="1984" y="768"/>
                    <a:pt x="2029" y="768"/>
                  </a:cubicBezTo>
                  <a:lnTo>
                    <a:pt x="2159" y="768"/>
                  </a:lnTo>
                  <a:lnTo>
                    <a:pt x="2180" y="767"/>
                  </a:lnTo>
                  <a:cubicBezTo>
                    <a:pt x="2337" y="761"/>
                    <a:pt x="2409" y="693"/>
                    <a:pt x="2409" y="530"/>
                  </a:cubicBezTo>
                  <a:lnTo>
                    <a:pt x="2409" y="432"/>
                  </a:lnTo>
                  <a:lnTo>
                    <a:pt x="2409" y="432"/>
                  </a:lnTo>
                  <a:close/>
                  <a:moveTo>
                    <a:pt x="3332" y="190"/>
                  </a:moveTo>
                  <a:lnTo>
                    <a:pt x="3332" y="190"/>
                  </a:lnTo>
                  <a:lnTo>
                    <a:pt x="2851" y="190"/>
                  </a:lnTo>
                  <a:lnTo>
                    <a:pt x="2831" y="254"/>
                  </a:lnTo>
                  <a:lnTo>
                    <a:pt x="3028" y="254"/>
                  </a:lnTo>
                  <a:lnTo>
                    <a:pt x="3028" y="710"/>
                  </a:lnTo>
                  <a:cubicBezTo>
                    <a:pt x="3028" y="749"/>
                    <a:pt x="3052" y="768"/>
                    <a:pt x="3096" y="768"/>
                  </a:cubicBezTo>
                  <a:lnTo>
                    <a:pt x="3135" y="768"/>
                  </a:lnTo>
                  <a:lnTo>
                    <a:pt x="3135" y="254"/>
                  </a:lnTo>
                  <a:lnTo>
                    <a:pt x="3313" y="254"/>
                  </a:lnTo>
                  <a:lnTo>
                    <a:pt x="3332" y="19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0" name="Google Shape;10;n"/>
            <p:cNvSpPr/>
            <p:nvPr/>
          </p:nvSpPr>
          <p:spPr>
            <a:xfrm>
              <a:off x="5464" y="4197"/>
              <a:ext cx="8" cy="9"/>
            </a:xfrm>
            <a:custGeom>
              <a:avLst/>
              <a:gdLst/>
              <a:ahLst/>
              <a:cxnLst/>
              <a:rect l="l" t="t" r="r" b="b"/>
              <a:pathLst>
                <a:path w="99" h="98" extrusionOk="0">
                  <a:moveTo>
                    <a:pt x="59" y="30"/>
                  </a:moveTo>
                  <a:lnTo>
                    <a:pt x="59" y="30"/>
                  </a:lnTo>
                  <a:cubicBezTo>
                    <a:pt x="57" y="29"/>
                    <a:pt x="53" y="28"/>
                    <a:pt x="47" y="28"/>
                  </a:cubicBezTo>
                  <a:lnTo>
                    <a:pt x="39" y="28"/>
                  </a:lnTo>
                  <a:lnTo>
                    <a:pt x="39" y="48"/>
                  </a:lnTo>
                  <a:lnTo>
                    <a:pt x="48" y="48"/>
                  </a:lnTo>
                  <a:cubicBezTo>
                    <a:pt x="52" y="48"/>
                    <a:pt x="55" y="47"/>
                    <a:pt x="57" y="46"/>
                  </a:cubicBezTo>
                  <a:cubicBezTo>
                    <a:pt x="61" y="45"/>
                    <a:pt x="63" y="42"/>
                    <a:pt x="63" y="38"/>
                  </a:cubicBezTo>
                  <a:cubicBezTo>
                    <a:pt x="63" y="34"/>
                    <a:pt x="61" y="31"/>
                    <a:pt x="59" y="30"/>
                  </a:cubicBezTo>
                  <a:close/>
                  <a:moveTo>
                    <a:pt x="49" y="22"/>
                  </a:moveTo>
                  <a:lnTo>
                    <a:pt x="49" y="22"/>
                  </a:lnTo>
                  <a:cubicBezTo>
                    <a:pt x="55" y="22"/>
                    <a:pt x="60" y="22"/>
                    <a:pt x="63" y="23"/>
                  </a:cubicBezTo>
                  <a:cubicBezTo>
                    <a:pt x="69" y="26"/>
                    <a:pt x="72" y="30"/>
                    <a:pt x="72" y="37"/>
                  </a:cubicBezTo>
                  <a:cubicBezTo>
                    <a:pt x="72" y="42"/>
                    <a:pt x="70" y="46"/>
                    <a:pt x="66" y="48"/>
                  </a:cubicBezTo>
                  <a:cubicBezTo>
                    <a:pt x="65" y="49"/>
                    <a:pt x="62" y="50"/>
                    <a:pt x="59" y="51"/>
                  </a:cubicBezTo>
                  <a:cubicBezTo>
                    <a:pt x="63" y="51"/>
                    <a:pt x="66" y="53"/>
                    <a:pt x="68" y="56"/>
                  </a:cubicBezTo>
                  <a:cubicBezTo>
                    <a:pt x="70" y="59"/>
                    <a:pt x="71" y="62"/>
                    <a:pt x="71" y="64"/>
                  </a:cubicBezTo>
                  <a:lnTo>
                    <a:pt x="71" y="68"/>
                  </a:lnTo>
                  <a:cubicBezTo>
                    <a:pt x="71" y="69"/>
                    <a:pt x="71" y="71"/>
                    <a:pt x="71" y="72"/>
                  </a:cubicBezTo>
                  <a:cubicBezTo>
                    <a:pt x="71" y="74"/>
                    <a:pt x="71" y="75"/>
                    <a:pt x="72" y="75"/>
                  </a:cubicBezTo>
                  <a:lnTo>
                    <a:pt x="72" y="76"/>
                  </a:lnTo>
                  <a:lnTo>
                    <a:pt x="63" y="76"/>
                  </a:lnTo>
                  <a:cubicBezTo>
                    <a:pt x="63" y="76"/>
                    <a:pt x="63" y="75"/>
                    <a:pt x="63" y="75"/>
                  </a:cubicBezTo>
                  <a:cubicBezTo>
                    <a:pt x="63" y="75"/>
                    <a:pt x="63" y="75"/>
                    <a:pt x="63" y="75"/>
                  </a:cubicBezTo>
                  <a:lnTo>
                    <a:pt x="62" y="73"/>
                  </a:lnTo>
                  <a:lnTo>
                    <a:pt x="62" y="69"/>
                  </a:lnTo>
                  <a:cubicBezTo>
                    <a:pt x="62" y="62"/>
                    <a:pt x="61" y="58"/>
                    <a:pt x="57" y="56"/>
                  </a:cubicBezTo>
                  <a:cubicBezTo>
                    <a:pt x="55" y="55"/>
                    <a:pt x="52" y="54"/>
                    <a:pt x="47" y="54"/>
                  </a:cubicBezTo>
                  <a:lnTo>
                    <a:pt x="39" y="54"/>
                  </a:lnTo>
                  <a:lnTo>
                    <a:pt x="39" y="76"/>
                  </a:lnTo>
                  <a:lnTo>
                    <a:pt x="30" y="76"/>
                  </a:lnTo>
                  <a:lnTo>
                    <a:pt x="30" y="22"/>
                  </a:lnTo>
                  <a:lnTo>
                    <a:pt x="49" y="22"/>
                  </a:lnTo>
                  <a:lnTo>
                    <a:pt x="49" y="22"/>
                  </a:lnTo>
                  <a:close/>
                  <a:moveTo>
                    <a:pt x="20" y="19"/>
                  </a:moveTo>
                  <a:lnTo>
                    <a:pt x="20" y="19"/>
                  </a:lnTo>
                  <a:cubicBezTo>
                    <a:pt x="11" y="27"/>
                    <a:pt x="7" y="37"/>
                    <a:pt x="7" y="49"/>
                  </a:cubicBezTo>
                  <a:cubicBezTo>
                    <a:pt x="7" y="61"/>
                    <a:pt x="11" y="71"/>
                    <a:pt x="20" y="79"/>
                  </a:cubicBezTo>
                  <a:cubicBezTo>
                    <a:pt x="28" y="87"/>
                    <a:pt x="38" y="92"/>
                    <a:pt x="50" y="92"/>
                  </a:cubicBezTo>
                  <a:cubicBezTo>
                    <a:pt x="61" y="92"/>
                    <a:pt x="71" y="87"/>
                    <a:pt x="80" y="79"/>
                  </a:cubicBezTo>
                  <a:cubicBezTo>
                    <a:pt x="88" y="71"/>
                    <a:pt x="92" y="61"/>
                    <a:pt x="92" y="49"/>
                  </a:cubicBezTo>
                  <a:cubicBezTo>
                    <a:pt x="92" y="37"/>
                    <a:pt x="88" y="27"/>
                    <a:pt x="80" y="19"/>
                  </a:cubicBezTo>
                  <a:cubicBezTo>
                    <a:pt x="71" y="10"/>
                    <a:pt x="61" y="6"/>
                    <a:pt x="50" y="6"/>
                  </a:cubicBezTo>
                  <a:cubicBezTo>
                    <a:pt x="38" y="6"/>
                    <a:pt x="28" y="10"/>
                    <a:pt x="20" y="19"/>
                  </a:cubicBezTo>
                  <a:close/>
                  <a:moveTo>
                    <a:pt x="85" y="84"/>
                  </a:moveTo>
                  <a:lnTo>
                    <a:pt x="85" y="84"/>
                  </a:lnTo>
                  <a:cubicBezTo>
                    <a:pt x="75" y="94"/>
                    <a:pt x="63" y="98"/>
                    <a:pt x="50" y="98"/>
                  </a:cubicBezTo>
                  <a:cubicBezTo>
                    <a:pt x="36" y="98"/>
                    <a:pt x="24" y="94"/>
                    <a:pt x="15" y="84"/>
                  </a:cubicBezTo>
                  <a:cubicBezTo>
                    <a:pt x="5" y="74"/>
                    <a:pt x="0" y="63"/>
                    <a:pt x="0" y="49"/>
                  </a:cubicBezTo>
                  <a:cubicBezTo>
                    <a:pt x="0" y="35"/>
                    <a:pt x="5" y="24"/>
                    <a:pt x="15" y="14"/>
                  </a:cubicBezTo>
                  <a:cubicBezTo>
                    <a:pt x="24" y="4"/>
                    <a:pt x="36" y="0"/>
                    <a:pt x="50" y="0"/>
                  </a:cubicBezTo>
                  <a:cubicBezTo>
                    <a:pt x="63" y="0"/>
                    <a:pt x="75" y="4"/>
                    <a:pt x="85" y="14"/>
                  </a:cubicBezTo>
                  <a:cubicBezTo>
                    <a:pt x="94" y="24"/>
                    <a:pt x="99" y="35"/>
                    <a:pt x="99" y="49"/>
                  </a:cubicBezTo>
                  <a:cubicBezTo>
                    <a:pt x="99" y="63"/>
                    <a:pt x="94" y="74"/>
                    <a:pt x="85" y="84"/>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grpSp>
      <p:sp>
        <p:nvSpPr>
          <p:cNvPr id="11" name="Google Shape;11;n"/>
          <p:cNvSpPr txBox="1">
            <a:spLocks noGrp="1"/>
          </p:cNvSpPr>
          <p:nvPr>
            <p:ph type="ftr" idx="11"/>
          </p:nvPr>
        </p:nvSpPr>
        <p:spPr>
          <a:xfrm>
            <a:off x="457200" y="9514580"/>
            <a:ext cx="2971800" cy="107722"/>
          </a:xfrm>
          <a:prstGeom prst="rect">
            <a:avLst/>
          </a:prstGeom>
          <a:noFill/>
          <a:ln>
            <a:noFill/>
          </a:ln>
        </p:spPr>
        <p:txBody>
          <a:bodyPr spcFirstLastPara="1" wrap="square" lIns="0" tIns="0" rIns="0" bIns="0" anchor="ctr" anchorCtr="0">
            <a:noAutofit/>
          </a:bodyPr>
          <a:lstStyle>
            <a:lvl1pPr marR="0" lvl="0" algn="l" rtl="0">
              <a:spcBef>
                <a:spcPts val="0"/>
              </a:spcBef>
              <a:spcAft>
                <a:spcPts val="0"/>
              </a:spcAft>
              <a:buSzPts val="1400"/>
              <a:buNone/>
              <a:defRPr sz="700">
                <a:solidFill>
                  <a:schemeClr val="lt2"/>
                </a:solidFill>
                <a:latin typeface="Century Gothic"/>
                <a:ea typeface="Century Gothic"/>
                <a:cs typeface="Century Gothic"/>
                <a:sym typeface="Century Gothic"/>
              </a:defRPr>
            </a:lvl1pPr>
            <a:lvl2pPr marR="0" lvl="1"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2pPr>
            <a:lvl3pPr marR="0" lvl="2"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3pPr>
            <a:lvl4pPr marR="0" lvl="3"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4pPr>
            <a:lvl5pPr marR="0" lvl="4"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5pPr>
            <a:lvl6pPr marR="0" lvl="5"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6pPr>
            <a:lvl7pPr marR="0" lvl="6"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7pPr>
            <a:lvl8pPr marR="0" lvl="7"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8pPr>
            <a:lvl9pPr marR="0" lvl="8"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Shape 3000"/>
        <p:cNvGrpSpPr/>
        <p:nvPr/>
      </p:nvGrpSpPr>
      <p:grpSpPr>
        <a:xfrm>
          <a:off x="0" y="0"/>
          <a:ext cx="0" cy="0"/>
          <a:chOff x="0" y="0"/>
          <a:chExt cx="0" cy="0"/>
        </a:xfrm>
      </p:grpSpPr>
      <p:sp>
        <p:nvSpPr>
          <p:cNvPr id="3001" name="Notes Placeholder"/>
          <p:cNvSpPr>
            <a:spLocks noGrp="1"/>
          </p:cNvSpPr>
          <p:nvPr>
            <p:ph type="body" idx="1"/>
          </p:nvPr>
        </p:nvSpPr>
        <p:spPr/>
        <p:txBody>
          <a:bodyPr/>
          <a:lstStyle/>
          <a:p>
            <a:r>
              <a:rPr lang="en-GB" sz="1200"/>
              <a:t>DOMAIN DASHBOARD - Speaker Notes</a:t>
            </a:r>
          </a:p>
          <a:p>
            <a:r>
              <a:rPr lang="en-GB" sz="1200"/>
              <a:t>GLOBAL: DBS, Revolut, Nubank achieve 80%+ digital acquisition. Mature banks: 4-5 products per customer. Churn 10-15%.</a:t>
            </a:r>
          </a:p>
          <a:p>
            <a:r>
              <a:rPr lang="en-GB" sz="1200"/>
              <a:t>REGIONAL:</a:t>
            </a:r>
          </a:p>
          <a:p>
            <a:r>
              <a:rPr lang="en-GB" sz="1200"/>
              <a:t>- India: Jan Dhan Yojana = 500M+ accounts. Products/customer still 2.0-2.5. UPI driving engagement.</a:t>
            </a:r>
          </a:p>
          <a:p>
            <a:r>
              <a:rPr lang="en-GB" sz="1200"/>
              <a:t>- Saudi: Digital banks (STC Bank, D360) = 3-min onboarding. Vision 2030 pushing financial inclusion.</a:t>
            </a:r>
          </a:p>
          <a:p>
            <a:r>
              <a:rPr lang="en-GB" sz="1200"/>
              <a:t>- UAE: Mashreq NEO, Liv = AI-driven lifecycle. 3.5+ products/customer.</a:t>
            </a:r>
          </a:p>
          <a:p>
            <a:r>
              <a:rPr lang="en-GB" sz="1200"/>
              <a:t>- Turkey: CEPTETEB, Papara = mobile-first onboarding. QR+NFC+IBAN in one app.</a:t>
            </a:r>
          </a:p>
          <a:p>
            <a:r>
              <a:rPr lang="en-GB" sz="1200"/>
              <a:t>PAKISTAN:</a:t>
            </a:r>
          </a:p>
          <a:p>
            <a:r>
              <a:rPr lang="en-GB" sz="1200"/>
              <a:t>- 33 scheduled banks competing for same 60M active account base</a:t>
            </a:r>
          </a:p>
          <a:p>
            <a:r>
              <a:rPr lang="en-GB" sz="1200"/>
              <a:t>- 70% adults unbanked — massive greenfield opportunity</a:t>
            </a:r>
          </a:p>
          <a:p>
            <a:r>
              <a:rPr lang="en-GB" sz="1200"/>
              <a:t>- Fintechs (JazzCash 40M+, Easypaisa 30M+) demonstrate demand for digital</a:t>
            </a:r>
          </a:p>
          <a:p>
            <a:r>
              <a:rPr lang="en-GB" sz="1200"/>
              <a:t>- 5 digital bank licenses (2022) will disrupt traditional model</a:t>
            </a:r>
          </a:p>
          <a:p>
            <a:r>
              <a:rPr lang="en-GB" sz="1200"/>
              <a:t>- 1.8 products/customer vs. 4-5 global benchmark = PKR 200-500B revenue gap</a:t>
            </a:r>
          </a:p>
          <a:p>
            <a:r>
              <a:rPr lang="en-GB" sz="1200"/>
              <a:t>FSDM: Party, Party_Account, Customer_Journey, Interaction_Event — foundation for unified lifecycle view across all 21 sub-capabilities.</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Shape 3000"/>
        <p:cNvGrpSpPr/>
        <p:nvPr/>
      </p:nvGrpSpPr>
      <p:grpSpPr>
        <a:xfrm>
          <a:off x="0" y="0"/>
          <a:ext cx="0" cy="0"/>
          <a:chOff x="0" y="0"/>
          <a:chExt cx="0" cy="0"/>
        </a:xfrm>
      </p:grpSpPr>
      <p:sp>
        <p:nvSpPr>
          <p:cNvPr id="3001" name="Notes Placeholder"/>
          <p:cNvSpPr>
            <a:spLocks noGrp="1"/>
          </p:cNvSpPr>
          <p:nvPr>
            <p:ph type="body" idx="1"/>
          </p:nvPr>
        </p:nvSpPr>
        <p:spPr/>
        <p:txBody>
          <a:bodyPr/>
          <a:lstStyle/>
          <a:p>
            <a:r>
              <a:rPr lang="en-GB" sz="1200"/>
              <a:t>PAKISTAN MARKET CONTEXT - Speaker Notes</a:t>
            </a:r>
          </a:p>
          <a:p>
            <a:r>
              <a:rPr lang="en-GB" sz="1200"/>
              <a:t>KEY DATA POINTS:</a:t>
            </a:r>
          </a:p>
          <a:p>
            <a:r>
              <a:rPr lang="en-GB" sz="1200"/>
              <a:t>- SBP: 60M+ bank accounts, 100M+ branchless banking accounts (2024)</a:t>
            </a:r>
          </a:p>
          <a:p>
            <a:r>
              <a:rPr lang="en-GB" sz="1200"/>
              <a:t>- Digital transactions growing 45%+ YoY via RAAST instant payment system</a:t>
            </a:r>
          </a:p>
          <a:p>
            <a:r>
              <a:rPr lang="en-GB" sz="1200"/>
              <a:t>- NADRA biometric database: 130M+ CNICs — world-class digital identity infrastructure</a:t>
            </a:r>
          </a:p>
          <a:p>
            <a:r>
              <a:rPr lang="en-GB" sz="1200"/>
              <a:t>- Mobile penetration: 190M+ SIMs, 120M+ broadband subscribers</a:t>
            </a:r>
          </a:p>
          <a:p>
            <a:r>
              <a:rPr lang="en-GB" sz="1200"/>
              <a:t>COMPETITIVE LANDSCAPE:</a:t>
            </a:r>
          </a:p>
          <a:p>
            <a:r>
              <a:rPr lang="en-GB" sz="1200"/>
              <a:t>- Traditional banks: Branch-heavy model, 16K+ branches, high cost-to-serve</a:t>
            </a:r>
          </a:p>
          <a:p>
            <a:r>
              <a:rPr lang="en-GB" sz="1200"/>
              <a:t>- Fintechs: SadaPay (zero-fee accounts), NayaPay (business + personal), TAG (Islamic digital)</a:t>
            </a:r>
          </a:p>
          <a:p>
            <a:r>
              <a:rPr lang="en-GB" sz="1200"/>
              <a:t>- Digital banks: 5 licenses granted — will compete on onboarding speed and UX</a:t>
            </a:r>
          </a:p>
          <a:p>
            <a:r>
              <a:rPr lang="en-GB" sz="1200"/>
              <a:t>- Islamic banking: 22% market share, growing 25%+ annually. 85% population preference.</a:t>
            </a:r>
          </a:p>
          <a:p>
            <a:r>
              <a:rPr lang="en-GB" sz="1200"/>
              <a:t>LIFECYCLE CHALLENGES:</a:t>
            </a:r>
          </a:p>
          <a:p>
            <a:r>
              <a:rPr lang="en-GB" sz="1200"/>
              <a:t>- Dormancy: SBP definition = 12 months no transaction. 15M+ accounts dormant across industry.</a:t>
            </a:r>
          </a:p>
          <a:p>
            <a:r>
              <a:rPr lang="en-GB" sz="1200"/>
              <a:t>- Churn: Salary account switching driven by employer partnerships and fintech zero-fee offers.</a:t>
            </a:r>
          </a:p>
          <a:p>
            <a:r>
              <a:rPr lang="en-GB" sz="1200"/>
              <a:t>- Cross-sell: Manual batch campaigns with &lt;5% conversion. No real-time NBA capability.</a:t>
            </a:r>
          </a:p>
          <a:p>
            <a:r>
              <a:rPr lang="en-GB" sz="1200"/>
              <a:t>- Loyalty: Basic points programs, no experiential or Islamic-specific reward structures.</a:t>
            </a:r>
          </a:p>
          <a:p>
            <a:r>
              <a:rPr lang="en-GB" sz="1200"/>
              <a:t>FSDM RELEVANCE: Party_Life_Stage, Financial_Event, Channel_Session, Interaction_Event entities map directly to Pakistan lifecycle challenges. 180+ entities cover end-to-end customer journey.</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2"/>
        <p:cNvGrpSpPr/>
        <p:nvPr/>
      </p:nvGrpSpPr>
      <p:grpSpPr>
        <a:xfrm>
          <a:off x="0" y="0"/>
          <a:ext cx="0" cy="0"/>
          <a:chOff x="0" y="0"/>
          <a:chExt cx="0" cy="0"/>
        </a:xfrm>
      </p:grpSpPr>
      <p:sp>
        <p:nvSpPr>
          <p:cNvPr id="1433" name="Google Shape;1433;p66:notes"/>
          <p:cNvSpPr txBox="1">
            <a:spLocks noGrp="1"/>
          </p:cNvSpPr>
          <p:nvPr>
            <p:ph type="sldNum" idx="12"/>
          </p:nvPr>
        </p:nvSpPr>
        <p:spPr>
          <a:xfrm>
            <a:off x="3885012" y="9446102"/>
            <a:ext cx="2971800" cy="497284"/>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GB" sz="1800">
                <a:solidFill>
                  <a:srgbClr val="000000"/>
                </a:solidFill>
                <a:latin typeface="Calibri"/>
                <a:ea typeface="Calibri"/>
                <a:cs typeface="Calibri"/>
                <a:sym typeface="Calibri"/>
              </a:rPr>
              <a:t>3</a:t>
            </a:fld>
            <a:endParaRPr sz="1800">
              <a:solidFill>
                <a:srgbClr val="000000"/>
              </a:solidFill>
              <a:latin typeface="Calibri"/>
              <a:ea typeface="Calibri"/>
              <a:cs typeface="Calibri"/>
              <a:sym typeface="Calibri"/>
            </a:endParaRPr>
          </a:p>
        </p:txBody>
      </p:sp>
      <p:sp>
        <p:nvSpPr>
          <p:cNvPr id="1434" name="Google Shape;1434;p66:notes"/>
          <p:cNvSpPr>
            <a:spLocks noGrp="1" noRot="1" noChangeAspect="1"/>
          </p:cNvSpPr>
          <p:nvPr>
            <p:ph type="sldImg" idx="2"/>
          </p:nvPr>
        </p:nvSpPr>
        <p:spPr>
          <a:xfrm>
            <a:off x="114300" y="746125"/>
            <a:ext cx="6629400" cy="372903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35" name="Google Shape;1435;p66:notes"/>
          <p:cNvSpPr txBox="1">
            <a:spLocks noGrp="1"/>
          </p:cNvSpPr>
          <p:nvPr>
            <p:ph type="body" idx="1"/>
          </p:nvPr>
        </p:nvSpPr>
        <p:spPr>
          <a:xfrm>
            <a:off x="685800" y="4724202"/>
            <a:ext cx="5486400" cy="4475560"/>
          </a:xfrm>
          <a:prstGeom prst="rect">
            <a:avLst/>
          </a:prstGeom>
          <a:noFill/>
          <a:ln>
            <a:noFill/>
          </a:ln>
        </p:spPr>
        <p:txBody>
          <a:bodyPr spcFirstLastPara="1" wrap="square" lIns="91425" tIns="45700" rIns="91425" bIns="45700" anchor="t" anchorCtr="0">
            <a:noAutofit/>
          </a:bodyPr>
          <a:lstStyle/>
          <a:p>
            <a:pPr marL="173038" lvl="0" indent="-173038" algn="l" rtl="0">
              <a:lnSpc>
                <a:spcPct val="95000"/>
              </a:lnSpc>
              <a:spcBef>
                <a:spcPts val="0"/>
              </a:spcBef>
              <a:spcAft>
                <a:spcPts val="0"/>
              </a:spcAft>
              <a:buClr>
                <a:schemeClr val="dk1"/>
              </a:buClr>
              <a:buSzPts val="1200"/>
              <a:buChar char="•"/>
            </a:pPr>
            <a:r>
              <a:rPr lang="en-GB"/>
              <a:t>CUSTOMER ACQUISITION - Speaker Notes</a:t>
            </a:r>
            <a:endParaRPr/>
          </a:p>
          <a:p>
            <a:pPr marL="173038" lvl="0" indent="-173038" algn="l" rtl="0">
              <a:lnSpc>
                <a:spcPct val="95000"/>
              </a:lnSpc>
              <a:spcBef>
                <a:spcPts val="0"/>
              </a:spcBef>
              <a:spcAft>
                <a:spcPts val="0"/>
              </a:spcAft>
              <a:buClr>
                <a:schemeClr val="dk1"/>
              </a:buClr>
              <a:buSzPts val="1200"/>
              <a:buChar char="•"/>
            </a:pPr>
            <a:r>
              <a:rPr lang="en-GB"/>
              <a:t>GLOBAL: DBS, Revolut, Nubank achieve 80%+ digital acquisition. Cost 5-10x lower than branch.</a:t>
            </a:r>
            <a:endParaRPr/>
          </a:p>
          <a:p>
            <a:pPr marL="173038" lvl="0" indent="-173038" algn="l" rtl="0">
              <a:lnSpc>
                <a:spcPct val="95000"/>
              </a:lnSpc>
              <a:spcBef>
                <a:spcPts val="0"/>
              </a:spcBef>
              <a:spcAft>
                <a:spcPts val="0"/>
              </a:spcAft>
              <a:buClr>
                <a:schemeClr val="dk1"/>
              </a:buClr>
              <a:buSzPts val="1200"/>
              <a:buChar char="•"/>
            </a:pPr>
            <a:r>
              <a:rPr lang="en-GB"/>
              <a:t>REGIONAL:</a:t>
            </a:r>
            <a:endParaRPr/>
          </a:p>
          <a:p>
            <a:pPr marL="173038" lvl="0" indent="-173038" algn="l" rtl="0">
              <a:lnSpc>
                <a:spcPct val="95000"/>
              </a:lnSpc>
              <a:spcBef>
                <a:spcPts val="0"/>
              </a:spcBef>
              <a:spcAft>
                <a:spcPts val="0"/>
              </a:spcAft>
              <a:buClr>
                <a:schemeClr val="dk1"/>
              </a:buClr>
              <a:buSzPts val="1200"/>
              <a:buChar char="•"/>
            </a:pPr>
            <a:r>
              <a:rPr lang="en-GB"/>
              <a:t>- India: Aadhaar e-KYC + Jan Dhan Yojana = 500M+ accounts. 5-min digital onboarding.</a:t>
            </a:r>
            <a:endParaRPr/>
          </a:p>
          <a:p>
            <a:pPr marL="173038" lvl="0" indent="-173038" algn="l" rtl="0">
              <a:lnSpc>
                <a:spcPct val="95000"/>
              </a:lnSpc>
              <a:spcBef>
                <a:spcPts val="0"/>
              </a:spcBef>
              <a:spcAft>
                <a:spcPts val="0"/>
              </a:spcAft>
              <a:buClr>
                <a:schemeClr val="dk1"/>
              </a:buClr>
              <a:buSzPts val="1200"/>
              <a:buChar char="•"/>
            </a:pPr>
            <a:r>
              <a:rPr lang="en-GB"/>
              <a:t>- Saudi: STC Bank, D360 = 90%+ digital onboarding via NID.</a:t>
            </a:r>
            <a:endParaRPr/>
          </a:p>
          <a:p>
            <a:pPr marL="173038" lvl="0" indent="-173038" algn="l" rtl="0">
              <a:lnSpc>
                <a:spcPct val="95000"/>
              </a:lnSpc>
              <a:spcBef>
                <a:spcPts val="0"/>
              </a:spcBef>
              <a:spcAft>
                <a:spcPts val="0"/>
              </a:spcAft>
              <a:buClr>
                <a:schemeClr val="dk1"/>
              </a:buClr>
              <a:buSzPts val="1200"/>
              <a:buChar char="•"/>
            </a:pPr>
            <a:r>
              <a:rPr lang="en-GB"/>
              <a:t>- UAE: Liv., Mashreq Neo = 100% digital acquisition with Emirates ID.</a:t>
            </a:r>
            <a:endParaRPr/>
          </a:p>
          <a:p>
            <a:pPr marL="173038" lvl="0" indent="-173038" algn="l" rtl="0">
              <a:lnSpc>
                <a:spcPct val="95000"/>
              </a:lnSpc>
              <a:spcBef>
                <a:spcPts val="0"/>
              </a:spcBef>
              <a:spcAft>
                <a:spcPts val="0"/>
              </a:spcAft>
              <a:buClr>
                <a:schemeClr val="dk1"/>
              </a:buClr>
              <a:buSzPts val="1200"/>
              <a:buChar char="•"/>
            </a:pPr>
            <a:endParaRPr/>
          </a:p>
          <a:p>
            <a:pPr marL="173038" lvl="0" indent="-173038" algn="l" rtl="0">
              <a:lnSpc>
                <a:spcPct val="95000"/>
              </a:lnSpc>
              <a:spcBef>
                <a:spcPts val="0"/>
              </a:spcBef>
              <a:spcAft>
                <a:spcPts val="0"/>
              </a:spcAft>
              <a:buClr>
                <a:schemeClr val="dk1"/>
              </a:buClr>
              <a:buSzPts val="1200"/>
              <a:buChar char="•"/>
            </a:pPr>
            <a:r>
              <a:rPr lang="en-GB"/>
              <a:t>PAKISTAN: Branch-heavy despite regulatory enablement:</a:t>
            </a:r>
            <a:endParaRPr/>
          </a:p>
          <a:p>
            <a:pPr marL="173038" lvl="0" indent="-173038" algn="l" rtl="0">
              <a:lnSpc>
                <a:spcPct val="95000"/>
              </a:lnSpc>
              <a:spcBef>
                <a:spcPts val="0"/>
              </a:spcBef>
              <a:spcAft>
                <a:spcPts val="0"/>
              </a:spcAft>
              <a:buClr>
                <a:schemeClr val="dk1"/>
              </a:buClr>
              <a:buSzPts val="1200"/>
              <a:buChar char="•"/>
            </a:pPr>
            <a:r>
              <a:rPr lang="en-GB"/>
              <a:t>1. NADRA e-KYC approved but &lt;15% adoption across scheduled banks</a:t>
            </a:r>
            <a:endParaRPr/>
          </a:p>
          <a:p>
            <a:pPr marL="173038" lvl="0" indent="-173038" algn="l" rtl="0">
              <a:lnSpc>
                <a:spcPct val="95000"/>
              </a:lnSpc>
              <a:spcBef>
                <a:spcPts val="0"/>
              </a:spcBef>
              <a:spcAft>
                <a:spcPts val="0"/>
              </a:spcAft>
              <a:buClr>
                <a:schemeClr val="dk1"/>
              </a:buClr>
              <a:buSzPts val="1200"/>
              <a:buChar char="•"/>
            </a:pPr>
            <a:r>
              <a:rPr lang="en-GB"/>
              <a:t>2. SBP Asaan Account/Asaan Digital Account tiers underutilized</a:t>
            </a:r>
            <a:endParaRPr/>
          </a:p>
          <a:p>
            <a:pPr marL="173038" lvl="0" indent="-173038" algn="l" rtl="0">
              <a:lnSpc>
                <a:spcPct val="95000"/>
              </a:lnSpc>
              <a:spcBef>
                <a:spcPts val="0"/>
              </a:spcBef>
              <a:spcAft>
                <a:spcPts val="0"/>
              </a:spcAft>
              <a:buClr>
                <a:schemeClr val="dk1"/>
              </a:buClr>
              <a:buSzPts val="1200"/>
              <a:buChar char="•"/>
            </a:pPr>
            <a:r>
              <a:rPr lang="en-GB"/>
              <a:t>3. 500,000+ agent network — largest physical distribution for financial inclusion</a:t>
            </a:r>
            <a:endParaRPr/>
          </a:p>
          <a:p>
            <a:pPr marL="173038" lvl="0" indent="-173038" algn="l" rtl="0">
              <a:lnSpc>
                <a:spcPct val="95000"/>
              </a:lnSpc>
              <a:spcBef>
                <a:spcPts val="0"/>
              </a:spcBef>
              <a:spcAft>
                <a:spcPts val="0"/>
              </a:spcAft>
              <a:buClr>
                <a:schemeClr val="dk1"/>
              </a:buClr>
              <a:buSzPts val="1200"/>
              <a:buChar char="•"/>
            </a:pPr>
            <a:r>
              <a:rPr lang="en-GB"/>
              <a:t>4. SadaPay onboards in 3 min vs banks 30-60 min — massive experience gap</a:t>
            </a:r>
            <a:endParaRPr/>
          </a:p>
          <a:p>
            <a:pPr marL="173038" lvl="0" indent="-173038" algn="l" rtl="0">
              <a:lnSpc>
                <a:spcPct val="95000"/>
              </a:lnSpc>
              <a:spcBef>
                <a:spcPts val="0"/>
              </a:spcBef>
              <a:spcAft>
                <a:spcPts val="0"/>
              </a:spcAft>
              <a:buClr>
                <a:schemeClr val="dk1"/>
              </a:buClr>
              <a:buSzPts val="1200"/>
              <a:buChar char="•"/>
            </a:pPr>
            <a:r>
              <a:rPr lang="en-GB"/>
              <a:t>5. 5 digital bank licenses (Hugo, KT, Mashreq Digital, Raqami, EasyPay) intensify competition</a:t>
            </a:r>
            <a:endParaRPr/>
          </a:p>
          <a:p>
            <a:pPr marL="173038" lvl="0" indent="-173038" algn="l" rtl="0">
              <a:lnSpc>
                <a:spcPct val="95000"/>
              </a:lnSpc>
              <a:spcBef>
                <a:spcPts val="0"/>
              </a:spcBef>
              <a:spcAft>
                <a:spcPts val="0"/>
              </a:spcAft>
              <a:buClr>
                <a:schemeClr val="dk1"/>
              </a:buClr>
              <a:buSzPts val="1200"/>
              <a:buChar char="•"/>
            </a:pPr>
            <a:endParaRPr/>
          </a:p>
          <a:p>
            <a:pPr marL="173038" lvl="0" indent="-173038" algn="l" rtl="0">
              <a:lnSpc>
                <a:spcPct val="95000"/>
              </a:lnSpc>
              <a:spcBef>
                <a:spcPts val="0"/>
              </a:spcBef>
              <a:spcAft>
                <a:spcPts val="0"/>
              </a:spcAft>
              <a:buClr>
                <a:schemeClr val="dk1"/>
              </a:buClr>
              <a:buSzPts val="1200"/>
              <a:buChar char="•"/>
            </a:pPr>
            <a:r>
              <a:rPr lang="en-GB"/>
              <a:t>FSDM Entities: PRSPCT, APLCTN, APLCTN_STS, ACQSTN_CHNL, ACQSTN_SRC, CNVRSN, ACQSTN_CST, PRTY_ONBRDNG</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2"/>
        <p:cNvGrpSpPr/>
        <p:nvPr/>
      </p:nvGrpSpPr>
      <p:grpSpPr>
        <a:xfrm>
          <a:off x="0" y="0"/>
          <a:ext cx="0" cy="0"/>
          <a:chOff x="0" y="0"/>
          <a:chExt cx="0" cy="0"/>
        </a:xfrm>
      </p:grpSpPr>
      <p:sp>
        <p:nvSpPr>
          <p:cNvPr id="1463" name="Google Shape;1463;p67:notes"/>
          <p:cNvSpPr txBox="1">
            <a:spLocks noGrp="1"/>
          </p:cNvSpPr>
          <p:nvPr>
            <p:ph type="sldNum" idx="12"/>
          </p:nvPr>
        </p:nvSpPr>
        <p:spPr>
          <a:xfrm>
            <a:off x="3885012" y="9446102"/>
            <a:ext cx="2971800" cy="497284"/>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GB" sz="1800">
                <a:solidFill>
                  <a:srgbClr val="000000"/>
                </a:solidFill>
                <a:latin typeface="Calibri"/>
                <a:ea typeface="Calibri"/>
                <a:cs typeface="Calibri"/>
                <a:sym typeface="Calibri"/>
              </a:rPr>
              <a:t>4</a:t>
            </a:fld>
            <a:endParaRPr sz="1800">
              <a:solidFill>
                <a:srgbClr val="000000"/>
              </a:solidFill>
              <a:latin typeface="Calibri"/>
              <a:ea typeface="Calibri"/>
              <a:cs typeface="Calibri"/>
              <a:sym typeface="Calibri"/>
            </a:endParaRPr>
          </a:p>
        </p:txBody>
      </p:sp>
      <p:sp>
        <p:nvSpPr>
          <p:cNvPr id="1464" name="Google Shape;1464;p67:notes"/>
          <p:cNvSpPr>
            <a:spLocks noGrp="1" noRot="1" noChangeAspect="1"/>
          </p:cNvSpPr>
          <p:nvPr>
            <p:ph type="sldImg" idx="2"/>
          </p:nvPr>
        </p:nvSpPr>
        <p:spPr>
          <a:xfrm>
            <a:off x="114300" y="746125"/>
            <a:ext cx="6629400" cy="372903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65" name="Google Shape;1465;p67:notes"/>
          <p:cNvSpPr txBox="1">
            <a:spLocks noGrp="1"/>
          </p:cNvSpPr>
          <p:nvPr>
            <p:ph type="body" idx="1"/>
          </p:nvPr>
        </p:nvSpPr>
        <p:spPr>
          <a:xfrm>
            <a:off x="685800" y="4724202"/>
            <a:ext cx="5486400" cy="4475560"/>
          </a:xfrm>
          <a:prstGeom prst="rect">
            <a:avLst/>
          </a:prstGeom>
          <a:noFill/>
          <a:ln>
            <a:noFill/>
          </a:ln>
        </p:spPr>
        <p:txBody>
          <a:bodyPr spcFirstLastPara="1" wrap="square" lIns="91425" tIns="45700" rIns="91425" bIns="45700" anchor="t" anchorCtr="0">
            <a:noAutofit/>
          </a:bodyPr>
          <a:lstStyle/>
          <a:p>
            <a:pPr marL="173038" lvl="0" indent="-96838" algn="l" rtl="0">
              <a:lnSpc>
                <a:spcPct val="95000"/>
              </a:lnSpc>
              <a:spcBef>
                <a:spcPts val="0"/>
              </a:spcBef>
              <a:spcAft>
                <a:spcPts val="0"/>
              </a:spcAft>
              <a:buClr>
                <a:schemeClr val="dk1"/>
              </a:buClr>
              <a:buSzPts val="1200"/>
              <a:buNone/>
            </a:pPr>
            <a:r>
              <a:t>CUSTOMER ACQUISITION MATURITY - Speaker Notes</a:t>
            </a:r>
          </a:p>
          <a:p>
            <a:pPr marL="173038" lvl="0" indent="-96838" algn="l" rtl="0">
              <a:lnSpc>
                <a:spcPct val="95000"/>
              </a:lnSpc>
              <a:spcBef>
                <a:spcPts val="0"/>
              </a:spcBef>
              <a:spcAft>
                <a:spcPts val="0"/>
              </a:spcAft>
              <a:buClr>
                <a:schemeClr val="dk1"/>
              </a:buClr>
              <a:buSzPts val="1200"/>
              <a:buNone/>
            </a:pPr>
            <a:r>
              <a:t>Current State: Developing — Summary acquisition data loaded weekly for some processes.</a:t>
            </a:r>
          </a:p>
          <a:p>
            <a:pPr marL="173038" lvl="0" indent="-96838" algn="l" rtl="0">
              <a:lnSpc>
                <a:spcPct val="95000"/>
              </a:lnSpc>
              <a:spcBef>
                <a:spcPts val="0"/>
              </a:spcBef>
              <a:spcAft>
                <a:spcPts val="0"/>
              </a:spcAft>
              <a:buClr>
                <a:schemeClr val="dk1"/>
              </a:buClr>
              <a:buSzPts val="1200"/>
              <a:buNone/>
            </a:pPr>
            <a:r>
              <a:t>Desired State: Innovating — Detailed acquisition data with channel/progress/rejection analytics.</a:t>
            </a:r>
          </a:p>
          <a:p>
            <a:pPr marL="173038" lvl="0" indent="-96838" algn="l" rtl="0">
              <a:lnSpc>
                <a:spcPct val="95000"/>
              </a:lnSpc>
              <a:spcBef>
                <a:spcPts val="0"/>
              </a:spcBef>
              <a:spcAft>
                <a:spcPts val="0"/>
              </a:spcAft>
              <a:buClr>
                <a:schemeClr val="dk1"/>
              </a:buClr>
              <a:buSzPts val="1200"/>
              <a:buNone/>
            </a:pPr>
            <a:endParaRPr/>
          </a:p>
          <a:p>
            <a:pPr marL="173038" lvl="0" indent="-96838" algn="l" rtl="0">
              <a:lnSpc>
                <a:spcPct val="95000"/>
              </a:lnSpc>
              <a:spcBef>
                <a:spcPts val="0"/>
              </a:spcBef>
              <a:spcAft>
                <a:spcPts val="0"/>
              </a:spcAft>
              <a:buClr>
                <a:schemeClr val="dk1"/>
              </a:buClr>
              <a:buSzPts val="1200"/>
              <a:buNone/>
            </a:pPr>
            <a:r>
              <a:t>Pakistan Reality:</a:t>
            </a:r>
          </a:p>
          <a:p>
            <a:pPr marL="173038" lvl="0" indent="-96838" algn="l" rtl="0">
              <a:lnSpc>
                <a:spcPct val="95000"/>
              </a:lnSpc>
              <a:spcBef>
                <a:spcPts val="0"/>
              </a:spcBef>
              <a:spcAft>
                <a:spcPts val="0"/>
              </a:spcAft>
              <a:buClr>
                <a:schemeClr val="dk1"/>
              </a:buClr>
              <a:buSzPts val="1200"/>
              <a:buNone/>
            </a:pPr>
            <a:r>
              <a:t>- Digital onboarding &lt;15% vs. 65%+ globally</a:t>
            </a:r>
          </a:p>
          <a:p>
            <a:pPr marL="173038" lvl="0" indent="-96838" algn="l" rtl="0">
              <a:lnSpc>
                <a:spcPct val="95000"/>
              </a:lnSpc>
              <a:spcBef>
                <a:spcPts val="0"/>
              </a:spcBef>
              <a:spcAft>
                <a:spcPts val="0"/>
              </a:spcAft>
              <a:buClr>
                <a:schemeClr val="dk1"/>
              </a:buClr>
              <a:buSzPts val="1200"/>
              <a:buNone/>
            </a:pPr>
            <a:r>
              <a:t>- Branch acquisition cost PKR 3K-5K vs. digital PKR 500-1K</a:t>
            </a:r>
          </a:p>
          <a:p>
            <a:pPr marL="173038" lvl="0" indent="-96838" algn="l" rtl="0">
              <a:lnSpc>
                <a:spcPct val="95000"/>
              </a:lnSpc>
              <a:spcBef>
                <a:spcPts val="0"/>
              </a:spcBef>
              <a:spcAft>
                <a:spcPts val="0"/>
              </a:spcAft>
              <a:buClr>
                <a:schemeClr val="dk1"/>
              </a:buClr>
              <a:buSzPts val="1200"/>
              <a:buNone/>
            </a:pPr>
            <a:r>
              <a:t>- NADRA e-KYC API available but not widely integrated</a:t>
            </a:r>
          </a:p>
          <a:p>
            <a:pPr marL="173038" lvl="0" indent="-96838" algn="l" rtl="0">
              <a:lnSpc>
                <a:spcPct val="95000"/>
              </a:lnSpc>
              <a:spcBef>
                <a:spcPts val="0"/>
              </a:spcBef>
              <a:spcAft>
                <a:spcPts val="0"/>
              </a:spcAft>
              <a:buClr>
                <a:schemeClr val="dk1"/>
              </a:buClr>
              <a:buSzPts val="1200"/>
              <a:buNone/>
            </a:pPr>
            <a:r>
              <a:t>- Key priority: NADRA e-KYC integration, agent acquisition analytics, cost-per-channel tracking</a:t>
            </a:r>
          </a:p>
          <a:p>
            <a:pPr marL="173038" lvl="0" indent="-96838" algn="l" rtl="0">
              <a:lnSpc>
                <a:spcPct val="95000"/>
              </a:lnSpc>
              <a:spcBef>
                <a:spcPts val="0"/>
              </a:spcBef>
              <a:spcAft>
                <a:spcPts val="0"/>
              </a:spcAft>
              <a:buClr>
                <a:schemeClr val="dk1"/>
              </a:buClr>
              <a:buSzPts val="1200"/>
              <a:buNone/>
            </a:pPr>
            <a:endParaRPr/>
          </a:p>
          <a:p>
            <a:pPr marL="173038" lvl="0" indent="-96838" algn="l" rtl="0">
              <a:lnSpc>
                <a:spcPct val="95000"/>
              </a:lnSpc>
              <a:spcBef>
                <a:spcPts val="0"/>
              </a:spcBef>
              <a:spcAft>
                <a:spcPts val="0"/>
              </a:spcAft>
              <a:buClr>
                <a:schemeClr val="dk1"/>
              </a:buClr>
              <a:buSzPts val="1200"/>
              <a:buNone/>
            </a:pPr>
            <a:r>
              <a:t>FSDM: PRSPCT, APLCTN, APLCTN_STS, ACQSTN_CHNL, ACQSTN_SRC</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6"/>
        <p:cNvGrpSpPr/>
        <p:nvPr/>
      </p:nvGrpSpPr>
      <p:grpSpPr>
        <a:xfrm>
          <a:off x="0" y="0"/>
          <a:ext cx="0" cy="0"/>
          <a:chOff x="0" y="0"/>
          <a:chExt cx="0" cy="0"/>
        </a:xfrm>
      </p:grpSpPr>
      <p:sp>
        <p:nvSpPr>
          <p:cNvPr id="1477" name="Google Shape;1477;p68:notes"/>
          <p:cNvSpPr txBox="1">
            <a:spLocks noGrp="1"/>
          </p:cNvSpPr>
          <p:nvPr>
            <p:ph type="sldNum" idx="12"/>
          </p:nvPr>
        </p:nvSpPr>
        <p:spPr>
          <a:xfrm>
            <a:off x="3885012" y="9446102"/>
            <a:ext cx="2971800" cy="497284"/>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GB" sz="1800">
                <a:solidFill>
                  <a:srgbClr val="000000"/>
                </a:solidFill>
                <a:latin typeface="Calibri"/>
                <a:ea typeface="Calibri"/>
                <a:cs typeface="Calibri"/>
                <a:sym typeface="Calibri"/>
              </a:rPr>
              <a:t>5</a:t>
            </a:fld>
            <a:endParaRPr sz="1800">
              <a:solidFill>
                <a:srgbClr val="000000"/>
              </a:solidFill>
              <a:latin typeface="Calibri"/>
              <a:ea typeface="Calibri"/>
              <a:cs typeface="Calibri"/>
              <a:sym typeface="Calibri"/>
            </a:endParaRPr>
          </a:p>
        </p:txBody>
      </p:sp>
      <p:sp>
        <p:nvSpPr>
          <p:cNvPr id="1478" name="Google Shape;1478;p68:notes"/>
          <p:cNvSpPr>
            <a:spLocks noGrp="1" noRot="1" noChangeAspect="1"/>
          </p:cNvSpPr>
          <p:nvPr>
            <p:ph type="sldImg" idx="2"/>
          </p:nvPr>
        </p:nvSpPr>
        <p:spPr>
          <a:xfrm>
            <a:off x="114300" y="746125"/>
            <a:ext cx="6629400" cy="372903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79" name="Google Shape;1479;p68:notes"/>
          <p:cNvSpPr txBox="1">
            <a:spLocks noGrp="1"/>
          </p:cNvSpPr>
          <p:nvPr>
            <p:ph type="body" idx="1"/>
          </p:nvPr>
        </p:nvSpPr>
        <p:spPr>
          <a:xfrm>
            <a:off x="685800" y="4724202"/>
            <a:ext cx="5486400" cy="4475560"/>
          </a:xfrm>
          <a:prstGeom prst="rect">
            <a:avLst/>
          </a:prstGeom>
          <a:noFill/>
          <a:ln>
            <a:noFill/>
          </a:ln>
        </p:spPr>
        <p:txBody>
          <a:bodyPr spcFirstLastPara="1" wrap="square" lIns="91425" tIns="45700" rIns="91425" bIns="45700" anchor="t" anchorCtr="0">
            <a:noAutofit/>
          </a:bodyPr>
          <a:lstStyle/>
          <a:p>
            <a:pPr marL="173038" lvl="0" indent="-173038" algn="l" rtl="0">
              <a:lnSpc>
                <a:spcPct val="95000"/>
              </a:lnSpc>
              <a:spcBef>
                <a:spcPts val="0"/>
              </a:spcBef>
              <a:spcAft>
                <a:spcPts val="0"/>
              </a:spcAft>
              <a:buClr>
                <a:schemeClr val="dk1"/>
              </a:buClr>
              <a:buSzPts val="1200"/>
              <a:buChar char="•"/>
            </a:pPr>
            <a:r>
              <a:rPr lang="en-GB" dirty="0"/>
              <a:t>CUSTOMER ON-BOARDING - Speaker Notes</a:t>
            </a:r>
            <a:endParaRPr dirty="0"/>
          </a:p>
          <a:p>
            <a:pPr marL="173038" lvl="0" indent="-173038" algn="l" rtl="0">
              <a:lnSpc>
                <a:spcPct val="95000"/>
              </a:lnSpc>
              <a:spcBef>
                <a:spcPts val="0"/>
              </a:spcBef>
              <a:spcAft>
                <a:spcPts val="0"/>
              </a:spcAft>
              <a:buClr>
                <a:schemeClr val="dk1"/>
              </a:buClr>
              <a:buSzPts val="1200"/>
              <a:buChar char="•"/>
            </a:pPr>
            <a:r>
              <a:rPr lang="en-GB" dirty="0"/>
              <a:t>PAKISTAN ONBOARDING REALITY:</a:t>
            </a:r>
            <a:endParaRPr dirty="0"/>
          </a:p>
          <a:p>
            <a:pPr marL="173038" lvl="0" indent="-173038" algn="l" rtl="0">
              <a:lnSpc>
                <a:spcPct val="95000"/>
              </a:lnSpc>
              <a:spcBef>
                <a:spcPts val="0"/>
              </a:spcBef>
              <a:spcAft>
                <a:spcPts val="0"/>
              </a:spcAft>
              <a:buClr>
                <a:schemeClr val="dk1"/>
              </a:buClr>
              <a:buSzPts val="1200"/>
              <a:buChar char="•"/>
            </a:pPr>
            <a:r>
              <a:rPr lang="en-GB" dirty="0"/>
              <a:t>- 40% of new accounts never have a 2nd transaction</a:t>
            </a:r>
            <a:endParaRPr dirty="0"/>
          </a:p>
          <a:p>
            <a:pPr marL="173038" lvl="0" indent="-173038" algn="l" rtl="0">
              <a:lnSpc>
                <a:spcPct val="95000"/>
              </a:lnSpc>
              <a:spcBef>
                <a:spcPts val="0"/>
              </a:spcBef>
              <a:spcAft>
                <a:spcPts val="0"/>
              </a:spcAft>
              <a:buClr>
                <a:schemeClr val="dk1"/>
              </a:buClr>
              <a:buSzPts val="1200"/>
              <a:buChar char="•"/>
            </a:pPr>
            <a:r>
              <a:rPr lang="en-GB" dirty="0"/>
              <a:t>- 50%+ debit cards never activated at POS</a:t>
            </a:r>
            <a:endParaRPr dirty="0"/>
          </a:p>
          <a:p>
            <a:pPr marL="173038" lvl="0" indent="-173038" algn="l" rtl="0">
              <a:lnSpc>
                <a:spcPct val="95000"/>
              </a:lnSpc>
              <a:spcBef>
                <a:spcPts val="0"/>
              </a:spcBef>
              <a:spcAft>
                <a:spcPts val="0"/>
              </a:spcAft>
              <a:buClr>
                <a:schemeClr val="dk1"/>
              </a:buClr>
              <a:buSzPts val="1200"/>
              <a:buChar char="•"/>
            </a:pPr>
            <a:r>
              <a:rPr lang="en-GB" dirty="0"/>
              <a:t>- Only 30% download mobile app in month 1</a:t>
            </a:r>
            <a:endParaRPr dirty="0"/>
          </a:p>
          <a:p>
            <a:pPr marL="173038" lvl="0" indent="-173038" algn="l" rtl="0">
              <a:lnSpc>
                <a:spcPct val="95000"/>
              </a:lnSpc>
              <a:spcBef>
                <a:spcPts val="0"/>
              </a:spcBef>
              <a:spcAft>
                <a:spcPts val="0"/>
              </a:spcAft>
              <a:buClr>
                <a:schemeClr val="dk1"/>
              </a:buClr>
              <a:buSzPts val="1200"/>
              <a:buChar char="•"/>
            </a:pPr>
            <a:r>
              <a:rPr lang="en-GB" dirty="0"/>
              <a:t>- First 90 days are critical — 30% churn in year 1</a:t>
            </a:r>
            <a:endParaRPr dirty="0"/>
          </a:p>
          <a:p>
            <a:pPr marL="173038" lvl="0" indent="-173038" algn="l" rtl="0">
              <a:lnSpc>
                <a:spcPct val="95000"/>
              </a:lnSpc>
              <a:spcBef>
                <a:spcPts val="0"/>
              </a:spcBef>
              <a:spcAft>
                <a:spcPts val="0"/>
              </a:spcAft>
              <a:buClr>
                <a:schemeClr val="dk1"/>
              </a:buClr>
              <a:buSzPts val="1200"/>
              <a:buChar char="•"/>
            </a:pPr>
            <a:endParaRPr dirty="0"/>
          </a:p>
          <a:p>
            <a:pPr marL="173038" lvl="0" indent="-173038" algn="l" rtl="0">
              <a:lnSpc>
                <a:spcPct val="95000"/>
              </a:lnSpc>
              <a:spcBef>
                <a:spcPts val="0"/>
              </a:spcBef>
              <a:spcAft>
                <a:spcPts val="0"/>
              </a:spcAft>
              <a:buClr>
                <a:schemeClr val="dk1"/>
              </a:buClr>
              <a:buSzPts val="1200"/>
              <a:buChar char="•"/>
            </a:pPr>
            <a:r>
              <a:rPr lang="en-GB" dirty="0"/>
              <a:t>Recommended Pakistan Journey:</a:t>
            </a:r>
            <a:endParaRPr dirty="0"/>
          </a:p>
          <a:p>
            <a:pPr marL="173038" lvl="0" indent="-173038" algn="l" rtl="0">
              <a:lnSpc>
                <a:spcPct val="95000"/>
              </a:lnSpc>
              <a:spcBef>
                <a:spcPts val="0"/>
              </a:spcBef>
              <a:spcAft>
                <a:spcPts val="0"/>
              </a:spcAft>
              <a:buClr>
                <a:schemeClr val="dk1"/>
              </a:buClr>
              <a:buSzPts val="1200"/>
              <a:buChar char="•"/>
            </a:pPr>
            <a:r>
              <a:rPr lang="en-GB" dirty="0"/>
              <a:t>Day 0: CNIC verification + account + instant debit card</a:t>
            </a:r>
            <a:endParaRPr dirty="0"/>
          </a:p>
          <a:p>
            <a:pPr marL="173038" lvl="0" indent="-173038" algn="l" rtl="0">
              <a:lnSpc>
                <a:spcPct val="95000"/>
              </a:lnSpc>
              <a:spcBef>
                <a:spcPts val="0"/>
              </a:spcBef>
              <a:spcAft>
                <a:spcPts val="0"/>
              </a:spcAft>
              <a:buClr>
                <a:schemeClr val="dk1"/>
              </a:buClr>
              <a:buSzPts val="1200"/>
              <a:buChar char="•"/>
            </a:pPr>
            <a:r>
              <a:rPr lang="en-GB" dirty="0"/>
              <a:t>Day 1: Welcome SMS + mobile app activation link</a:t>
            </a:r>
            <a:endParaRPr dirty="0"/>
          </a:p>
          <a:p>
            <a:pPr marL="173038" lvl="0" indent="-173038" algn="l" rtl="0">
              <a:lnSpc>
                <a:spcPct val="95000"/>
              </a:lnSpc>
              <a:spcBef>
                <a:spcPts val="0"/>
              </a:spcBef>
              <a:spcAft>
                <a:spcPts val="0"/>
              </a:spcAft>
              <a:buClr>
                <a:schemeClr val="dk1"/>
              </a:buClr>
              <a:buSzPts val="1200"/>
              <a:buChar char="•"/>
            </a:pPr>
            <a:r>
              <a:rPr lang="en-GB" dirty="0"/>
              <a:t>Day 3: First RAAST tutorial + PKR 100 cashback incentive</a:t>
            </a:r>
            <a:endParaRPr dirty="0"/>
          </a:p>
          <a:p>
            <a:pPr marL="173038" lvl="0" indent="-173038" algn="l" rtl="0">
              <a:lnSpc>
                <a:spcPct val="95000"/>
              </a:lnSpc>
              <a:spcBef>
                <a:spcPts val="0"/>
              </a:spcBef>
              <a:spcAft>
                <a:spcPts val="0"/>
              </a:spcAft>
              <a:buClr>
                <a:schemeClr val="dk1"/>
              </a:buClr>
              <a:buSzPts val="1200"/>
              <a:buChar char="•"/>
            </a:pPr>
            <a:r>
              <a:rPr lang="en-GB" dirty="0"/>
              <a:t>Day 7: Debit card POS activation reminder</a:t>
            </a:r>
            <a:endParaRPr dirty="0"/>
          </a:p>
          <a:p>
            <a:pPr marL="173038" lvl="0" indent="-173038" algn="l" rtl="0">
              <a:lnSpc>
                <a:spcPct val="95000"/>
              </a:lnSpc>
              <a:spcBef>
                <a:spcPts val="0"/>
              </a:spcBef>
              <a:spcAft>
                <a:spcPts val="0"/>
              </a:spcAft>
              <a:buClr>
                <a:schemeClr val="dk1"/>
              </a:buClr>
              <a:buSzPts val="1200"/>
              <a:buChar char="•"/>
            </a:pPr>
            <a:r>
              <a:rPr lang="en-GB" dirty="0"/>
              <a:t>Day 14: Bill payment auto-debit setup prompt</a:t>
            </a:r>
            <a:endParaRPr dirty="0"/>
          </a:p>
          <a:p>
            <a:pPr marL="173038" lvl="0" indent="-173038" algn="l" rtl="0">
              <a:lnSpc>
                <a:spcPct val="95000"/>
              </a:lnSpc>
              <a:spcBef>
                <a:spcPts val="0"/>
              </a:spcBef>
              <a:spcAft>
                <a:spcPts val="0"/>
              </a:spcAft>
              <a:buClr>
                <a:schemeClr val="dk1"/>
              </a:buClr>
              <a:buSzPts val="1200"/>
              <a:buChar char="•"/>
            </a:pPr>
            <a:r>
              <a:rPr lang="en-GB" dirty="0"/>
              <a:t>Day 30: Cross-sell assessment (salary? card? savings?)</a:t>
            </a:r>
            <a:endParaRPr dirty="0"/>
          </a:p>
          <a:p>
            <a:pPr marL="173038" lvl="0" indent="-173038" algn="l" rtl="0">
              <a:lnSpc>
                <a:spcPct val="95000"/>
              </a:lnSpc>
              <a:spcBef>
                <a:spcPts val="0"/>
              </a:spcBef>
              <a:spcAft>
                <a:spcPts val="0"/>
              </a:spcAft>
              <a:buClr>
                <a:schemeClr val="dk1"/>
              </a:buClr>
              <a:buSzPts val="1200"/>
              <a:buChar char="•"/>
            </a:pPr>
            <a:r>
              <a:rPr lang="en-GB" dirty="0"/>
              <a:t>Day 60: Profitability assessment + segment assignment</a:t>
            </a:r>
            <a:endParaRPr dirty="0"/>
          </a:p>
          <a:p>
            <a:pPr marL="173038" lvl="0" indent="-173038" algn="l" rtl="0">
              <a:lnSpc>
                <a:spcPct val="95000"/>
              </a:lnSpc>
              <a:spcBef>
                <a:spcPts val="0"/>
              </a:spcBef>
              <a:spcAft>
                <a:spcPts val="0"/>
              </a:spcAft>
              <a:buClr>
                <a:schemeClr val="dk1"/>
              </a:buClr>
              <a:buSzPts val="1200"/>
              <a:buChar char="•"/>
            </a:pPr>
            <a:r>
              <a:rPr lang="en-GB" dirty="0"/>
              <a:t>Day 90: Relationship review + loyalty </a:t>
            </a:r>
            <a:r>
              <a:rPr lang="en-GB" dirty="0" err="1"/>
              <a:t>enrollment</a:t>
            </a:r>
            <a:endParaRPr dirty="0"/>
          </a:p>
          <a:p>
            <a:pPr marL="173038" lvl="0" indent="-173038" algn="l" rtl="0">
              <a:lnSpc>
                <a:spcPct val="95000"/>
              </a:lnSpc>
              <a:spcBef>
                <a:spcPts val="0"/>
              </a:spcBef>
              <a:spcAft>
                <a:spcPts val="0"/>
              </a:spcAft>
              <a:buClr>
                <a:schemeClr val="dk1"/>
              </a:buClr>
              <a:buSzPts val="1200"/>
              <a:buChar char="•"/>
            </a:pPr>
            <a:endParaRPr dirty="0"/>
          </a:p>
          <a:p>
            <a:pPr marL="173038" lvl="0" indent="-173038" algn="l" rtl="0">
              <a:lnSpc>
                <a:spcPct val="95000"/>
              </a:lnSpc>
              <a:spcBef>
                <a:spcPts val="0"/>
              </a:spcBef>
              <a:spcAft>
                <a:spcPts val="0"/>
              </a:spcAft>
              <a:buClr>
                <a:schemeClr val="dk1"/>
              </a:buClr>
              <a:buSzPts val="1200"/>
              <a:buChar char="•"/>
            </a:pPr>
            <a:r>
              <a:rPr lang="en-GB" dirty="0"/>
              <a:t>Target: 90-day activation from 60% to 85%; 70%+ mobile activation in month 1; 1-year churn from 30% to 15%</a:t>
            </a:r>
            <a:endParaRPr dirty="0"/>
          </a:p>
          <a:p>
            <a:pPr marL="173038" lvl="0" indent="-173038" algn="l" rtl="0">
              <a:lnSpc>
                <a:spcPct val="95000"/>
              </a:lnSpc>
              <a:spcBef>
                <a:spcPts val="0"/>
              </a:spcBef>
              <a:spcAft>
                <a:spcPts val="0"/>
              </a:spcAft>
              <a:buClr>
                <a:schemeClr val="dk1"/>
              </a:buClr>
              <a:buSzPts val="1200"/>
              <a:buChar char="•"/>
            </a:pPr>
            <a:endParaRPr dirty="0"/>
          </a:p>
          <a:p>
            <a:pPr marL="173038" lvl="0" indent="-173038" algn="l" rtl="0">
              <a:lnSpc>
                <a:spcPct val="95000"/>
              </a:lnSpc>
              <a:spcBef>
                <a:spcPts val="0"/>
              </a:spcBef>
              <a:spcAft>
                <a:spcPts val="0"/>
              </a:spcAft>
              <a:buClr>
                <a:schemeClr val="dk1"/>
              </a:buClr>
              <a:buSzPts val="1200"/>
              <a:buChar char="•"/>
            </a:pPr>
            <a:r>
              <a:rPr lang="en-GB" dirty="0"/>
              <a:t>FSDM: ONBRDNG, ONBRDNG_STP, ONBRDNG_STS, ACTVTN, FRST_TXN, PRTY_EVNT, MLSTN</a:t>
            </a:r>
            <a:endParaRPr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6"/>
        <p:cNvGrpSpPr/>
        <p:nvPr/>
      </p:nvGrpSpPr>
      <p:grpSpPr>
        <a:xfrm>
          <a:off x="0" y="0"/>
          <a:ext cx="0" cy="0"/>
          <a:chOff x="0" y="0"/>
          <a:chExt cx="0" cy="0"/>
        </a:xfrm>
      </p:grpSpPr>
      <p:sp>
        <p:nvSpPr>
          <p:cNvPr id="1507" name="Google Shape;1507;p69:notes"/>
          <p:cNvSpPr txBox="1">
            <a:spLocks noGrp="1"/>
          </p:cNvSpPr>
          <p:nvPr>
            <p:ph type="sldNum" idx="12"/>
          </p:nvPr>
        </p:nvSpPr>
        <p:spPr>
          <a:xfrm>
            <a:off x="3885012" y="9446102"/>
            <a:ext cx="2971800" cy="497284"/>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GB" sz="1800">
                <a:solidFill>
                  <a:srgbClr val="000000"/>
                </a:solidFill>
                <a:latin typeface="Calibri"/>
                <a:ea typeface="Calibri"/>
                <a:cs typeface="Calibri"/>
                <a:sym typeface="Calibri"/>
              </a:rPr>
              <a:t>6</a:t>
            </a:fld>
            <a:endParaRPr sz="1800">
              <a:solidFill>
                <a:srgbClr val="000000"/>
              </a:solidFill>
              <a:latin typeface="Calibri"/>
              <a:ea typeface="Calibri"/>
              <a:cs typeface="Calibri"/>
              <a:sym typeface="Calibri"/>
            </a:endParaRPr>
          </a:p>
        </p:txBody>
      </p:sp>
      <p:sp>
        <p:nvSpPr>
          <p:cNvPr id="1508" name="Google Shape;1508;p69:notes"/>
          <p:cNvSpPr>
            <a:spLocks noGrp="1" noRot="1" noChangeAspect="1"/>
          </p:cNvSpPr>
          <p:nvPr>
            <p:ph type="sldImg" idx="2"/>
          </p:nvPr>
        </p:nvSpPr>
        <p:spPr>
          <a:xfrm>
            <a:off x="114300" y="746125"/>
            <a:ext cx="6629400" cy="372903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509" name="Google Shape;1509;p69:notes"/>
          <p:cNvSpPr txBox="1">
            <a:spLocks noGrp="1"/>
          </p:cNvSpPr>
          <p:nvPr>
            <p:ph type="body" idx="1"/>
          </p:nvPr>
        </p:nvSpPr>
        <p:spPr>
          <a:xfrm>
            <a:off x="685800" y="4724202"/>
            <a:ext cx="5486400" cy="4475560"/>
          </a:xfrm>
          <a:prstGeom prst="rect">
            <a:avLst/>
          </a:prstGeom>
          <a:noFill/>
          <a:ln>
            <a:noFill/>
          </a:ln>
        </p:spPr>
        <p:txBody>
          <a:bodyPr spcFirstLastPara="1" wrap="square" lIns="91425" tIns="45700" rIns="91425" bIns="45700" anchor="t" anchorCtr="0">
            <a:noAutofit/>
          </a:bodyPr>
          <a:lstStyle/>
          <a:p>
            <a:pPr marL="173038" lvl="0" indent="-96838" algn="l" rtl="0">
              <a:lnSpc>
                <a:spcPct val="95000"/>
              </a:lnSpc>
              <a:spcBef>
                <a:spcPts val="0"/>
              </a:spcBef>
              <a:spcAft>
                <a:spcPts val="0"/>
              </a:spcAft>
              <a:buClr>
                <a:schemeClr val="dk1"/>
              </a:buClr>
              <a:buSzPts val="1200"/>
              <a:buNone/>
            </a:pPr>
            <a:r>
              <a:t>CUSTOMER ON-BOARDING MATURITY - Speaker Notes</a:t>
            </a:r>
          </a:p>
          <a:p>
            <a:pPr marL="173038" lvl="0" indent="-96838" algn="l" rtl="0">
              <a:lnSpc>
                <a:spcPct val="95000"/>
              </a:lnSpc>
              <a:spcBef>
                <a:spcPts val="0"/>
              </a:spcBef>
              <a:spcAft>
                <a:spcPts val="0"/>
              </a:spcAft>
              <a:buClr>
                <a:schemeClr val="dk1"/>
              </a:buClr>
              <a:buSzPts val="1200"/>
              <a:buNone/>
            </a:pPr>
            <a:r>
              <a:t>Pakistan banks at Developing level. Need to move to Innovating:</a:t>
            </a:r>
          </a:p>
          <a:p>
            <a:pPr marL="173038" lvl="0" indent="-96838" algn="l" rtl="0">
              <a:lnSpc>
                <a:spcPct val="95000"/>
              </a:lnSpc>
              <a:spcBef>
                <a:spcPts val="0"/>
              </a:spcBef>
              <a:spcAft>
                <a:spcPts val="0"/>
              </a:spcAft>
              <a:buClr>
                <a:schemeClr val="dk1"/>
              </a:buClr>
              <a:buSzPts val="1200"/>
              <a:buNone/>
            </a:pPr>
            <a:r>
              <a:t>- Real-time milestone tracking for all onboarding events</a:t>
            </a:r>
          </a:p>
          <a:p>
            <a:pPr marL="173038" lvl="0" indent="-96838" algn="l" rtl="0">
              <a:lnSpc>
                <a:spcPct val="95000"/>
              </a:lnSpc>
              <a:spcBef>
                <a:spcPts val="0"/>
              </a:spcBef>
              <a:spcAft>
                <a:spcPts val="0"/>
              </a:spcAft>
              <a:buClr>
                <a:schemeClr val="dk1"/>
              </a:buClr>
              <a:buSzPts val="1200"/>
              <a:buNone/>
            </a:pPr>
            <a:r>
              <a:t>- Digital first: CNIC e-KYC, instant debit, same-day mobile activation</a:t>
            </a:r>
          </a:p>
          <a:p>
            <a:pPr marL="173038" lvl="0" indent="-96838" algn="l" rtl="0">
              <a:lnSpc>
                <a:spcPct val="95000"/>
              </a:lnSpc>
              <a:spcBef>
                <a:spcPts val="0"/>
              </a:spcBef>
              <a:spcAft>
                <a:spcPts val="0"/>
              </a:spcAft>
              <a:buClr>
                <a:schemeClr val="dk1"/>
              </a:buClr>
              <a:buSzPts val="1200"/>
              <a:buNone/>
            </a:pPr>
            <a:r>
              <a:t>- Product activation monitoring (debit POS, mobile app, first IBFT/RAAST)</a:t>
            </a:r>
          </a:p>
          <a:p>
            <a:pPr marL="173038" lvl="0" indent="-96838" algn="l" rtl="0">
              <a:lnSpc>
                <a:spcPct val="95000"/>
              </a:lnSpc>
              <a:spcBef>
                <a:spcPts val="0"/>
              </a:spcBef>
              <a:spcAft>
                <a:spcPts val="0"/>
              </a:spcAft>
              <a:buClr>
                <a:schemeClr val="dk1"/>
              </a:buClr>
              <a:buSzPts val="1200"/>
              <a:buNone/>
            </a:pPr>
            <a:endParaRPr/>
          </a:p>
          <a:p>
            <a:pPr marL="173038" lvl="0" indent="-96838" algn="l" rtl="0">
              <a:lnSpc>
                <a:spcPct val="95000"/>
              </a:lnSpc>
              <a:spcBef>
                <a:spcPts val="0"/>
              </a:spcBef>
              <a:spcAft>
                <a:spcPts val="0"/>
              </a:spcAft>
              <a:buClr>
                <a:schemeClr val="dk1"/>
              </a:buClr>
              <a:buSzPts val="1200"/>
              <a:buNone/>
            </a:pPr>
            <a:r>
              <a:t>FSDM: ONBRDNG, ONBRDNG_STP, ONBRDNG_STS, ACTVTN</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0"/>
        <p:cNvGrpSpPr/>
        <p:nvPr/>
      </p:nvGrpSpPr>
      <p:grpSpPr>
        <a:xfrm>
          <a:off x="0" y="0"/>
          <a:ext cx="0" cy="0"/>
          <a:chOff x="0" y="0"/>
          <a:chExt cx="0" cy="0"/>
        </a:xfrm>
      </p:grpSpPr>
      <p:sp>
        <p:nvSpPr>
          <p:cNvPr id="1521" name="Google Shape;1521;p70:notes"/>
          <p:cNvSpPr txBox="1">
            <a:spLocks noGrp="1"/>
          </p:cNvSpPr>
          <p:nvPr>
            <p:ph type="sldNum" idx="12"/>
          </p:nvPr>
        </p:nvSpPr>
        <p:spPr>
          <a:xfrm>
            <a:off x="3885012" y="9446102"/>
            <a:ext cx="2971800" cy="497284"/>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GB" sz="1800">
                <a:solidFill>
                  <a:srgbClr val="000000"/>
                </a:solidFill>
                <a:latin typeface="Calibri"/>
                <a:ea typeface="Calibri"/>
                <a:cs typeface="Calibri"/>
                <a:sym typeface="Calibri"/>
              </a:rPr>
              <a:t>7</a:t>
            </a:fld>
            <a:endParaRPr sz="1800">
              <a:solidFill>
                <a:srgbClr val="000000"/>
              </a:solidFill>
              <a:latin typeface="Calibri"/>
              <a:ea typeface="Calibri"/>
              <a:cs typeface="Calibri"/>
              <a:sym typeface="Calibri"/>
            </a:endParaRPr>
          </a:p>
        </p:txBody>
      </p:sp>
      <p:sp>
        <p:nvSpPr>
          <p:cNvPr id="1522" name="Google Shape;1522;p70:notes"/>
          <p:cNvSpPr>
            <a:spLocks noGrp="1" noRot="1" noChangeAspect="1"/>
          </p:cNvSpPr>
          <p:nvPr>
            <p:ph type="sldImg" idx="2"/>
          </p:nvPr>
        </p:nvSpPr>
        <p:spPr>
          <a:xfrm>
            <a:off x="114300" y="746125"/>
            <a:ext cx="6629400" cy="372903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523" name="Google Shape;1523;p70:notes"/>
          <p:cNvSpPr txBox="1">
            <a:spLocks noGrp="1"/>
          </p:cNvSpPr>
          <p:nvPr>
            <p:ph type="body" idx="1"/>
          </p:nvPr>
        </p:nvSpPr>
        <p:spPr>
          <a:xfrm>
            <a:off x="685800" y="4724202"/>
            <a:ext cx="5486400" cy="4475560"/>
          </a:xfrm>
          <a:prstGeom prst="rect">
            <a:avLst/>
          </a:prstGeom>
          <a:noFill/>
          <a:ln>
            <a:noFill/>
          </a:ln>
        </p:spPr>
        <p:txBody>
          <a:bodyPr spcFirstLastPara="1" wrap="square" lIns="91425" tIns="45700" rIns="91425" bIns="45700" anchor="t" anchorCtr="0">
            <a:noAutofit/>
          </a:bodyPr>
          <a:lstStyle/>
          <a:p>
            <a:pPr marL="173038" lvl="0" indent="-173038" algn="l" rtl="0">
              <a:lnSpc>
                <a:spcPct val="95000"/>
              </a:lnSpc>
              <a:spcBef>
                <a:spcPts val="0"/>
              </a:spcBef>
              <a:spcAft>
                <a:spcPts val="0"/>
              </a:spcAft>
              <a:buClr>
                <a:schemeClr val="dk1"/>
              </a:buClr>
              <a:buSzPts val="1200"/>
              <a:buChar char="•"/>
            </a:pPr>
            <a:r>
              <a:rPr lang="en-GB"/>
              <a:t>CUSTOMER RETENTION - Speaker Notes</a:t>
            </a:r>
            <a:endParaRPr/>
          </a:p>
          <a:p>
            <a:pPr marL="173038" lvl="0" indent="-173038" algn="l" rtl="0">
              <a:lnSpc>
                <a:spcPct val="95000"/>
              </a:lnSpc>
              <a:spcBef>
                <a:spcPts val="0"/>
              </a:spcBef>
              <a:spcAft>
                <a:spcPts val="0"/>
              </a:spcAft>
              <a:buClr>
                <a:schemeClr val="dk1"/>
              </a:buClr>
              <a:buSzPts val="1200"/>
              <a:buChar char="•"/>
            </a:pPr>
            <a:r>
              <a:rPr lang="en-GB"/>
              <a:t>PAKISTAN RETENTION CHALLENGES:</a:t>
            </a:r>
            <a:endParaRPr/>
          </a:p>
          <a:p>
            <a:pPr marL="173038" lvl="0" indent="-173038" algn="l" rtl="0">
              <a:lnSpc>
                <a:spcPct val="95000"/>
              </a:lnSpc>
              <a:spcBef>
                <a:spcPts val="0"/>
              </a:spcBef>
              <a:spcAft>
                <a:spcPts val="0"/>
              </a:spcAft>
              <a:buClr>
                <a:schemeClr val="dk1"/>
              </a:buClr>
              <a:buSzPts val="1200"/>
              <a:buChar char="•"/>
            </a:pPr>
            <a:r>
              <a:rPr lang="en-GB"/>
              <a:t>1. SALARY ACCOUNT WAR: Fintechs offer zero-fee IBFT/RAAST to lure salary credits away</a:t>
            </a:r>
            <a:endParaRPr/>
          </a:p>
          <a:p>
            <a:pPr marL="173038" lvl="0" indent="-173038" algn="l" rtl="0">
              <a:lnSpc>
                <a:spcPct val="95000"/>
              </a:lnSpc>
              <a:spcBef>
                <a:spcPts val="0"/>
              </a:spcBef>
              <a:spcAft>
                <a:spcPts val="0"/>
              </a:spcAft>
              <a:buClr>
                <a:schemeClr val="dk1"/>
              </a:buClr>
              <a:buSzPts val="1200"/>
              <a:buChar char="•"/>
            </a:pPr>
            <a:r>
              <a:rPr lang="en-GB"/>
              <a:t>2. NSS COMPETITION: High SBP policy rate drives deposits to tax-free government schemes</a:t>
            </a:r>
            <a:endParaRPr/>
          </a:p>
          <a:p>
            <a:pPr marL="173038" lvl="0" indent="-173038" algn="l" rtl="0">
              <a:lnSpc>
                <a:spcPct val="95000"/>
              </a:lnSpc>
              <a:spcBef>
                <a:spcPts val="0"/>
              </a:spcBef>
              <a:spcAft>
                <a:spcPts val="0"/>
              </a:spcAft>
              <a:buClr>
                <a:schemeClr val="dk1"/>
              </a:buClr>
              <a:buSzPts val="1200"/>
              <a:buChar char="•"/>
            </a:pPr>
            <a:r>
              <a:rPr lang="en-GB"/>
              <a:t>3. MULTI-BANKING: 1.5 bank relationships avg — easy to shift primary banking relationship</a:t>
            </a:r>
            <a:endParaRPr/>
          </a:p>
          <a:p>
            <a:pPr marL="173038" lvl="0" indent="-173038" algn="l" rtl="0">
              <a:lnSpc>
                <a:spcPct val="95000"/>
              </a:lnSpc>
              <a:spcBef>
                <a:spcPts val="0"/>
              </a:spcBef>
              <a:spcAft>
                <a:spcPts val="0"/>
              </a:spcAft>
              <a:buClr>
                <a:schemeClr val="dk1"/>
              </a:buClr>
              <a:buSzPts val="1200"/>
              <a:buChar char="•"/>
            </a:pPr>
            <a:r>
              <a:rPr lang="en-GB"/>
              <a:t>4. DORMANCY SPIRAL: Reduced activity triggers SBP dormancy rules, customer opens elsewhere</a:t>
            </a:r>
            <a:endParaRPr/>
          </a:p>
          <a:p>
            <a:pPr marL="173038" lvl="0" indent="-173038" algn="l" rtl="0">
              <a:lnSpc>
                <a:spcPct val="95000"/>
              </a:lnSpc>
              <a:spcBef>
                <a:spcPts val="0"/>
              </a:spcBef>
              <a:spcAft>
                <a:spcPts val="0"/>
              </a:spcAft>
              <a:buClr>
                <a:schemeClr val="dk1"/>
              </a:buClr>
              <a:buSzPts val="1200"/>
              <a:buChar char="•"/>
            </a:pPr>
            <a:r>
              <a:rPr lang="en-GB"/>
              <a:t>5. ISLAMIC SWITCHING: Customers moving to full Islamic banks for religious compliance</a:t>
            </a:r>
            <a:endParaRPr/>
          </a:p>
          <a:p>
            <a:pPr marL="173038" lvl="0" indent="-173038" algn="l" rtl="0">
              <a:lnSpc>
                <a:spcPct val="95000"/>
              </a:lnSpc>
              <a:spcBef>
                <a:spcPts val="0"/>
              </a:spcBef>
              <a:spcAft>
                <a:spcPts val="0"/>
              </a:spcAft>
              <a:buClr>
                <a:schemeClr val="dk1"/>
              </a:buClr>
              <a:buSzPts val="1200"/>
              <a:buChar char="•"/>
            </a:pPr>
            <a:endParaRPr/>
          </a:p>
          <a:p>
            <a:pPr marL="173038" lvl="0" indent="-173038" algn="l" rtl="0">
              <a:lnSpc>
                <a:spcPct val="95000"/>
              </a:lnSpc>
              <a:spcBef>
                <a:spcPts val="0"/>
              </a:spcBef>
              <a:spcAft>
                <a:spcPts val="0"/>
              </a:spcAft>
              <a:buClr>
                <a:schemeClr val="dk1"/>
              </a:buClr>
              <a:buSzPts val="1200"/>
              <a:buChar char="•"/>
            </a:pPr>
            <a:r>
              <a:rPr lang="en-GB"/>
              <a:t>Key Churn Signals:</a:t>
            </a:r>
            <a:endParaRPr/>
          </a:p>
          <a:p>
            <a:pPr marL="173038" lvl="0" indent="-173038" algn="l" rtl="0">
              <a:lnSpc>
                <a:spcPct val="95000"/>
              </a:lnSpc>
              <a:spcBef>
                <a:spcPts val="0"/>
              </a:spcBef>
              <a:spcAft>
                <a:spcPts val="0"/>
              </a:spcAft>
              <a:buClr>
                <a:schemeClr val="dk1"/>
              </a:buClr>
              <a:buSzPts val="1200"/>
              <a:buChar char="•"/>
            </a:pPr>
            <a:r>
              <a:rPr lang="en-GB"/>
              <a:t>- Salary credit stops or drops &gt;10%</a:t>
            </a:r>
            <a:endParaRPr/>
          </a:p>
          <a:p>
            <a:pPr marL="173038" lvl="0" indent="-173038" algn="l" rtl="0">
              <a:lnSpc>
                <a:spcPct val="95000"/>
              </a:lnSpc>
              <a:spcBef>
                <a:spcPts val="0"/>
              </a:spcBef>
              <a:spcAft>
                <a:spcPts val="0"/>
              </a:spcAft>
              <a:buClr>
                <a:schemeClr val="dk1"/>
              </a:buClr>
              <a:buSzPts val="1200"/>
              <a:buChar char="•"/>
            </a:pPr>
            <a:r>
              <a:rPr lang="en-GB"/>
              <a:t>- IBFT outflows to competitor bank accounts</a:t>
            </a:r>
            <a:endParaRPr/>
          </a:p>
          <a:p>
            <a:pPr marL="173038" lvl="0" indent="-173038" algn="l" rtl="0">
              <a:lnSpc>
                <a:spcPct val="95000"/>
              </a:lnSpc>
              <a:spcBef>
                <a:spcPts val="0"/>
              </a:spcBef>
              <a:spcAft>
                <a:spcPts val="0"/>
              </a:spcAft>
              <a:buClr>
                <a:schemeClr val="dk1"/>
              </a:buClr>
              <a:buSzPts val="1200"/>
              <a:buChar char="•"/>
            </a:pPr>
            <a:r>
              <a:rPr lang="en-GB"/>
              <a:t>- App login decline &gt;50% in 30 days</a:t>
            </a:r>
            <a:endParaRPr/>
          </a:p>
          <a:p>
            <a:pPr marL="173038" lvl="0" indent="-173038" algn="l" rtl="0">
              <a:lnSpc>
                <a:spcPct val="95000"/>
              </a:lnSpc>
              <a:spcBef>
                <a:spcPts val="0"/>
              </a:spcBef>
              <a:spcAft>
                <a:spcPts val="0"/>
              </a:spcAft>
              <a:buClr>
                <a:schemeClr val="dk1"/>
              </a:buClr>
              <a:buSzPts val="1200"/>
              <a:buChar char="•"/>
            </a:pPr>
            <a:r>
              <a:rPr lang="en-GB"/>
              <a:t>- Auto-debit cancellations</a:t>
            </a:r>
            <a:endParaRPr/>
          </a:p>
          <a:p>
            <a:pPr marL="173038" lvl="0" indent="-173038" algn="l" rtl="0">
              <a:lnSpc>
                <a:spcPct val="95000"/>
              </a:lnSpc>
              <a:spcBef>
                <a:spcPts val="0"/>
              </a:spcBef>
              <a:spcAft>
                <a:spcPts val="0"/>
              </a:spcAft>
              <a:buClr>
                <a:schemeClr val="dk1"/>
              </a:buClr>
              <a:buSzPts val="1200"/>
              <a:buChar char="•"/>
            </a:pPr>
            <a:r>
              <a:rPr lang="en-GB"/>
              <a:t>- Branch visit after long digital-only period (often closing account)</a:t>
            </a:r>
            <a:endParaRPr/>
          </a:p>
          <a:p>
            <a:pPr marL="173038" lvl="0" indent="-173038" algn="l" rtl="0">
              <a:lnSpc>
                <a:spcPct val="95000"/>
              </a:lnSpc>
              <a:spcBef>
                <a:spcPts val="0"/>
              </a:spcBef>
              <a:spcAft>
                <a:spcPts val="0"/>
              </a:spcAft>
              <a:buClr>
                <a:schemeClr val="dk1"/>
              </a:buClr>
              <a:buSzPts val="1200"/>
              <a:buChar char="•"/>
            </a:pPr>
            <a:endParaRPr/>
          </a:p>
          <a:p>
            <a:pPr marL="173038" lvl="0" indent="-173038" algn="l" rtl="0">
              <a:lnSpc>
                <a:spcPct val="95000"/>
              </a:lnSpc>
              <a:spcBef>
                <a:spcPts val="0"/>
              </a:spcBef>
              <a:spcAft>
                <a:spcPts val="0"/>
              </a:spcAft>
              <a:buClr>
                <a:schemeClr val="dk1"/>
              </a:buClr>
              <a:buSzPts val="1200"/>
              <a:buChar char="•"/>
            </a:pPr>
            <a:r>
              <a:rPr lang="en-GB"/>
              <a:t>Target: Churn 20-30% to 10-15%; save PKR 5-10B replacement costs; protect CASA book</a:t>
            </a:r>
            <a:endParaRPr/>
          </a:p>
          <a:p>
            <a:pPr marL="173038" lvl="0" indent="-173038" algn="l" rtl="0">
              <a:lnSpc>
                <a:spcPct val="95000"/>
              </a:lnSpc>
              <a:spcBef>
                <a:spcPts val="0"/>
              </a:spcBef>
              <a:spcAft>
                <a:spcPts val="0"/>
              </a:spcAft>
              <a:buClr>
                <a:schemeClr val="dk1"/>
              </a:buClr>
              <a:buSzPts val="1200"/>
              <a:buChar char="•"/>
            </a:pPr>
            <a:endParaRPr/>
          </a:p>
          <a:p>
            <a:pPr marL="173038" lvl="0" indent="-173038" algn="l" rtl="0">
              <a:lnSpc>
                <a:spcPct val="95000"/>
              </a:lnSpc>
              <a:spcBef>
                <a:spcPts val="0"/>
              </a:spcBef>
              <a:spcAft>
                <a:spcPts val="0"/>
              </a:spcAft>
              <a:buClr>
                <a:schemeClr val="dk1"/>
              </a:buClr>
              <a:buSzPts val="1200"/>
              <a:buChar char="•"/>
            </a:pPr>
            <a:r>
              <a:rPr lang="en-GB"/>
              <a:t>FSDM: RTNTN, RTNTN_CMPGN, RTNTN_OFFR, ATTRTN, RTNTN_SCRD, CSTMR_RTNTN_RSK</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0"/>
        <p:cNvGrpSpPr/>
        <p:nvPr/>
      </p:nvGrpSpPr>
      <p:grpSpPr>
        <a:xfrm>
          <a:off x="0" y="0"/>
          <a:ext cx="0" cy="0"/>
          <a:chOff x="0" y="0"/>
          <a:chExt cx="0" cy="0"/>
        </a:xfrm>
      </p:grpSpPr>
      <p:sp>
        <p:nvSpPr>
          <p:cNvPr id="1551" name="Google Shape;1551;p71:notes"/>
          <p:cNvSpPr txBox="1">
            <a:spLocks noGrp="1"/>
          </p:cNvSpPr>
          <p:nvPr>
            <p:ph type="sldNum" idx="12"/>
          </p:nvPr>
        </p:nvSpPr>
        <p:spPr>
          <a:xfrm>
            <a:off x="3885012" y="9446102"/>
            <a:ext cx="2971800" cy="497284"/>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GB" sz="1800">
                <a:solidFill>
                  <a:srgbClr val="000000"/>
                </a:solidFill>
                <a:latin typeface="Calibri"/>
                <a:ea typeface="Calibri"/>
                <a:cs typeface="Calibri"/>
                <a:sym typeface="Calibri"/>
              </a:rPr>
              <a:t>8</a:t>
            </a:fld>
            <a:endParaRPr sz="1800">
              <a:solidFill>
                <a:srgbClr val="000000"/>
              </a:solidFill>
              <a:latin typeface="Calibri"/>
              <a:ea typeface="Calibri"/>
              <a:cs typeface="Calibri"/>
              <a:sym typeface="Calibri"/>
            </a:endParaRPr>
          </a:p>
        </p:txBody>
      </p:sp>
      <p:sp>
        <p:nvSpPr>
          <p:cNvPr id="1552" name="Google Shape;1552;p71:notes"/>
          <p:cNvSpPr>
            <a:spLocks noGrp="1" noRot="1" noChangeAspect="1"/>
          </p:cNvSpPr>
          <p:nvPr>
            <p:ph type="sldImg" idx="2"/>
          </p:nvPr>
        </p:nvSpPr>
        <p:spPr>
          <a:xfrm>
            <a:off x="114300" y="746125"/>
            <a:ext cx="6629400" cy="372903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553" name="Google Shape;1553;p71:notes"/>
          <p:cNvSpPr txBox="1">
            <a:spLocks noGrp="1"/>
          </p:cNvSpPr>
          <p:nvPr>
            <p:ph type="body" idx="1"/>
          </p:nvPr>
        </p:nvSpPr>
        <p:spPr>
          <a:xfrm>
            <a:off x="685800" y="4724202"/>
            <a:ext cx="5486400" cy="4475560"/>
          </a:xfrm>
          <a:prstGeom prst="rect">
            <a:avLst/>
          </a:prstGeom>
          <a:noFill/>
          <a:ln>
            <a:noFill/>
          </a:ln>
        </p:spPr>
        <p:txBody>
          <a:bodyPr spcFirstLastPara="1" wrap="square" lIns="91425" tIns="45700" rIns="91425" bIns="45700" anchor="t" anchorCtr="0">
            <a:noAutofit/>
          </a:bodyPr>
          <a:lstStyle/>
          <a:p>
            <a:pPr marL="173038" lvl="0" indent="-96838" algn="l" rtl="0">
              <a:lnSpc>
                <a:spcPct val="95000"/>
              </a:lnSpc>
              <a:spcBef>
                <a:spcPts val="0"/>
              </a:spcBef>
              <a:spcAft>
                <a:spcPts val="0"/>
              </a:spcAft>
              <a:buClr>
                <a:schemeClr val="dk1"/>
              </a:buClr>
              <a:buSzPts val="1200"/>
              <a:buNone/>
            </a:pPr>
            <a:r>
              <a:t>CUSTOMER RETENTION MATURITY - Speaker Notes</a:t>
            </a:r>
          </a:p>
          <a:p>
            <a:pPr marL="173038" lvl="0" indent="-96838" algn="l" rtl="0">
              <a:lnSpc>
                <a:spcPct val="95000"/>
              </a:lnSpc>
              <a:spcBef>
                <a:spcPts val="0"/>
              </a:spcBef>
              <a:spcAft>
                <a:spcPts val="0"/>
              </a:spcAft>
              <a:buClr>
                <a:schemeClr val="dk1"/>
              </a:buClr>
              <a:buSzPts val="1200"/>
              <a:buNone/>
            </a:pPr>
            <a:r>
              <a:t>Pakistan banks at Developing level for retention analytics.</a:t>
            </a:r>
          </a:p>
          <a:p>
            <a:pPr marL="173038" lvl="0" indent="-96838" algn="l" rtl="0">
              <a:lnSpc>
                <a:spcPct val="95000"/>
              </a:lnSpc>
              <a:spcBef>
                <a:spcPts val="0"/>
              </a:spcBef>
              <a:spcAft>
                <a:spcPts val="0"/>
              </a:spcAft>
              <a:buClr>
                <a:schemeClr val="dk1"/>
              </a:buClr>
              <a:buSzPts val="1200"/>
              <a:buNone/>
            </a:pPr>
            <a:r>
              <a:t>Key gap: No predictive retention models, no real-time trigger-based retention.</a:t>
            </a:r>
          </a:p>
          <a:p>
            <a:pPr marL="173038" lvl="0" indent="-96838" algn="l" rtl="0">
              <a:lnSpc>
                <a:spcPct val="95000"/>
              </a:lnSpc>
              <a:spcBef>
                <a:spcPts val="0"/>
              </a:spcBef>
              <a:spcAft>
                <a:spcPts val="0"/>
              </a:spcAft>
              <a:buClr>
                <a:schemeClr val="dk1"/>
              </a:buClr>
              <a:buSzPts val="1200"/>
              <a:buNone/>
            </a:pPr>
            <a:r>
              <a:t>Priority: Build churn prediction model, salary account protection program, value-based retention investment.</a:t>
            </a:r>
          </a:p>
          <a:p>
            <a:pPr marL="173038" lvl="0" indent="-96838" algn="l" rtl="0">
              <a:lnSpc>
                <a:spcPct val="95000"/>
              </a:lnSpc>
              <a:spcBef>
                <a:spcPts val="0"/>
              </a:spcBef>
              <a:spcAft>
                <a:spcPts val="0"/>
              </a:spcAft>
              <a:buClr>
                <a:schemeClr val="dk1"/>
              </a:buClr>
              <a:buSzPts val="1200"/>
              <a:buNone/>
            </a:pPr>
            <a:endParaRPr/>
          </a:p>
          <a:p>
            <a:pPr marL="173038" lvl="0" indent="-96838" algn="l" rtl="0">
              <a:lnSpc>
                <a:spcPct val="95000"/>
              </a:lnSpc>
              <a:spcBef>
                <a:spcPts val="0"/>
              </a:spcBef>
              <a:spcAft>
                <a:spcPts val="0"/>
              </a:spcAft>
              <a:buClr>
                <a:schemeClr val="dk1"/>
              </a:buClr>
              <a:buSzPts val="1200"/>
              <a:buNone/>
            </a:pPr>
            <a:r>
              <a:t>FSDM: RTNTN, RTNTN_CMPGN, RTNTN_OFFR, ATTRTN</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4"/>
        <p:cNvGrpSpPr/>
        <p:nvPr/>
      </p:nvGrpSpPr>
      <p:grpSpPr>
        <a:xfrm>
          <a:off x="0" y="0"/>
          <a:ext cx="0" cy="0"/>
          <a:chOff x="0" y="0"/>
          <a:chExt cx="0" cy="0"/>
        </a:xfrm>
      </p:grpSpPr>
      <p:sp>
        <p:nvSpPr>
          <p:cNvPr id="1565" name="Google Shape;1565;p72:notes"/>
          <p:cNvSpPr txBox="1">
            <a:spLocks noGrp="1"/>
          </p:cNvSpPr>
          <p:nvPr>
            <p:ph type="sldNum" idx="12"/>
          </p:nvPr>
        </p:nvSpPr>
        <p:spPr>
          <a:xfrm>
            <a:off x="3885012" y="9446102"/>
            <a:ext cx="2971800" cy="497284"/>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GB" sz="1800">
                <a:solidFill>
                  <a:srgbClr val="000000"/>
                </a:solidFill>
                <a:latin typeface="Calibri"/>
                <a:ea typeface="Calibri"/>
                <a:cs typeface="Calibri"/>
                <a:sym typeface="Calibri"/>
              </a:rPr>
              <a:t>9</a:t>
            </a:fld>
            <a:endParaRPr sz="1800">
              <a:solidFill>
                <a:srgbClr val="000000"/>
              </a:solidFill>
              <a:latin typeface="Calibri"/>
              <a:ea typeface="Calibri"/>
              <a:cs typeface="Calibri"/>
              <a:sym typeface="Calibri"/>
            </a:endParaRPr>
          </a:p>
        </p:txBody>
      </p:sp>
      <p:sp>
        <p:nvSpPr>
          <p:cNvPr id="1566" name="Google Shape;1566;p72:notes"/>
          <p:cNvSpPr>
            <a:spLocks noGrp="1" noRot="1" noChangeAspect="1"/>
          </p:cNvSpPr>
          <p:nvPr>
            <p:ph type="sldImg" idx="2"/>
          </p:nvPr>
        </p:nvSpPr>
        <p:spPr>
          <a:xfrm>
            <a:off x="114300" y="746125"/>
            <a:ext cx="6629400" cy="372903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567" name="Google Shape;1567;p72:notes"/>
          <p:cNvSpPr txBox="1">
            <a:spLocks noGrp="1"/>
          </p:cNvSpPr>
          <p:nvPr>
            <p:ph type="body" idx="1"/>
          </p:nvPr>
        </p:nvSpPr>
        <p:spPr>
          <a:xfrm>
            <a:off x="685800" y="4724202"/>
            <a:ext cx="5486400" cy="4475560"/>
          </a:xfrm>
          <a:prstGeom prst="rect">
            <a:avLst/>
          </a:prstGeom>
          <a:noFill/>
          <a:ln>
            <a:noFill/>
          </a:ln>
        </p:spPr>
        <p:txBody>
          <a:bodyPr spcFirstLastPara="1" wrap="square" lIns="91425" tIns="45700" rIns="91425" bIns="45700" anchor="t" anchorCtr="0">
            <a:noAutofit/>
          </a:bodyPr>
          <a:lstStyle/>
          <a:p>
            <a:pPr marL="173038" lvl="0" indent="-173038" algn="l" rtl="0">
              <a:lnSpc>
                <a:spcPct val="95000"/>
              </a:lnSpc>
              <a:spcBef>
                <a:spcPts val="0"/>
              </a:spcBef>
              <a:spcAft>
                <a:spcPts val="0"/>
              </a:spcAft>
              <a:buClr>
                <a:schemeClr val="dk1"/>
              </a:buClr>
              <a:buSzPts val="1200"/>
              <a:buChar char="•"/>
            </a:pPr>
            <a:r>
              <a:rPr lang="en-GB"/>
              <a:t>CUSTOMER CHURN - Speaker Notes</a:t>
            </a:r>
            <a:endParaRPr/>
          </a:p>
          <a:p>
            <a:pPr marL="173038" lvl="0" indent="-173038" algn="l" rtl="0">
              <a:lnSpc>
                <a:spcPct val="95000"/>
              </a:lnSpc>
              <a:spcBef>
                <a:spcPts val="0"/>
              </a:spcBef>
              <a:spcAft>
                <a:spcPts val="0"/>
              </a:spcAft>
              <a:buClr>
                <a:schemeClr val="dk1"/>
              </a:buClr>
              <a:buSzPts val="1200"/>
              <a:buChar char="•"/>
            </a:pPr>
            <a:r>
              <a:rPr lang="en-GB"/>
              <a:t>PAKISTAN CHURN TYPES:</a:t>
            </a:r>
            <a:endParaRPr/>
          </a:p>
          <a:p>
            <a:pPr marL="173038" lvl="0" indent="-173038" algn="l" rtl="0">
              <a:lnSpc>
                <a:spcPct val="95000"/>
              </a:lnSpc>
              <a:spcBef>
                <a:spcPts val="0"/>
              </a:spcBef>
              <a:spcAft>
                <a:spcPts val="0"/>
              </a:spcAft>
              <a:buClr>
                <a:schemeClr val="dk1"/>
              </a:buClr>
              <a:buSzPts val="1200"/>
              <a:buChar char="•"/>
            </a:pPr>
            <a:r>
              <a:rPr lang="en-GB"/>
              <a:t>- SALARY REDIRECT: Moves salary to another bank, keeps ghost account open</a:t>
            </a:r>
            <a:endParaRPr/>
          </a:p>
          <a:p>
            <a:pPr marL="173038" lvl="0" indent="-173038" algn="l" rtl="0">
              <a:lnSpc>
                <a:spcPct val="95000"/>
              </a:lnSpc>
              <a:spcBef>
                <a:spcPts val="0"/>
              </a:spcBef>
              <a:spcAft>
                <a:spcPts val="0"/>
              </a:spcAft>
              <a:buClr>
                <a:schemeClr val="dk1"/>
              </a:buClr>
              <a:buSzPts val="1200"/>
              <a:buChar char="•"/>
            </a:pPr>
            <a:r>
              <a:rPr lang="en-GB"/>
              <a:t>- BALANCE MIGRATION: Deposits shift to NSS, prize bonds, competitor FDs</a:t>
            </a:r>
            <a:endParaRPr/>
          </a:p>
          <a:p>
            <a:pPr marL="173038" lvl="0" indent="-173038" algn="l" rtl="0">
              <a:lnSpc>
                <a:spcPct val="95000"/>
              </a:lnSpc>
              <a:spcBef>
                <a:spcPts val="0"/>
              </a:spcBef>
              <a:spcAft>
                <a:spcPts val="0"/>
              </a:spcAft>
              <a:buClr>
                <a:schemeClr val="dk1"/>
              </a:buClr>
              <a:buSzPts val="1200"/>
              <a:buChar char="•"/>
            </a:pPr>
            <a:r>
              <a:rPr lang="en-GB"/>
              <a:t>- PRODUCT CHURN: Closes credit card but keeps CASA (partial churn)</a:t>
            </a:r>
            <a:endParaRPr/>
          </a:p>
          <a:p>
            <a:pPr marL="173038" lvl="0" indent="-173038" algn="l" rtl="0">
              <a:lnSpc>
                <a:spcPct val="95000"/>
              </a:lnSpc>
              <a:spcBef>
                <a:spcPts val="0"/>
              </a:spcBef>
              <a:spcAft>
                <a:spcPts val="0"/>
              </a:spcAft>
              <a:buClr>
                <a:schemeClr val="dk1"/>
              </a:buClr>
              <a:buSzPts val="1200"/>
              <a:buChar char="•"/>
            </a:pPr>
            <a:r>
              <a:rPr lang="en-GB"/>
              <a:t>- DORMANCY: Zero transactions 12+ months — economically churned</a:t>
            </a:r>
            <a:endParaRPr/>
          </a:p>
          <a:p>
            <a:pPr marL="173038" lvl="0" indent="-173038" algn="l" rtl="0">
              <a:lnSpc>
                <a:spcPct val="95000"/>
              </a:lnSpc>
              <a:spcBef>
                <a:spcPts val="0"/>
              </a:spcBef>
              <a:spcAft>
                <a:spcPts val="0"/>
              </a:spcAft>
              <a:buClr>
                <a:schemeClr val="dk1"/>
              </a:buClr>
              <a:buSzPts val="1200"/>
              <a:buChar char="•"/>
            </a:pPr>
            <a:r>
              <a:rPr lang="en-GB"/>
              <a:t>- FULL EXIT: Account closure — least common but most visible</a:t>
            </a:r>
            <a:endParaRPr/>
          </a:p>
          <a:p>
            <a:pPr marL="173038" lvl="0" indent="-173038" algn="l" rtl="0">
              <a:lnSpc>
                <a:spcPct val="95000"/>
              </a:lnSpc>
              <a:spcBef>
                <a:spcPts val="0"/>
              </a:spcBef>
              <a:spcAft>
                <a:spcPts val="0"/>
              </a:spcAft>
              <a:buClr>
                <a:schemeClr val="dk1"/>
              </a:buClr>
              <a:buSzPts val="1200"/>
              <a:buChar char="•"/>
            </a:pPr>
            <a:endParaRPr/>
          </a:p>
          <a:p>
            <a:pPr marL="173038" lvl="0" indent="-173038" algn="l" rtl="0">
              <a:lnSpc>
                <a:spcPct val="95000"/>
              </a:lnSpc>
              <a:spcBef>
                <a:spcPts val="0"/>
              </a:spcBef>
              <a:spcAft>
                <a:spcPts val="0"/>
              </a:spcAft>
              <a:buClr>
                <a:schemeClr val="dk1"/>
              </a:buClr>
              <a:buSzPts val="1200"/>
              <a:buChar char="•"/>
            </a:pPr>
            <a:r>
              <a:rPr lang="en-GB"/>
              <a:t>KEY DRIVERS IN PAKISTAN:</a:t>
            </a:r>
            <a:endParaRPr/>
          </a:p>
          <a:p>
            <a:pPr marL="173038" lvl="0" indent="-173038" algn="l" rtl="0">
              <a:lnSpc>
                <a:spcPct val="95000"/>
              </a:lnSpc>
              <a:spcBef>
                <a:spcPts val="0"/>
              </a:spcBef>
              <a:spcAft>
                <a:spcPts val="0"/>
              </a:spcAft>
              <a:buClr>
                <a:schemeClr val="dk1"/>
              </a:buClr>
              <a:buSzPts val="1200"/>
              <a:buChar char="•"/>
            </a:pPr>
            <a:r>
              <a:rPr lang="en-GB"/>
              <a:t>Employer-directed switching, fintech migration (young professionals 25-35), Islamic conversion demand, NSS rate advantage during high policy rate, poor branch experience (#1 SBP complaint), unexpected service charges (hidden fees)</a:t>
            </a:r>
            <a:endParaRPr/>
          </a:p>
          <a:p>
            <a:pPr marL="173038" lvl="0" indent="-173038" algn="l" rtl="0">
              <a:lnSpc>
                <a:spcPct val="95000"/>
              </a:lnSpc>
              <a:spcBef>
                <a:spcPts val="0"/>
              </a:spcBef>
              <a:spcAft>
                <a:spcPts val="0"/>
              </a:spcAft>
              <a:buClr>
                <a:schemeClr val="dk1"/>
              </a:buClr>
              <a:buSzPts val="1200"/>
              <a:buChar char="•"/>
            </a:pPr>
            <a:endParaRPr/>
          </a:p>
          <a:p>
            <a:pPr marL="173038" lvl="0" indent="-173038" algn="l" rtl="0">
              <a:lnSpc>
                <a:spcPct val="95000"/>
              </a:lnSpc>
              <a:spcBef>
                <a:spcPts val="0"/>
              </a:spcBef>
              <a:spcAft>
                <a:spcPts val="0"/>
              </a:spcAft>
              <a:buClr>
                <a:schemeClr val="dk1"/>
              </a:buClr>
              <a:buSzPts val="1200"/>
              <a:buChar char="•"/>
            </a:pPr>
            <a:r>
              <a:rPr lang="en-GB"/>
              <a:t>PREDICTION VARIABLES:</a:t>
            </a:r>
            <a:endParaRPr/>
          </a:p>
          <a:p>
            <a:pPr marL="173038" lvl="0" indent="-173038" algn="l" rtl="0">
              <a:lnSpc>
                <a:spcPct val="95000"/>
              </a:lnSpc>
              <a:spcBef>
                <a:spcPts val="0"/>
              </a:spcBef>
              <a:spcAft>
                <a:spcPts val="0"/>
              </a:spcAft>
              <a:buClr>
                <a:schemeClr val="dk1"/>
              </a:buClr>
              <a:buSzPts val="1200"/>
              <a:buChar char="•"/>
            </a:pPr>
            <a:r>
              <a:rPr lang="en-GB"/>
              <a:t>Salary amount change (&gt;10% decline), IBFT to competitor accounts (new beneficiary at top-5 bank), app login decline, ECIB inquiry from another bank, SBP complaint filed, branch visit after long digital-only period</a:t>
            </a:r>
            <a:endParaRPr/>
          </a:p>
          <a:p>
            <a:pPr marL="173038" lvl="0" indent="-173038" algn="l" rtl="0">
              <a:lnSpc>
                <a:spcPct val="95000"/>
              </a:lnSpc>
              <a:spcBef>
                <a:spcPts val="0"/>
              </a:spcBef>
              <a:spcAft>
                <a:spcPts val="0"/>
              </a:spcAft>
              <a:buClr>
                <a:schemeClr val="dk1"/>
              </a:buClr>
              <a:buSzPts val="1200"/>
              <a:buChar char="•"/>
            </a:pPr>
            <a:endParaRPr/>
          </a:p>
          <a:p>
            <a:pPr marL="173038" lvl="0" indent="-173038" algn="l" rtl="0">
              <a:lnSpc>
                <a:spcPct val="95000"/>
              </a:lnSpc>
              <a:spcBef>
                <a:spcPts val="0"/>
              </a:spcBef>
              <a:spcAft>
                <a:spcPts val="0"/>
              </a:spcAft>
              <a:buClr>
                <a:schemeClr val="dk1"/>
              </a:buClr>
              <a:buSzPts val="1200"/>
              <a:buChar char="•"/>
            </a:pPr>
            <a:r>
              <a:rPr lang="en-GB"/>
              <a:t>Target: 75%+ accuracy on 30-day prediction; prioritize top 20% at-risk; reduce CASA loss PKR 20-50B</a:t>
            </a:r>
            <a:endParaRPr/>
          </a:p>
          <a:p>
            <a:pPr marL="173038" lvl="0" indent="-173038" algn="l" rtl="0">
              <a:lnSpc>
                <a:spcPct val="95000"/>
              </a:lnSpc>
              <a:spcBef>
                <a:spcPts val="0"/>
              </a:spcBef>
              <a:spcAft>
                <a:spcPts val="0"/>
              </a:spcAft>
              <a:buClr>
                <a:schemeClr val="dk1"/>
              </a:buClr>
              <a:buSzPts val="1200"/>
              <a:buChar char="•"/>
            </a:pPr>
            <a:endParaRPr/>
          </a:p>
          <a:p>
            <a:pPr marL="173038" lvl="0" indent="-173038" algn="l" rtl="0">
              <a:lnSpc>
                <a:spcPct val="95000"/>
              </a:lnSpc>
              <a:spcBef>
                <a:spcPts val="0"/>
              </a:spcBef>
              <a:spcAft>
                <a:spcPts val="0"/>
              </a:spcAft>
              <a:buClr>
                <a:schemeClr val="dk1"/>
              </a:buClr>
              <a:buSzPts val="1200"/>
              <a:buChar char="•"/>
            </a:pPr>
            <a:r>
              <a:rPr lang="en-GB"/>
              <a:t>FSDM: CHRN, CHRN_PRBLTY, CHRN_MDL, CHRN_TYP, CHRN_RSN, CHRN_SCRD, ATTRTN_RSK</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4"/>
        <p:cNvGrpSpPr/>
        <p:nvPr/>
      </p:nvGrpSpPr>
      <p:grpSpPr>
        <a:xfrm>
          <a:off x="0" y="0"/>
          <a:ext cx="0" cy="0"/>
          <a:chOff x="0" y="0"/>
          <a:chExt cx="0" cy="0"/>
        </a:xfrm>
      </p:grpSpPr>
      <p:sp>
        <p:nvSpPr>
          <p:cNvPr id="1595" name="Google Shape;1595;p73:notes"/>
          <p:cNvSpPr txBox="1">
            <a:spLocks noGrp="1"/>
          </p:cNvSpPr>
          <p:nvPr>
            <p:ph type="sldNum" idx="12"/>
          </p:nvPr>
        </p:nvSpPr>
        <p:spPr>
          <a:xfrm>
            <a:off x="3885012" y="9446102"/>
            <a:ext cx="2971800" cy="497284"/>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GB" sz="1800">
                <a:solidFill>
                  <a:srgbClr val="000000"/>
                </a:solidFill>
                <a:latin typeface="Calibri"/>
                <a:ea typeface="Calibri"/>
                <a:cs typeface="Calibri"/>
                <a:sym typeface="Calibri"/>
              </a:rPr>
              <a:t>10</a:t>
            </a:fld>
            <a:endParaRPr sz="1800">
              <a:solidFill>
                <a:srgbClr val="000000"/>
              </a:solidFill>
              <a:latin typeface="Calibri"/>
              <a:ea typeface="Calibri"/>
              <a:cs typeface="Calibri"/>
              <a:sym typeface="Calibri"/>
            </a:endParaRPr>
          </a:p>
        </p:txBody>
      </p:sp>
      <p:sp>
        <p:nvSpPr>
          <p:cNvPr id="1596" name="Google Shape;1596;p73:notes"/>
          <p:cNvSpPr>
            <a:spLocks noGrp="1" noRot="1" noChangeAspect="1"/>
          </p:cNvSpPr>
          <p:nvPr>
            <p:ph type="sldImg" idx="2"/>
          </p:nvPr>
        </p:nvSpPr>
        <p:spPr>
          <a:xfrm>
            <a:off x="114300" y="746125"/>
            <a:ext cx="6629400" cy="372903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597" name="Google Shape;1597;p73:notes"/>
          <p:cNvSpPr txBox="1">
            <a:spLocks noGrp="1"/>
          </p:cNvSpPr>
          <p:nvPr>
            <p:ph type="body" idx="1"/>
          </p:nvPr>
        </p:nvSpPr>
        <p:spPr>
          <a:xfrm>
            <a:off x="685800" y="4724202"/>
            <a:ext cx="5486400" cy="4475560"/>
          </a:xfrm>
          <a:prstGeom prst="rect">
            <a:avLst/>
          </a:prstGeom>
          <a:noFill/>
          <a:ln>
            <a:noFill/>
          </a:ln>
        </p:spPr>
        <p:txBody>
          <a:bodyPr spcFirstLastPara="1" wrap="square" lIns="91425" tIns="45700" rIns="91425" bIns="45700" anchor="t" anchorCtr="0">
            <a:noAutofit/>
          </a:bodyPr>
          <a:lstStyle/>
          <a:p>
            <a:pPr marL="173038" lvl="0" indent="-96838" algn="l" rtl="0">
              <a:lnSpc>
                <a:spcPct val="95000"/>
              </a:lnSpc>
              <a:spcBef>
                <a:spcPts val="0"/>
              </a:spcBef>
              <a:spcAft>
                <a:spcPts val="0"/>
              </a:spcAft>
              <a:buClr>
                <a:schemeClr val="dk1"/>
              </a:buClr>
              <a:buSzPts val="1200"/>
              <a:buNone/>
            </a:pPr>
            <a:r>
              <a:t>CUSTOMER CHURN MATURITY - Speaker Notes</a:t>
            </a:r>
          </a:p>
          <a:p>
            <a:pPr marL="173038" lvl="0" indent="-96838" algn="l" rtl="0">
              <a:lnSpc>
                <a:spcPct val="95000"/>
              </a:lnSpc>
              <a:spcBef>
                <a:spcPts val="0"/>
              </a:spcBef>
              <a:spcAft>
                <a:spcPts val="0"/>
              </a:spcAft>
              <a:buClr>
                <a:schemeClr val="dk1"/>
              </a:buClr>
              <a:buSzPts val="1200"/>
              <a:buNone/>
            </a:pPr>
            <a:r>
              <a:t>Pakistan: Developing level. Most banks have no churn prediction model.</a:t>
            </a:r>
          </a:p>
          <a:p>
            <a:pPr marL="173038" lvl="0" indent="-96838" algn="l" rtl="0">
              <a:lnSpc>
                <a:spcPct val="95000"/>
              </a:lnSpc>
              <a:spcBef>
                <a:spcPts val="0"/>
              </a:spcBef>
              <a:spcAft>
                <a:spcPts val="0"/>
              </a:spcAft>
              <a:buClr>
                <a:schemeClr val="dk1"/>
              </a:buClr>
              <a:buSzPts val="1200"/>
              <a:buNone/>
            </a:pPr>
            <a:r>
              <a:t>Priority: Build salary churn model, fintech churn model, balance migration detection.</a:t>
            </a:r>
          </a:p>
          <a:p>
            <a:pPr marL="173038" lvl="0" indent="-96838" algn="l" rtl="0">
              <a:lnSpc>
                <a:spcPct val="95000"/>
              </a:lnSpc>
              <a:spcBef>
                <a:spcPts val="0"/>
              </a:spcBef>
              <a:spcAft>
                <a:spcPts val="0"/>
              </a:spcAft>
              <a:buClr>
                <a:schemeClr val="dk1"/>
              </a:buClr>
              <a:buSzPts val="1200"/>
              <a:buNone/>
            </a:pPr>
            <a:r>
              <a:t>Key data need: IBFT beneficiary analysis, salary credit pattern monitoring, ECIB inquiry alerts.</a:t>
            </a:r>
          </a:p>
          <a:p>
            <a:pPr marL="173038" lvl="0" indent="-96838" algn="l" rtl="0">
              <a:lnSpc>
                <a:spcPct val="95000"/>
              </a:lnSpc>
              <a:spcBef>
                <a:spcPts val="0"/>
              </a:spcBef>
              <a:spcAft>
                <a:spcPts val="0"/>
              </a:spcAft>
              <a:buClr>
                <a:schemeClr val="dk1"/>
              </a:buClr>
              <a:buSzPts val="1200"/>
              <a:buNone/>
            </a:pPr>
            <a:endParaRPr/>
          </a:p>
          <a:p>
            <a:pPr marL="173038" lvl="0" indent="-96838" algn="l" rtl="0">
              <a:lnSpc>
                <a:spcPct val="95000"/>
              </a:lnSpc>
              <a:spcBef>
                <a:spcPts val="0"/>
              </a:spcBef>
              <a:spcAft>
                <a:spcPts val="0"/>
              </a:spcAft>
              <a:buClr>
                <a:schemeClr val="dk1"/>
              </a:buClr>
              <a:buSzPts val="1200"/>
              <a:buNone/>
            </a:pPr>
            <a:r>
              <a:t>FSDM: CHRN, CHRN_PRBLTY, CHRN_MDL, CHRN_TYP</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8"/>
        <p:cNvGrpSpPr/>
        <p:nvPr/>
      </p:nvGrpSpPr>
      <p:grpSpPr>
        <a:xfrm>
          <a:off x="0" y="0"/>
          <a:ext cx="0" cy="0"/>
          <a:chOff x="0" y="0"/>
          <a:chExt cx="0" cy="0"/>
        </a:xfrm>
      </p:grpSpPr>
      <p:sp>
        <p:nvSpPr>
          <p:cNvPr id="1609" name="Google Shape;1609;p74:notes"/>
          <p:cNvSpPr txBox="1">
            <a:spLocks noGrp="1"/>
          </p:cNvSpPr>
          <p:nvPr>
            <p:ph type="sldNum" idx="12"/>
          </p:nvPr>
        </p:nvSpPr>
        <p:spPr>
          <a:xfrm>
            <a:off x="3885012" y="9446102"/>
            <a:ext cx="2971800" cy="497284"/>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GB" sz="1800">
                <a:solidFill>
                  <a:srgbClr val="000000"/>
                </a:solidFill>
                <a:latin typeface="Calibri"/>
                <a:ea typeface="Calibri"/>
                <a:cs typeface="Calibri"/>
                <a:sym typeface="Calibri"/>
              </a:rPr>
              <a:t>11</a:t>
            </a:fld>
            <a:endParaRPr sz="1800">
              <a:solidFill>
                <a:srgbClr val="000000"/>
              </a:solidFill>
              <a:latin typeface="Calibri"/>
              <a:ea typeface="Calibri"/>
              <a:cs typeface="Calibri"/>
              <a:sym typeface="Calibri"/>
            </a:endParaRPr>
          </a:p>
        </p:txBody>
      </p:sp>
      <p:sp>
        <p:nvSpPr>
          <p:cNvPr id="1610" name="Google Shape;1610;p74:notes"/>
          <p:cNvSpPr>
            <a:spLocks noGrp="1" noRot="1" noChangeAspect="1"/>
          </p:cNvSpPr>
          <p:nvPr>
            <p:ph type="sldImg" idx="2"/>
          </p:nvPr>
        </p:nvSpPr>
        <p:spPr>
          <a:xfrm>
            <a:off x="114300" y="746125"/>
            <a:ext cx="6629400" cy="372903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611" name="Google Shape;1611;p74:notes"/>
          <p:cNvSpPr txBox="1">
            <a:spLocks noGrp="1"/>
          </p:cNvSpPr>
          <p:nvPr>
            <p:ph type="body" idx="1"/>
          </p:nvPr>
        </p:nvSpPr>
        <p:spPr>
          <a:xfrm>
            <a:off x="685800" y="4724202"/>
            <a:ext cx="5486400" cy="4475560"/>
          </a:xfrm>
          <a:prstGeom prst="rect">
            <a:avLst/>
          </a:prstGeom>
          <a:noFill/>
          <a:ln>
            <a:noFill/>
          </a:ln>
        </p:spPr>
        <p:txBody>
          <a:bodyPr spcFirstLastPara="1" wrap="square" lIns="91425" tIns="45700" rIns="91425" bIns="45700" anchor="t" anchorCtr="0">
            <a:noAutofit/>
          </a:bodyPr>
          <a:lstStyle/>
          <a:p>
            <a:pPr marL="173038" lvl="0" indent="-173038" algn="l" rtl="0">
              <a:lnSpc>
                <a:spcPct val="95000"/>
              </a:lnSpc>
              <a:spcBef>
                <a:spcPts val="0"/>
              </a:spcBef>
              <a:spcAft>
                <a:spcPts val="0"/>
              </a:spcAft>
              <a:buClr>
                <a:schemeClr val="dk1"/>
              </a:buClr>
              <a:buSzPts val="1200"/>
              <a:buChar char="•"/>
            </a:pPr>
            <a:r>
              <a:rPr lang="en-GB"/>
              <a:t>CUSTOMER RE-ENGAGEMENT - Speaker Notes</a:t>
            </a:r>
            <a:endParaRPr/>
          </a:p>
          <a:p>
            <a:pPr marL="173038" lvl="0" indent="-173038" algn="l" rtl="0">
              <a:lnSpc>
                <a:spcPct val="95000"/>
              </a:lnSpc>
              <a:spcBef>
                <a:spcPts val="0"/>
              </a:spcBef>
              <a:spcAft>
                <a:spcPts val="0"/>
              </a:spcAft>
              <a:buClr>
                <a:schemeClr val="dk1"/>
              </a:buClr>
              <a:buSzPts val="1200"/>
              <a:buChar char="•"/>
            </a:pPr>
            <a:r>
              <a:rPr lang="en-GB"/>
              <a:t>PAKISTAN DORMANCY LANDSCAPE:</a:t>
            </a:r>
            <a:endParaRPr/>
          </a:p>
          <a:p>
            <a:pPr marL="173038" lvl="0" indent="-173038" algn="l" rtl="0">
              <a:lnSpc>
                <a:spcPct val="95000"/>
              </a:lnSpc>
              <a:spcBef>
                <a:spcPts val="0"/>
              </a:spcBef>
              <a:spcAft>
                <a:spcPts val="0"/>
              </a:spcAft>
              <a:buClr>
                <a:schemeClr val="dk1"/>
              </a:buClr>
              <a:buSzPts val="1200"/>
              <a:buChar char="•"/>
            </a:pPr>
            <a:r>
              <a:rPr lang="en-GB"/>
              <a:t>- 15M+ dormant accounts across banking industry</a:t>
            </a:r>
            <a:endParaRPr/>
          </a:p>
          <a:p>
            <a:pPr marL="173038" lvl="0" indent="-173038" algn="l" rtl="0">
              <a:lnSpc>
                <a:spcPct val="95000"/>
              </a:lnSpc>
              <a:spcBef>
                <a:spcPts val="0"/>
              </a:spcBef>
              <a:spcAft>
                <a:spcPts val="0"/>
              </a:spcAft>
              <a:buClr>
                <a:schemeClr val="dk1"/>
              </a:buClr>
              <a:buSzPts val="1200"/>
              <a:buChar char="•"/>
            </a:pPr>
            <a:r>
              <a:rPr lang="en-GB"/>
              <a:t>- SBP Unclaimed Deposits Fund receives billions annually from dormant accounts</a:t>
            </a:r>
            <a:endParaRPr/>
          </a:p>
          <a:p>
            <a:pPr marL="173038" lvl="0" indent="-173038" algn="l" rtl="0">
              <a:lnSpc>
                <a:spcPct val="95000"/>
              </a:lnSpc>
              <a:spcBef>
                <a:spcPts val="0"/>
              </a:spcBef>
              <a:spcAft>
                <a:spcPts val="0"/>
              </a:spcAft>
              <a:buClr>
                <a:schemeClr val="dk1"/>
              </a:buClr>
              <a:buSzPts val="1200"/>
              <a:buChar char="•"/>
            </a:pPr>
            <a:r>
              <a:rPr lang="en-GB"/>
              <a:t>- Asaan Accounts opened for one-time govt payments (BISP/Ehsaas/Benazir) and never reused</a:t>
            </a:r>
            <a:endParaRPr/>
          </a:p>
          <a:p>
            <a:pPr marL="173038" lvl="0" indent="-173038" algn="l" rtl="0">
              <a:lnSpc>
                <a:spcPct val="95000"/>
              </a:lnSpc>
              <a:spcBef>
                <a:spcPts val="0"/>
              </a:spcBef>
              <a:spcAft>
                <a:spcPts val="0"/>
              </a:spcAft>
              <a:buClr>
                <a:schemeClr val="dk1"/>
              </a:buClr>
              <a:buSzPts val="1200"/>
              <a:buChar char="•"/>
            </a:pPr>
            <a:r>
              <a:rPr lang="en-GB"/>
              <a:t>- RDA accounts saw initial diaspora enthusiasm (2020-21) then significant dormancy</a:t>
            </a:r>
            <a:endParaRPr/>
          </a:p>
          <a:p>
            <a:pPr marL="173038" lvl="0" indent="-173038" algn="l" rtl="0">
              <a:lnSpc>
                <a:spcPct val="95000"/>
              </a:lnSpc>
              <a:spcBef>
                <a:spcPts val="0"/>
              </a:spcBef>
              <a:spcAft>
                <a:spcPts val="0"/>
              </a:spcAft>
              <a:buClr>
                <a:schemeClr val="dk1"/>
              </a:buClr>
              <a:buSzPts val="1200"/>
              <a:buChar char="•"/>
            </a:pPr>
            <a:endParaRPr/>
          </a:p>
          <a:p>
            <a:pPr marL="173038" lvl="0" indent="-173038" algn="l" rtl="0">
              <a:lnSpc>
                <a:spcPct val="95000"/>
              </a:lnSpc>
              <a:spcBef>
                <a:spcPts val="0"/>
              </a:spcBef>
              <a:spcAft>
                <a:spcPts val="0"/>
              </a:spcAft>
              <a:buClr>
                <a:schemeClr val="dk1"/>
              </a:buClr>
              <a:buSzPts val="1200"/>
              <a:buChar char="•"/>
            </a:pPr>
            <a:r>
              <a:rPr lang="en-GB"/>
              <a:t>RE-ENGAGEMENT STRATEGIES:</a:t>
            </a:r>
            <a:endParaRPr/>
          </a:p>
          <a:p>
            <a:pPr marL="173038" lvl="0" indent="-173038" algn="l" rtl="0">
              <a:lnSpc>
                <a:spcPct val="95000"/>
              </a:lnSpc>
              <a:spcBef>
                <a:spcPts val="0"/>
              </a:spcBef>
              <a:spcAft>
                <a:spcPts val="0"/>
              </a:spcAft>
              <a:buClr>
                <a:schemeClr val="dk1"/>
              </a:buClr>
              <a:buSzPts val="1200"/>
              <a:buChar char="•"/>
            </a:pPr>
            <a:r>
              <a:rPr lang="en-GB"/>
              <a:t>1. SMS/WhatsApp with cashback incentive for first transaction</a:t>
            </a:r>
            <a:endParaRPr/>
          </a:p>
          <a:p>
            <a:pPr marL="173038" lvl="0" indent="-173038" algn="l" rtl="0">
              <a:lnSpc>
                <a:spcPct val="95000"/>
              </a:lnSpc>
              <a:spcBef>
                <a:spcPts val="0"/>
              </a:spcBef>
              <a:spcAft>
                <a:spcPts val="0"/>
              </a:spcAft>
              <a:buClr>
                <a:schemeClr val="dk1"/>
              </a:buClr>
              <a:buSzPts val="1200"/>
              <a:buChar char="•"/>
            </a:pPr>
            <a:r>
              <a:rPr lang="en-GB"/>
              <a:t>2. Reduced minimum balance or fee waiver for 6 months</a:t>
            </a:r>
            <a:endParaRPr/>
          </a:p>
          <a:p>
            <a:pPr marL="173038" lvl="0" indent="-173038" algn="l" rtl="0">
              <a:lnSpc>
                <a:spcPct val="95000"/>
              </a:lnSpc>
              <a:spcBef>
                <a:spcPts val="0"/>
              </a:spcBef>
              <a:spcAft>
                <a:spcPts val="0"/>
              </a:spcAft>
              <a:buClr>
                <a:schemeClr val="dk1"/>
              </a:buClr>
              <a:buSzPts val="1200"/>
              <a:buChar char="•"/>
            </a:pPr>
            <a:r>
              <a:rPr lang="en-GB"/>
              <a:t>3. Mobile re-activation via NADRA biometric verification</a:t>
            </a:r>
            <a:endParaRPr/>
          </a:p>
          <a:p>
            <a:pPr marL="173038" lvl="0" indent="-173038" algn="l" rtl="0">
              <a:lnSpc>
                <a:spcPct val="95000"/>
              </a:lnSpc>
              <a:spcBef>
                <a:spcPts val="0"/>
              </a:spcBef>
              <a:spcAft>
                <a:spcPts val="0"/>
              </a:spcAft>
              <a:buClr>
                <a:schemeClr val="dk1"/>
              </a:buClr>
              <a:buSzPts val="1200"/>
              <a:buChar char="•"/>
            </a:pPr>
            <a:r>
              <a:rPr lang="en-GB"/>
              <a:t>4. Agent-assisted rural re-activation at nearest branchless point</a:t>
            </a:r>
            <a:endParaRPr/>
          </a:p>
          <a:p>
            <a:pPr marL="173038" lvl="0" indent="-173038" algn="l" rtl="0">
              <a:lnSpc>
                <a:spcPct val="95000"/>
              </a:lnSpc>
              <a:spcBef>
                <a:spcPts val="0"/>
              </a:spcBef>
              <a:spcAft>
                <a:spcPts val="0"/>
              </a:spcAft>
              <a:buClr>
                <a:schemeClr val="dk1"/>
              </a:buClr>
              <a:buSzPts val="1200"/>
              <a:buChar char="•"/>
            </a:pPr>
            <a:r>
              <a:rPr lang="en-GB"/>
              <a:t>5. Salary account re-engagement via employer HR department partnerships</a:t>
            </a:r>
            <a:endParaRPr/>
          </a:p>
          <a:p>
            <a:pPr marL="173038" lvl="0" indent="-173038" algn="l" rtl="0">
              <a:lnSpc>
                <a:spcPct val="95000"/>
              </a:lnSpc>
              <a:spcBef>
                <a:spcPts val="0"/>
              </a:spcBef>
              <a:spcAft>
                <a:spcPts val="0"/>
              </a:spcAft>
              <a:buClr>
                <a:schemeClr val="dk1"/>
              </a:buClr>
              <a:buSzPts val="1200"/>
              <a:buChar char="•"/>
            </a:pPr>
            <a:r>
              <a:rPr lang="en-GB"/>
              <a:t>6. Islamic product conversion offer for customers citing religious reasons</a:t>
            </a:r>
            <a:endParaRPr/>
          </a:p>
          <a:p>
            <a:pPr marL="173038" lvl="0" indent="-173038" algn="l" rtl="0">
              <a:lnSpc>
                <a:spcPct val="95000"/>
              </a:lnSpc>
              <a:spcBef>
                <a:spcPts val="0"/>
              </a:spcBef>
              <a:spcAft>
                <a:spcPts val="0"/>
              </a:spcAft>
              <a:buClr>
                <a:schemeClr val="dk1"/>
              </a:buClr>
              <a:buSzPts val="1200"/>
              <a:buChar char="•"/>
            </a:pPr>
            <a:endParaRPr/>
          </a:p>
          <a:p>
            <a:pPr marL="173038" lvl="0" indent="-173038" algn="l" rtl="0">
              <a:lnSpc>
                <a:spcPct val="95000"/>
              </a:lnSpc>
              <a:spcBef>
                <a:spcPts val="0"/>
              </a:spcBef>
              <a:spcAft>
                <a:spcPts val="0"/>
              </a:spcAft>
              <a:buClr>
                <a:schemeClr val="dk1"/>
              </a:buClr>
              <a:buSzPts val="1200"/>
              <a:buChar char="•"/>
            </a:pPr>
            <a:r>
              <a:rPr lang="en-GB"/>
              <a:t>Target: Re-activate 20-30% (~3-5M accounts); recover PKR 500B+ in dormant deposits; SBP compliance</a:t>
            </a:r>
            <a:endParaRPr/>
          </a:p>
          <a:p>
            <a:pPr marL="173038" lvl="0" indent="-173038" algn="l" rtl="0">
              <a:lnSpc>
                <a:spcPct val="95000"/>
              </a:lnSpc>
              <a:spcBef>
                <a:spcPts val="0"/>
              </a:spcBef>
              <a:spcAft>
                <a:spcPts val="0"/>
              </a:spcAft>
              <a:buClr>
                <a:schemeClr val="dk1"/>
              </a:buClr>
              <a:buSzPts val="1200"/>
              <a:buChar char="•"/>
            </a:pPr>
            <a:endParaRPr/>
          </a:p>
          <a:p>
            <a:pPr marL="173038" lvl="0" indent="-173038" algn="l" rtl="0">
              <a:lnSpc>
                <a:spcPct val="95000"/>
              </a:lnSpc>
              <a:spcBef>
                <a:spcPts val="0"/>
              </a:spcBef>
              <a:spcAft>
                <a:spcPts val="0"/>
              </a:spcAft>
              <a:buClr>
                <a:schemeClr val="dk1"/>
              </a:buClr>
              <a:buSzPts val="1200"/>
              <a:buChar char="•"/>
            </a:pPr>
            <a:r>
              <a:rPr lang="en-GB"/>
              <a:t>FSDM: RENGMT, DRMNT_ACCT, DRMNT_CLSFCTN, REACTVTN, RENGMT_CMPGN</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8"/>
        <p:cNvGrpSpPr/>
        <p:nvPr/>
      </p:nvGrpSpPr>
      <p:grpSpPr>
        <a:xfrm>
          <a:off x="0" y="0"/>
          <a:ext cx="0" cy="0"/>
          <a:chOff x="0" y="0"/>
          <a:chExt cx="0" cy="0"/>
        </a:xfrm>
      </p:grpSpPr>
      <p:sp>
        <p:nvSpPr>
          <p:cNvPr id="1639" name="Google Shape;1639;p75:notes"/>
          <p:cNvSpPr txBox="1">
            <a:spLocks noGrp="1"/>
          </p:cNvSpPr>
          <p:nvPr>
            <p:ph type="sldNum" idx="12"/>
          </p:nvPr>
        </p:nvSpPr>
        <p:spPr>
          <a:xfrm>
            <a:off x="3885012" y="9446102"/>
            <a:ext cx="2971800" cy="497284"/>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GB" sz="1800">
                <a:solidFill>
                  <a:srgbClr val="000000"/>
                </a:solidFill>
                <a:latin typeface="Calibri"/>
                <a:ea typeface="Calibri"/>
                <a:cs typeface="Calibri"/>
                <a:sym typeface="Calibri"/>
              </a:rPr>
              <a:t>12</a:t>
            </a:fld>
            <a:endParaRPr sz="1800">
              <a:solidFill>
                <a:srgbClr val="000000"/>
              </a:solidFill>
              <a:latin typeface="Calibri"/>
              <a:ea typeface="Calibri"/>
              <a:cs typeface="Calibri"/>
              <a:sym typeface="Calibri"/>
            </a:endParaRPr>
          </a:p>
        </p:txBody>
      </p:sp>
      <p:sp>
        <p:nvSpPr>
          <p:cNvPr id="1640" name="Google Shape;1640;p75:notes"/>
          <p:cNvSpPr>
            <a:spLocks noGrp="1" noRot="1" noChangeAspect="1"/>
          </p:cNvSpPr>
          <p:nvPr>
            <p:ph type="sldImg" idx="2"/>
          </p:nvPr>
        </p:nvSpPr>
        <p:spPr>
          <a:xfrm>
            <a:off x="114300" y="746125"/>
            <a:ext cx="6629400" cy="372903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641" name="Google Shape;1641;p75:notes"/>
          <p:cNvSpPr txBox="1">
            <a:spLocks noGrp="1"/>
          </p:cNvSpPr>
          <p:nvPr>
            <p:ph type="body" idx="1"/>
          </p:nvPr>
        </p:nvSpPr>
        <p:spPr>
          <a:xfrm>
            <a:off x="685800" y="4724202"/>
            <a:ext cx="5486400" cy="4475560"/>
          </a:xfrm>
          <a:prstGeom prst="rect">
            <a:avLst/>
          </a:prstGeom>
          <a:noFill/>
          <a:ln>
            <a:noFill/>
          </a:ln>
        </p:spPr>
        <p:txBody>
          <a:bodyPr spcFirstLastPara="1" wrap="square" lIns="91425" tIns="45700" rIns="91425" bIns="45700" anchor="t" anchorCtr="0">
            <a:noAutofit/>
          </a:bodyPr>
          <a:lstStyle/>
          <a:p>
            <a:pPr marL="173038" lvl="0" indent="-96838" algn="l" rtl="0">
              <a:lnSpc>
                <a:spcPct val="95000"/>
              </a:lnSpc>
              <a:spcBef>
                <a:spcPts val="0"/>
              </a:spcBef>
              <a:spcAft>
                <a:spcPts val="0"/>
              </a:spcAft>
              <a:buClr>
                <a:schemeClr val="dk1"/>
              </a:buClr>
              <a:buSzPts val="1200"/>
              <a:buNone/>
            </a:pPr>
            <a:r>
              <a:t>CUSTOMER RE-ENGAGEMENT MATURITY - Speaker Notes</a:t>
            </a:r>
          </a:p>
          <a:p>
            <a:pPr marL="173038" lvl="0" indent="-96838" algn="l" rtl="0">
              <a:lnSpc>
                <a:spcPct val="95000"/>
              </a:lnSpc>
              <a:spcBef>
                <a:spcPts val="0"/>
              </a:spcBef>
              <a:spcAft>
                <a:spcPts val="0"/>
              </a:spcAft>
              <a:buClr>
                <a:schemeClr val="dk1"/>
              </a:buClr>
              <a:buSzPts val="1200"/>
              <a:buNone/>
            </a:pPr>
            <a:r>
              <a:t>Pakistan: Emerging level. Limited analytics on dormant accounts, mostly manual re-engagement.</a:t>
            </a:r>
          </a:p>
          <a:p>
            <a:pPr marL="173038" lvl="0" indent="-96838" algn="l" rtl="0">
              <a:lnSpc>
                <a:spcPct val="95000"/>
              </a:lnSpc>
              <a:spcBef>
                <a:spcPts val="0"/>
              </a:spcBef>
              <a:spcAft>
                <a:spcPts val="0"/>
              </a:spcAft>
              <a:buClr>
                <a:schemeClr val="dk1"/>
              </a:buClr>
              <a:buSzPts val="1200"/>
              <a:buNone/>
            </a:pPr>
            <a:r>
              <a:t>Priority: Dormant account scoring (value estimation), automated re-engagement campaigns, NADRA re-verification for KYC refresh.</a:t>
            </a:r>
          </a:p>
          <a:p>
            <a:pPr marL="173038" lvl="0" indent="-96838" algn="l" rtl="0">
              <a:lnSpc>
                <a:spcPct val="95000"/>
              </a:lnSpc>
              <a:spcBef>
                <a:spcPts val="0"/>
              </a:spcBef>
              <a:spcAft>
                <a:spcPts val="0"/>
              </a:spcAft>
              <a:buClr>
                <a:schemeClr val="dk1"/>
              </a:buClr>
              <a:buSzPts val="1200"/>
              <a:buNone/>
            </a:pPr>
            <a:endParaRPr/>
          </a:p>
          <a:p>
            <a:pPr marL="173038" lvl="0" indent="-96838" algn="l" rtl="0">
              <a:lnSpc>
                <a:spcPct val="95000"/>
              </a:lnSpc>
              <a:spcBef>
                <a:spcPts val="0"/>
              </a:spcBef>
              <a:spcAft>
                <a:spcPts val="0"/>
              </a:spcAft>
              <a:buClr>
                <a:schemeClr val="dk1"/>
              </a:buClr>
              <a:buSzPts val="1200"/>
              <a:buNone/>
            </a:pPr>
            <a:r>
              <a:t>FSDM: RENGMT, DRMNT_ACCT, DRMNT_CLSFCTN, REACTVTN</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2"/>
        <p:cNvGrpSpPr/>
        <p:nvPr/>
      </p:nvGrpSpPr>
      <p:grpSpPr>
        <a:xfrm>
          <a:off x="0" y="0"/>
          <a:ext cx="0" cy="0"/>
          <a:chOff x="0" y="0"/>
          <a:chExt cx="0" cy="0"/>
        </a:xfrm>
      </p:grpSpPr>
      <p:sp>
        <p:nvSpPr>
          <p:cNvPr id="1653" name="Google Shape;1653;p76:notes"/>
          <p:cNvSpPr txBox="1">
            <a:spLocks noGrp="1"/>
          </p:cNvSpPr>
          <p:nvPr>
            <p:ph type="sldNum" idx="12"/>
          </p:nvPr>
        </p:nvSpPr>
        <p:spPr>
          <a:xfrm>
            <a:off x="3885012" y="9446102"/>
            <a:ext cx="2971800" cy="497284"/>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GB" sz="1800">
                <a:solidFill>
                  <a:srgbClr val="000000"/>
                </a:solidFill>
                <a:latin typeface="Calibri"/>
                <a:ea typeface="Calibri"/>
                <a:cs typeface="Calibri"/>
                <a:sym typeface="Calibri"/>
              </a:rPr>
              <a:t>13</a:t>
            </a:fld>
            <a:endParaRPr sz="1800">
              <a:solidFill>
                <a:srgbClr val="000000"/>
              </a:solidFill>
              <a:latin typeface="Calibri"/>
              <a:ea typeface="Calibri"/>
              <a:cs typeface="Calibri"/>
              <a:sym typeface="Calibri"/>
            </a:endParaRPr>
          </a:p>
        </p:txBody>
      </p:sp>
      <p:sp>
        <p:nvSpPr>
          <p:cNvPr id="1654" name="Google Shape;1654;p76:notes"/>
          <p:cNvSpPr>
            <a:spLocks noGrp="1" noRot="1" noChangeAspect="1"/>
          </p:cNvSpPr>
          <p:nvPr>
            <p:ph type="sldImg" idx="2"/>
          </p:nvPr>
        </p:nvSpPr>
        <p:spPr>
          <a:xfrm>
            <a:off x="114300" y="746125"/>
            <a:ext cx="6629400" cy="372903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655" name="Google Shape;1655;p76:notes"/>
          <p:cNvSpPr txBox="1">
            <a:spLocks noGrp="1"/>
          </p:cNvSpPr>
          <p:nvPr>
            <p:ph type="body" idx="1"/>
          </p:nvPr>
        </p:nvSpPr>
        <p:spPr>
          <a:xfrm>
            <a:off x="685800" y="4724202"/>
            <a:ext cx="5486400" cy="4475560"/>
          </a:xfrm>
          <a:prstGeom prst="rect">
            <a:avLst/>
          </a:prstGeom>
          <a:noFill/>
          <a:ln>
            <a:noFill/>
          </a:ln>
        </p:spPr>
        <p:txBody>
          <a:bodyPr spcFirstLastPara="1" wrap="square" lIns="91425" tIns="45700" rIns="91425" bIns="45700" anchor="t" anchorCtr="0">
            <a:noAutofit/>
          </a:bodyPr>
          <a:lstStyle/>
          <a:p>
            <a:pPr marL="173038" lvl="0" indent="-173038" algn="l" rtl="0">
              <a:lnSpc>
                <a:spcPct val="95000"/>
              </a:lnSpc>
              <a:spcBef>
                <a:spcPts val="0"/>
              </a:spcBef>
              <a:spcAft>
                <a:spcPts val="0"/>
              </a:spcAft>
              <a:buClr>
                <a:schemeClr val="dk1"/>
              </a:buClr>
              <a:buSzPts val="1200"/>
              <a:buChar char="•"/>
            </a:pPr>
            <a:r>
              <a:rPr lang="en-GB"/>
              <a:t>CUSTOMER LOYALTY - Speaker Notes</a:t>
            </a:r>
            <a:endParaRPr/>
          </a:p>
          <a:p>
            <a:pPr marL="173038" lvl="0" indent="-173038" algn="l" rtl="0">
              <a:lnSpc>
                <a:spcPct val="95000"/>
              </a:lnSpc>
              <a:spcBef>
                <a:spcPts val="0"/>
              </a:spcBef>
              <a:spcAft>
                <a:spcPts val="0"/>
              </a:spcAft>
              <a:buClr>
                <a:schemeClr val="dk1"/>
              </a:buClr>
              <a:buSzPts val="1200"/>
              <a:buChar char="•"/>
            </a:pPr>
            <a:r>
              <a:rPr lang="en-GB"/>
              <a:t>PAKISTAN LOYALTY LANDSCAPE:</a:t>
            </a:r>
            <a:endParaRPr/>
          </a:p>
          <a:p>
            <a:pPr marL="173038" lvl="0" indent="-173038" algn="l" rtl="0">
              <a:lnSpc>
                <a:spcPct val="95000"/>
              </a:lnSpc>
              <a:spcBef>
                <a:spcPts val="0"/>
              </a:spcBef>
              <a:spcAft>
                <a:spcPts val="0"/>
              </a:spcAft>
              <a:buClr>
                <a:schemeClr val="dk1"/>
              </a:buClr>
              <a:buSzPts val="1200"/>
              <a:buChar char="•"/>
            </a:pPr>
            <a:r>
              <a:rPr lang="en-GB"/>
              <a:t>Current Programs: HBL Konnect (points), UBL Rewards (vouchers), MCB Rewards (credit card only). Low engagement &lt;15%.</a:t>
            </a:r>
            <a:endParaRPr/>
          </a:p>
          <a:p>
            <a:pPr marL="173038" lvl="0" indent="-173038" algn="l" rtl="0">
              <a:lnSpc>
                <a:spcPct val="95000"/>
              </a:lnSpc>
              <a:spcBef>
                <a:spcPts val="0"/>
              </a:spcBef>
              <a:spcAft>
                <a:spcPts val="0"/>
              </a:spcAft>
              <a:buClr>
                <a:schemeClr val="dk1"/>
              </a:buClr>
              <a:buSzPts val="1200"/>
              <a:buChar char="•"/>
            </a:pPr>
            <a:endParaRPr/>
          </a:p>
          <a:p>
            <a:pPr marL="173038" lvl="0" indent="-173038" algn="l" rtl="0">
              <a:lnSpc>
                <a:spcPct val="95000"/>
              </a:lnSpc>
              <a:spcBef>
                <a:spcPts val="0"/>
              </a:spcBef>
              <a:spcAft>
                <a:spcPts val="0"/>
              </a:spcAft>
              <a:buClr>
                <a:schemeClr val="dk1"/>
              </a:buClr>
              <a:buSzPts val="1200"/>
              <a:buChar char="•"/>
            </a:pPr>
            <a:r>
              <a:rPr lang="en-GB"/>
              <a:t>Challenges:</a:t>
            </a:r>
            <a:endParaRPr/>
          </a:p>
          <a:p>
            <a:pPr marL="173038" lvl="0" indent="-173038" algn="l" rtl="0">
              <a:lnSpc>
                <a:spcPct val="95000"/>
              </a:lnSpc>
              <a:spcBef>
                <a:spcPts val="0"/>
              </a:spcBef>
              <a:spcAft>
                <a:spcPts val="0"/>
              </a:spcAft>
              <a:buClr>
                <a:schemeClr val="dk1"/>
              </a:buClr>
              <a:buSzPts val="1200"/>
              <a:buChar char="•"/>
            </a:pPr>
            <a:r>
              <a:rPr lang="en-GB"/>
              <a:t>- Cash economy (85%+ retail transactions in cash) limits transaction-linked rewards</a:t>
            </a:r>
            <a:endParaRPr/>
          </a:p>
          <a:p>
            <a:pPr marL="173038" lvl="0" indent="-173038" algn="l" rtl="0">
              <a:lnSpc>
                <a:spcPct val="95000"/>
              </a:lnSpc>
              <a:spcBef>
                <a:spcPts val="0"/>
              </a:spcBef>
              <a:spcAft>
                <a:spcPts val="0"/>
              </a:spcAft>
              <a:buClr>
                <a:schemeClr val="dk1"/>
              </a:buClr>
              <a:buSzPts val="1200"/>
              <a:buChar char="•"/>
            </a:pPr>
            <a:r>
              <a:rPr lang="en-GB"/>
              <a:t>- Low card penetration (&lt;5% credit card) reduces earning opportunities</a:t>
            </a:r>
            <a:endParaRPr/>
          </a:p>
          <a:p>
            <a:pPr marL="173038" lvl="0" indent="-173038" algn="l" rtl="0">
              <a:lnSpc>
                <a:spcPct val="95000"/>
              </a:lnSpc>
              <a:spcBef>
                <a:spcPts val="0"/>
              </a:spcBef>
              <a:spcAft>
                <a:spcPts val="0"/>
              </a:spcAft>
              <a:buClr>
                <a:schemeClr val="dk1"/>
              </a:buClr>
              <a:buSzPts val="1200"/>
              <a:buChar char="•"/>
            </a:pPr>
            <a:r>
              <a:rPr lang="en-GB"/>
              <a:t>- Islamic compliance needed for reward structures</a:t>
            </a:r>
            <a:endParaRPr/>
          </a:p>
          <a:p>
            <a:pPr marL="173038" lvl="0" indent="-173038" algn="l" rtl="0">
              <a:lnSpc>
                <a:spcPct val="95000"/>
              </a:lnSpc>
              <a:spcBef>
                <a:spcPts val="0"/>
              </a:spcBef>
              <a:spcAft>
                <a:spcPts val="0"/>
              </a:spcAft>
              <a:buClr>
                <a:schemeClr val="dk1"/>
              </a:buClr>
              <a:buSzPts val="1200"/>
              <a:buChar char="•"/>
            </a:pPr>
            <a:r>
              <a:rPr lang="en-GB"/>
              <a:t>- Generic rewards with low perceived value</a:t>
            </a:r>
            <a:endParaRPr/>
          </a:p>
          <a:p>
            <a:pPr marL="173038" lvl="0" indent="-173038" algn="l" rtl="0">
              <a:lnSpc>
                <a:spcPct val="95000"/>
              </a:lnSpc>
              <a:spcBef>
                <a:spcPts val="0"/>
              </a:spcBef>
              <a:spcAft>
                <a:spcPts val="0"/>
              </a:spcAft>
              <a:buClr>
                <a:schemeClr val="dk1"/>
              </a:buClr>
              <a:buSzPts val="1200"/>
              <a:buChar char="•"/>
            </a:pPr>
            <a:endParaRPr/>
          </a:p>
          <a:p>
            <a:pPr marL="173038" lvl="0" indent="-173038" algn="l" rtl="0">
              <a:lnSpc>
                <a:spcPct val="95000"/>
              </a:lnSpc>
              <a:spcBef>
                <a:spcPts val="0"/>
              </a:spcBef>
              <a:spcAft>
                <a:spcPts val="0"/>
              </a:spcAft>
              <a:buClr>
                <a:schemeClr val="dk1"/>
              </a:buClr>
              <a:buSzPts val="1200"/>
              <a:buChar char="•"/>
            </a:pPr>
            <a:r>
              <a:rPr lang="en-GB"/>
              <a:t>Opportunities:</a:t>
            </a:r>
            <a:endParaRPr/>
          </a:p>
          <a:p>
            <a:pPr marL="173038" lvl="0" indent="-173038" algn="l" rtl="0">
              <a:lnSpc>
                <a:spcPct val="95000"/>
              </a:lnSpc>
              <a:spcBef>
                <a:spcPts val="0"/>
              </a:spcBef>
              <a:spcAft>
                <a:spcPts val="0"/>
              </a:spcAft>
              <a:buClr>
                <a:schemeClr val="dk1"/>
              </a:buClr>
              <a:buSzPts val="1200"/>
              <a:buChar char="•"/>
            </a:pPr>
            <a:r>
              <a:rPr lang="en-GB"/>
              <a:t>- RAAST-linked loyalty (earn on digital payments to drive adoption)</a:t>
            </a:r>
            <a:endParaRPr/>
          </a:p>
          <a:p>
            <a:pPr marL="173038" lvl="0" indent="-173038" algn="l" rtl="0">
              <a:lnSpc>
                <a:spcPct val="95000"/>
              </a:lnSpc>
              <a:spcBef>
                <a:spcPts val="0"/>
              </a:spcBef>
              <a:spcAft>
                <a:spcPts val="0"/>
              </a:spcAft>
              <a:buClr>
                <a:schemeClr val="dk1"/>
              </a:buClr>
              <a:buSzPts val="1200"/>
              <a:buChar char="•"/>
            </a:pPr>
            <a:r>
              <a:rPr lang="en-GB"/>
              <a:t>- Islamic rewards (Hajj/Umrah savings contribution, Zakat calculation, charitable giving)</a:t>
            </a:r>
            <a:endParaRPr/>
          </a:p>
          <a:p>
            <a:pPr marL="173038" lvl="0" indent="-173038" algn="l" rtl="0">
              <a:lnSpc>
                <a:spcPct val="95000"/>
              </a:lnSpc>
              <a:spcBef>
                <a:spcPts val="0"/>
              </a:spcBef>
              <a:spcAft>
                <a:spcPts val="0"/>
              </a:spcAft>
              <a:buClr>
                <a:schemeClr val="dk1"/>
              </a:buClr>
              <a:buSzPts val="1200"/>
              <a:buChar char="•"/>
            </a:pPr>
            <a:r>
              <a:rPr lang="en-GB"/>
              <a:t>- Experiential rewards (airport lounge, Pakistan cricket team events, concert access)</a:t>
            </a:r>
            <a:endParaRPr/>
          </a:p>
          <a:p>
            <a:pPr marL="173038" lvl="0" indent="-173038" algn="l" rtl="0">
              <a:lnSpc>
                <a:spcPct val="95000"/>
              </a:lnSpc>
              <a:spcBef>
                <a:spcPts val="0"/>
              </a:spcBef>
              <a:spcAft>
                <a:spcPts val="0"/>
              </a:spcAft>
              <a:buClr>
                <a:schemeClr val="dk1"/>
              </a:buClr>
              <a:buSzPts val="1200"/>
              <a:buChar char="•"/>
            </a:pPr>
            <a:r>
              <a:rPr lang="en-GB"/>
              <a:t>- Merchant partnerships (Foodpanda, Daraz, Careem, TCS delivery)</a:t>
            </a:r>
            <a:endParaRPr/>
          </a:p>
          <a:p>
            <a:pPr marL="173038" lvl="0" indent="-173038" algn="l" rtl="0">
              <a:lnSpc>
                <a:spcPct val="95000"/>
              </a:lnSpc>
              <a:spcBef>
                <a:spcPts val="0"/>
              </a:spcBef>
              <a:spcAft>
                <a:spcPts val="0"/>
              </a:spcAft>
              <a:buClr>
                <a:schemeClr val="dk1"/>
              </a:buClr>
              <a:buSzPts val="1200"/>
              <a:buChar char="•"/>
            </a:pPr>
            <a:r>
              <a:rPr lang="en-GB"/>
              <a:t>- Gamification (challenges, streaks, tier progression)</a:t>
            </a:r>
            <a:endParaRPr/>
          </a:p>
          <a:p>
            <a:pPr marL="173038" lvl="0" indent="-173038" algn="l" rtl="0">
              <a:lnSpc>
                <a:spcPct val="95000"/>
              </a:lnSpc>
              <a:spcBef>
                <a:spcPts val="0"/>
              </a:spcBef>
              <a:spcAft>
                <a:spcPts val="0"/>
              </a:spcAft>
              <a:buClr>
                <a:schemeClr val="dk1"/>
              </a:buClr>
              <a:buSzPts val="1200"/>
              <a:buChar char="•"/>
            </a:pPr>
            <a:endParaRPr/>
          </a:p>
          <a:p>
            <a:pPr marL="173038" lvl="0" indent="-173038" algn="l" rtl="0">
              <a:lnSpc>
                <a:spcPct val="95000"/>
              </a:lnSpc>
              <a:spcBef>
                <a:spcPts val="0"/>
              </a:spcBef>
              <a:spcAft>
                <a:spcPts val="0"/>
              </a:spcAft>
              <a:buClr>
                <a:schemeClr val="dk1"/>
              </a:buClr>
              <a:buSzPts val="1200"/>
              <a:buChar char="•"/>
            </a:pPr>
            <a:r>
              <a:rPr lang="en-GB"/>
              <a:t>Target: Penetration from &lt;15% to 40%+; retention +20-25% for loyalty members; drive POS and digital usage</a:t>
            </a:r>
            <a:endParaRPr/>
          </a:p>
          <a:p>
            <a:pPr marL="173038" lvl="0" indent="-173038" algn="l" rtl="0">
              <a:lnSpc>
                <a:spcPct val="95000"/>
              </a:lnSpc>
              <a:spcBef>
                <a:spcPts val="0"/>
              </a:spcBef>
              <a:spcAft>
                <a:spcPts val="0"/>
              </a:spcAft>
              <a:buClr>
                <a:schemeClr val="dk1"/>
              </a:buClr>
              <a:buSzPts val="1200"/>
              <a:buChar char="•"/>
            </a:pPr>
            <a:endParaRPr/>
          </a:p>
          <a:p>
            <a:pPr marL="173038" lvl="0" indent="-173038" algn="l" rtl="0">
              <a:lnSpc>
                <a:spcPct val="95000"/>
              </a:lnSpc>
              <a:spcBef>
                <a:spcPts val="0"/>
              </a:spcBef>
              <a:spcAft>
                <a:spcPts val="0"/>
              </a:spcAft>
              <a:buClr>
                <a:schemeClr val="dk1"/>
              </a:buClr>
              <a:buSzPts val="1200"/>
              <a:buChar char="•"/>
            </a:pPr>
            <a:r>
              <a:rPr lang="en-GB"/>
              <a:t>FSDM: LYLTY, LYLTY_PRGM, LYLTY_TIER, RWRD, RWRD_PNT, RDMPTN, LYLTY_MBRSHP</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2"/>
        <p:cNvGrpSpPr/>
        <p:nvPr/>
      </p:nvGrpSpPr>
      <p:grpSpPr>
        <a:xfrm>
          <a:off x="0" y="0"/>
          <a:ext cx="0" cy="0"/>
          <a:chOff x="0" y="0"/>
          <a:chExt cx="0" cy="0"/>
        </a:xfrm>
      </p:grpSpPr>
      <p:sp>
        <p:nvSpPr>
          <p:cNvPr id="1683" name="Google Shape;1683;p77:notes"/>
          <p:cNvSpPr txBox="1">
            <a:spLocks noGrp="1"/>
          </p:cNvSpPr>
          <p:nvPr>
            <p:ph type="sldNum" idx="12"/>
          </p:nvPr>
        </p:nvSpPr>
        <p:spPr>
          <a:xfrm>
            <a:off x="3885012" y="9446102"/>
            <a:ext cx="2971800" cy="497284"/>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GB" sz="1800">
                <a:solidFill>
                  <a:srgbClr val="000000"/>
                </a:solidFill>
                <a:latin typeface="Calibri"/>
                <a:ea typeface="Calibri"/>
                <a:cs typeface="Calibri"/>
                <a:sym typeface="Calibri"/>
              </a:rPr>
              <a:t>14</a:t>
            </a:fld>
            <a:endParaRPr sz="1800">
              <a:solidFill>
                <a:srgbClr val="000000"/>
              </a:solidFill>
              <a:latin typeface="Calibri"/>
              <a:ea typeface="Calibri"/>
              <a:cs typeface="Calibri"/>
              <a:sym typeface="Calibri"/>
            </a:endParaRPr>
          </a:p>
        </p:txBody>
      </p:sp>
      <p:sp>
        <p:nvSpPr>
          <p:cNvPr id="1684" name="Google Shape;1684;p77:notes"/>
          <p:cNvSpPr>
            <a:spLocks noGrp="1" noRot="1" noChangeAspect="1"/>
          </p:cNvSpPr>
          <p:nvPr>
            <p:ph type="sldImg" idx="2"/>
          </p:nvPr>
        </p:nvSpPr>
        <p:spPr>
          <a:xfrm>
            <a:off x="114300" y="746125"/>
            <a:ext cx="6629400" cy="372903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685" name="Google Shape;1685;p77:notes"/>
          <p:cNvSpPr txBox="1">
            <a:spLocks noGrp="1"/>
          </p:cNvSpPr>
          <p:nvPr>
            <p:ph type="body" idx="1"/>
          </p:nvPr>
        </p:nvSpPr>
        <p:spPr>
          <a:xfrm>
            <a:off x="685800" y="4724202"/>
            <a:ext cx="5486400" cy="4475560"/>
          </a:xfrm>
          <a:prstGeom prst="rect">
            <a:avLst/>
          </a:prstGeom>
          <a:noFill/>
          <a:ln>
            <a:noFill/>
          </a:ln>
        </p:spPr>
        <p:txBody>
          <a:bodyPr spcFirstLastPara="1" wrap="square" lIns="91425" tIns="45700" rIns="91425" bIns="45700" anchor="t" anchorCtr="0">
            <a:noAutofit/>
          </a:bodyPr>
          <a:lstStyle/>
          <a:p>
            <a:pPr marL="173038" lvl="0" indent="-96838" algn="l" rtl="0">
              <a:lnSpc>
                <a:spcPct val="95000"/>
              </a:lnSpc>
              <a:spcBef>
                <a:spcPts val="0"/>
              </a:spcBef>
              <a:spcAft>
                <a:spcPts val="0"/>
              </a:spcAft>
              <a:buClr>
                <a:schemeClr val="dk1"/>
              </a:buClr>
              <a:buSzPts val="1200"/>
              <a:buNone/>
            </a:pPr>
            <a:r>
              <a:t>CUSTOMER LOYALTY MATURITY - Speaker Notes</a:t>
            </a:r>
          </a:p>
          <a:p>
            <a:pPr marL="173038" lvl="0" indent="-96838" algn="l" rtl="0">
              <a:lnSpc>
                <a:spcPct val="95000"/>
              </a:lnSpc>
              <a:spcBef>
                <a:spcPts val="0"/>
              </a:spcBef>
              <a:spcAft>
                <a:spcPts val="0"/>
              </a:spcAft>
              <a:buClr>
                <a:schemeClr val="dk1"/>
              </a:buClr>
              <a:buSzPts val="1200"/>
              <a:buNone/>
            </a:pPr>
            <a:r>
              <a:t>Pakistan: Emerging level. Basic points programs, no behavioral loyalty analytics.</a:t>
            </a:r>
          </a:p>
          <a:p>
            <a:pPr marL="173038" lvl="0" indent="-96838" algn="l" rtl="0">
              <a:lnSpc>
                <a:spcPct val="95000"/>
              </a:lnSpc>
              <a:spcBef>
                <a:spcPts val="0"/>
              </a:spcBef>
              <a:spcAft>
                <a:spcPts val="0"/>
              </a:spcAft>
              <a:buClr>
                <a:schemeClr val="dk1"/>
              </a:buClr>
              <a:buSzPts val="1200"/>
              <a:buNone/>
            </a:pPr>
            <a:r>
              <a:t>Priority: Tiered loyalty design, Islamic loyalty structure, RAAST-linked earning, merchant partnerships.</a:t>
            </a:r>
          </a:p>
          <a:p>
            <a:pPr marL="173038" lvl="0" indent="-96838" algn="l" rtl="0">
              <a:lnSpc>
                <a:spcPct val="95000"/>
              </a:lnSpc>
              <a:spcBef>
                <a:spcPts val="0"/>
              </a:spcBef>
              <a:spcAft>
                <a:spcPts val="0"/>
              </a:spcAft>
              <a:buClr>
                <a:schemeClr val="dk1"/>
              </a:buClr>
              <a:buSzPts val="1200"/>
              <a:buNone/>
            </a:pPr>
            <a:endParaRPr/>
          </a:p>
          <a:p>
            <a:pPr marL="173038" lvl="0" indent="-96838" algn="l" rtl="0">
              <a:lnSpc>
                <a:spcPct val="95000"/>
              </a:lnSpc>
              <a:spcBef>
                <a:spcPts val="0"/>
              </a:spcBef>
              <a:spcAft>
                <a:spcPts val="0"/>
              </a:spcAft>
              <a:buClr>
                <a:schemeClr val="dk1"/>
              </a:buClr>
              <a:buSzPts val="1200"/>
              <a:buNone/>
            </a:pPr>
            <a:r>
              <a:t>FSDM: LYLTY, LYLTY_PRGM, LYLTY_TIER, RWRD</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6"/>
        <p:cNvGrpSpPr/>
        <p:nvPr/>
      </p:nvGrpSpPr>
      <p:grpSpPr>
        <a:xfrm>
          <a:off x="0" y="0"/>
          <a:ext cx="0" cy="0"/>
          <a:chOff x="0" y="0"/>
          <a:chExt cx="0" cy="0"/>
        </a:xfrm>
      </p:grpSpPr>
      <p:sp>
        <p:nvSpPr>
          <p:cNvPr id="1697" name="Google Shape;1697;p78:notes"/>
          <p:cNvSpPr txBox="1">
            <a:spLocks noGrp="1"/>
          </p:cNvSpPr>
          <p:nvPr>
            <p:ph type="sldNum" idx="12"/>
          </p:nvPr>
        </p:nvSpPr>
        <p:spPr>
          <a:xfrm>
            <a:off x="3885012" y="9446102"/>
            <a:ext cx="2971800" cy="497284"/>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GB" sz="1800">
                <a:solidFill>
                  <a:srgbClr val="000000"/>
                </a:solidFill>
                <a:latin typeface="Calibri"/>
                <a:ea typeface="Calibri"/>
                <a:cs typeface="Calibri"/>
                <a:sym typeface="Calibri"/>
              </a:rPr>
              <a:t>15</a:t>
            </a:fld>
            <a:endParaRPr sz="1800">
              <a:solidFill>
                <a:srgbClr val="000000"/>
              </a:solidFill>
              <a:latin typeface="Calibri"/>
              <a:ea typeface="Calibri"/>
              <a:cs typeface="Calibri"/>
              <a:sym typeface="Calibri"/>
            </a:endParaRPr>
          </a:p>
        </p:txBody>
      </p:sp>
      <p:sp>
        <p:nvSpPr>
          <p:cNvPr id="1698" name="Google Shape;1698;p78:notes"/>
          <p:cNvSpPr>
            <a:spLocks noGrp="1" noRot="1" noChangeAspect="1"/>
          </p:cNvSpPr>
          <p:nvPr>
            <p:ph type="sldImg" idx="2"/>
          </p:nvPr>
        </p:nvSpPr>
        <p:spPr>
          <a:xfrm>
            <a:off x="114300" y="746125"/>
            <a:ext cx="6629400" cy="372903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699" name="Google Shape;1699;p78:notes"/>
          <p:cNvSpPr txBox="1">
            <a:spLocks noGrp="1"/>
          </p:cNvSpPr>
          <p:nvPr>
            <p:ph type="body" idx="1"/>
          </p:nvPr>
        </p:nvSpPr>
        <p:spPr>
          <a:xfrm>
            <a:off x="685800" y="4724202"/>
            <a:ext cx="5486400" cy="4475560"/>
          </a:xfrm>
          <a:prstGeom prst="rect">
            <a:avLst/>
          </a:prstGeom>
          <a:noFill/>
          <a:ln>
            <a:noFill/>
          </a:ln>
        </p:spPr>
        <p:txBody>
          <a:bodyPr spcFirstLastPara="1" wrap="square" lIns="91425" tIns="45700" rIns="91425" bIns="45700" anchor="t" anchorCtr="0">
            <a:noAutofit/>
          </a:bodyPr>
          <a:lstStyle/>
          <a:p>
            <a:pPr marL="173038" lvl="0" indent="-173038" algn="l" rtl="0">
              <a:lnSpc>
                <a:spcPct val="95000"/>
              </a:lnSpc>
              <a:spcBef>
                <a:spcPts val="0"/>
              </a:spcBef>
              <a:spcAft>
                <a:spcPts val="0"/>
              </a:spcAft>
              <a:buClr>
                <a:schemeClr val="dk1"/>
              </a:buClr>
              <a:buSzPts val="1200"/>
              <a:buChar char="•"/>
            </a:pPr>
            <a:r>
              <a:rPr lang="en-GB"/>
              <a:t>CROSS-SELL/UP-SELL - Speaker Notes</a:t>
            </a:r>
            <a:endParaRPr/>
          </a:p>
          <a:p>
            <a:pPr marL="173038" lvl="0" indent="-173038" algn="l" rtl="0">
              <a:lnSpc>
                <a:spcPct val="95000"/>
              </a:lnSpc>
              <a:spcBef>
                <a:spcPts val="0"/>
              </a:spcBef>
              <a:spcAft>
                <a:spcPts val="0"/>
              </a:spcAft>
              <a:buClr>
                <a:schemeClr val="dk1"/>
              </a:buClr>
              <a:buSzPts val="1200"/>
              <a:buChar char="•"/>
            </a:pPr>
            <a:r>
              <a:rPr lang="en-GB"/>
              <a:t>PAKISTAN CROSS-SELL PIPELINE:</a:t>
            </a:r>
            <a:endParaRPr/>
          </a:p>
          <a:p>
            <a:pPr marL="173038" lvl="0" indent="-173038" algn="l" rtl="0">
              <a:lnSpc>
                <a:spcPct val="95000"/>
              </a:lnSpc>
              <a:spcBef>
                <a:spcPts val="0"/>
              </a:spcBef>
              <a:spcAft>
                <a:spcPts val="0"/>
              </a:spcAft>
              <a:buClr>
                <a:schemeClr val="dk1"/>
              </a:buClr>
              <a:buSzPts val="1200"/>
              <a:buChar char="•"/>
            </a:pPr>
            <a:r>
              <a:rPr lang="en-GB"/>
              <a:t>1. CASA (60M accounts) &gt; 2. Debit activation (50% don't activate) &gt; 3. Credit card (salary holders 6+ months) &gt; 4. Personal loan (salary verified, ECIB clean, 12+ months) &gt; 5. Auto finance (PKR 50K+ salary) &gt; 6. Home finance (PKR 100K+, Diminishing Musharaka for Islamic) &gt; 7. Investment (mutual funds, govt securities) &gt; 8. Insurance (life, health, Takaful) &gt; 9. Business banking (detect self-employment -&gt; SME products)</a:t>
            </a:r>
            <a:endParaRPr/>
          </a:p>
          <a:p>
            <a:pPr marL="173038" lvl="0" indent="-173038" algn="l" rtl="0">
              <a:lnSpc>
                <a:spcPct val="95000"/>
              </a:lnSpc>
              <a:spcBef>
                <a:spcPts val="0"/>
              </a:spcBef>
              <a:spcAft>
                <a:spcPts val="0"/>
              </a:spcAft>
              <a:buClr>
                <a:schemeClr val="dk1"/>
              </a:buClr>
              <a:buSzPts val="1200"/>
              <a:buChar char="•"/>
            </a:pPr>
            <a:endParaRPr/>
          </a:p>
          <a:p>
            <a:pPr marL="173038" lvl="0" indent="-173038" algn="l" rtl="0">
              <a:lnSpc>
                <a:spcPct val="95000"/>
              </a:lnSpc>
              <a:spcBef>
                <a:spcPts val="0"/>
              </a:spcBef>
              <a:spcAft>
                <a:spcPts val="0"/>
              </a:spcAft>
              <a:buClr>
                <a:schemeClr val="dk1"/>
              </a:buClr>
              <a:buSzPts val="1200"/>
              <a:buChar char="•"/>
            </a:pPr>
            <a:r>
              <a:rPr lang="en-GB"/>
              <a:t>EVENT TRIGGERS:</a:t>
            </a:r>
            <a:endParaRPr/>
          </a:p>
          <a:p>
            <a:pPr marL="173038" lvl="0" indent="-173038" algn="l" rtl="0">
              <a:lnSpc>
                <a:spcPct val="95000"/>
              </a:lnSpc>
              <a:spcBef>
                <a:spcPts val="0"/>
              </a:spcBef>
              <a:spcAft>
                <a:spcPts val="0"/>
              </a:spcAft>
              <a:buClr>
                <a:schemeClr val="dk1"/>
              </a:buClr>
              <a:buSzPts val="1200"/>
              <a:buChar char="•"/>
            </a:pPr>
            <a:r>
              <a:rPr lang="en-GB"/>
              <a:t>Salary credit -&gt; card pre-approval within 48hr</a:t>
            </a:r>
            <a:endParaRPr/>
          </a:p>
          <a:p>
            <a:pPr marL="173038" lvl="0" indent="-173038" algn="l" rtl="0">
              <a:lnSpc>
                <a:spcPct val="95000"/>
              </a:lnSpc>
              <a:spcBef>
                <a:spcPts val="0"/>
              </a:spcBef>
              <a:spcAft>
                <a:spcPts val="0"/>
              </a:spcAft>
              <a:buClr>
                <a:schemeClr val="dk1"/>
              </a:buClr>
              <a:buSzPts val="1200"/>
              <a:buChar char="•"/>
            </a:pPr>
            <a:r>
              <a:rPr lang="en-GB"/>
              <a:t>Balance accumulation -&gt; FD/mutual fund recommendation</a:t>
            </a:r>
            <a:endParaRPr/>
          </a:p>
          <a:p>
            <a:pPr marL="173038" lvl="0" indent="-173038" algn="l" rtl="0">
              <a:lnSpc>
                <a:spcPct val="95000"/>
              </a:lnSpc>
              <a:spcBef>
                <a:spcPts val="0"/>
              </a:spcBef>
              <a:spcAft>
                <a:spcPts val="0"/>
              </a:spcAft>
              <a:buClr>
                <a:schemeClr val="dk1"/>
              </a:buClr>
              <a:buSzPts val="1200"/>
              <a:buChar char="•"/>
            </a:pPr>
            <a:r>
              <a:rPr lang="en-GB"/>
              <a:t>School fee payment -&gt; education finance offer</a:t>
            </a:r>
            <a:endParaRPr/>
          </a:p>
          <a:p>
            <a:pPr marL="173038" lvl="0" indent="-173038" algn="l" rtl="0">
              <a:lnSpc>
                <a:spcPct val="95000"/>
              </a:lnSpc>
              <a:spcBef>
                <a:spcPts val="0"/>
              </a:spcBef>
              <a:spcAft>
                <a:spcPts val="0"/>
              </a:spcAft>
              <a:buClr>
                <a:schemeClr val="dk1"/>
              </a:buClr>
              <a:buSzPts val="1200"/>
              <a:buChar char="•"/>
            </a:pPr>
            <a:r>
              <a:rPr lang="en-GB"/>
              <a:t>Rent payment -&gt; home finance pre-qualification</a:t>
            </a:r>
            <a:endParaRPr/>
          </a:p>
          <a:p>
            <a:pPr marL="173038" lvl="0" indent="-173038" algn="l" rtl="0">
              <a:lnSpc>
                <a:spcPct val="95000"/>
              </a:lnSpc>
              <a:spcBef>
                <a:spcPts val="0"/>
              </a:spcBef>
              <a:spcAft>
                <a:spcPts val="0"/>
              </a:spcAft>
              <a:buClr>
                <a:schemeClr val="dk1"/>
              </a:buClr>
              <a:buSzPts val="1200"/>
              <a:buChar char="•"/>
            </a:pPr>
            <a:r>
              <a:rPr lang="en-GB"/>
              <a:t>Remittance receipt -&gt; diaspora product bundle</a:t>
            </a:r>
            <a:endParaRPr/>
          </a:p>
          <a:p>
            <a:pPr marL="173038" lvl="0" indent="-173038" algn="l" rtl="0">
              <a:lnSpc>
                <a:spcPct val="95000"/>
              </a:lnSpc>
              <a:spcBef>
                <a:spcPts val="0"/>
              </a:spcBef>
              <a:spcAft>
                <a:spcPts val="0"/>
              </a:spcAft>
              <a:buClr>
                <a:schemeClr val="dk1"/>
              </a:buClr>
              <a:buSzPts val="1200"/>
              <a:buChar char="•"/>
            </a:pPr>
            <a:r>
              <a:rPr lang="en-GB"/>
              <a:t>Car dealer POS transaction -&gt; auto insurance offer</a:t>
            </a:r>
            <a:endParaRPr/>
          </a:p>
          <a:p>
            <a:pPr marL="173038" lvl="0" indent="-173038" algn="l" rtl="0">
              <a:lnSpc>
                <a:spcPct val="95000"/>
              </a:lnSpc>
              <a:spcBef>
                <a:spcPts val="0"/>
              </a:spcBef>
              <a:spcAft>
                <a:spcPts val="0"/>
              </a:spcAft>
              <a:buClr>
                <a:schemeClr val="dk1"/>
              </a:buClr>
              <a:buSzPts val="1200"/>
              <a:buChar char="•"/>
            </a:pPr>
            <a:r>
              <a:rPr lang="en-GB"/>
              <a:t>Business transaction patterns -&gt; SME banking upgrade</a:t>
            </a:r>
            <a:endParaRPr/>
          </a:p>
          <a:p>
            <a:pPr marL="173038" lvl="0" indent="-173038" algn="l" rtl="0">
              <a:lnSpc>
                <a:spcPct val="95000"/>
              </a:lnSpc>
              <a:spcBef>
                <a:spcPts val="0"/>
              </a:spcBef>
              <a:spcAft>
                <a:spcPts val="0"/>
              </a:spcAft>
              <a:buClr>
                <a:schemeClr val="dk1"/>
              </a:buClr>
              <a:buSzPts val="1200"/>
              <a:buChar char="•"/>
            </a:pPr>
            <a:endParaRPr/>
          </a:p>
          <a:p>
            <a:pPr marL="173038" lvl="0" indent="-173038" algn="l" rtl="0">
              <a:lnSpc>
                <a:spcPct val="95000"/>
              </a:lnSpc>
              <a:spcBef>
                <a:spcPts val="0"/>
              </a:spcBef>
              <a:spcAft>
                <a:spcPts val="0"/>
              </a:spcAft>
              <a:buClr>
                <a:schemeClr val="dk1"/>
              </a:buClr>
              <a:buSzPts val="1200"/>
              <a:buChar char="•"/>
            </a:pPr>
            <a:r>
              <a:rPr lang="en-GB"/>
              <a:t>ISLAMIC CROSS-SELL:</a:t>
            </a:r>
            <a:endParaRPr/>
          </a:p>
          <a:p>
            <a:pPr marL="173038" lvl="0" indent="-173038" algn="l" rtl="0">
              <a:lnSpc>
                <a:spcPct val="95000"/>
              </a:lnSpc>
              <a:spcBef>
                <a:spcPts val="0"/>
              </a:spcBef>
              <a:spcAft>
                <a:spcPts val="0"/>
              </a:spcAft>
              <a:buClr>
                <a:schemeClr val="dk1"/>
              </a:buClr>
              <a:buSzPts val="1200"/>
              <a:buChar char="•"/>
            </a:pPr>
            <a:r>
              <a:rPr lang="en-GB"/>
              <a:t>Conventional CASA -&gt; Islamic savings; Auto loan -&gt; Diminishing Musharaka; Credit card -&gt; Islamic card; Insurance -&gt; Takaful; Mutual funds -&gt; Islamic funds. 85% of Pakistan wants Shariah-compliant products.</a:t>
            </a:r>
            <a:endParaRPr/>
          </a:p>
          <a:p>
            <a:pPr marL="173038" lvl="0" indent="-173038" algn="l" rtl="0">
              <a:lnSpc>
                <a:spcPct val="95000"/>
              </a:lnSpc>
              <a:spcBef>
                <a:spcPts val="0"/>
              </a:spcBef>
              <a:spcAft>
                <a:spcPts val="0"/>
              </a:spcAft>
              <a:buClr>
                <a:schemeClr val="dk1"/>
              </a:buClr>
              <a:buSzPts val="1200"/>
              <a:buChar char="•"/>
            </a:pPr>
            <a:endParaRPr/>
          </a:p>
          <a:p>
            <a:pPr marL="173038" lvl="0" indent="-173038" algn="l" rtl="0">
              <a:lnSpc>
                <a:spcPct val="95000"/>
              </a:lnSpc>
              <a:spcBef>
                <a:spcPts val="0"/>
              </a:spcBef>
              <a:spcAft>
                <a:spcPts val="0"/>
              </a:spcAft>
              <a:buClr>
                <a:schemeClr val="dk1"/>
              </a:buClr>
              <a:buSzPts val="1200"/>
              <a:buChar char="•"/>
            </a:pPr>
            <a:r>
              <a:rPr lang="en-GB"/>
              <a:t>Current: &lt;5% conversion on batch campaigns. Target: 15-20% with event-triggered, personalized offers. Incremental PKR 50-100B lending opportunity.</a:t>
            </a:r>
            <a:endParaRPr/>
          </a:p>
          <a:p>
            <a:pPr marL="173038" lvl="0" indent="-173038" algn="l" rtl="0">
              <a:lnSpc>
                <a:spcPct val="95000"/>
              </a:lnSpc>
              <a:spcBef>
                <a:spcPts val="0"/>
              </a:spcBef>
              <a:spcAft>
                <a:spcPts val="0"/>
              </a:spcAft>
              <a:buClr>
                <a:schemeClr val="dk1"/>
              </a:buClr>
              <a:buSzPts val="1200"/>
              <a:buChar char="•"/>
            </a:pPr>
            <a:endParaRPr/>
          </a:p>
          <a:p>
            <a:pPr marL="173038" lvl="0" indent="-173038" algn="l" rtl="0">
              <a:lnSpc>
                <a:spcPct val="95000"/>
              </a:lnSpc>
              <a:spcBef>
                <a:spcPts val="0"/>
              </a:spcBef>
              <a:spcAft>
                <a:spcPts val="0"/>
              </a:spcAft>
              <a:buClr>
                <a:schemeClr val="dk1"/>
              </a:buClr>
              <a:buSzPts val="1200"/>
              <a:buChar char="•"/>
            </a:pPr>
            <a:r>
              <a:rPr lang="en-GB"/>
              <a:t>FSDM: XSL, UPSLL, NBO, PRDCT_RCMDTN, PRDCT_AFFNTY, PRDCT_HLDNG, OFFR, OFFR_RSPNS</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6"/>
        <p:cNvGrpSpPr/>
        <p:nvPr/>
      </p:nvGrpSpPr>
      <p:grpSpPr>
        <a:xfrm>
          <a:off x="0" y="0"/>
          <a:ext cx="0" cy="0"/>
          <a:chOff x="0" y="0"/>
          <a:chExt cx="0" cy="0"/>
        </a:xfrm>
      </p:grpSpPr>
      <p:sp>
        <p:nvSpPr>
          <p:cNvPr id="1727" name="Google Shape;1727;p79:notes"/>
          <p:cNvSpPr txBox="1">
            <a:spLocks noGrp="1"/>
          </p:cNvSpPr>
          <p:nvPr>
            <p:ph type="sldNum" idx="12"/>
          </p:nvPr>
        </p:nvSpPr>
        <p:spPr>
          <a:xfrm>
            <a:off x="3885012" y="9446102"/>
            <a:ext cx="2971800" cy="497284"/>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GB" sz="1800">
                <a:solidFill>
                  <a:srgbClr val="000000"/>
                </a:solidFill>
                <a:latin typeface="Calibri"/>
                <a:ea typeface="Calibri"/>
                <a:cs typeface="Calibri"/>
                <a:sym typeface="Calibri"/>
              </a:rPr>
              <a:t>16</a:t>
            </a:fld>
            <a:endParaRPr sz="1800">
              <a:solidFill>
                <a:srgbClr val="000000"/>
              </a:solidFill>
              <a:latin typeface="Calibri"/>
              <a:ea typeface="Calibri"/>
              <a:cs typeface="Calibri"/>
              <a:sym typeface="Calibri"/>
            </a:endParaRPr>
          </a:p>
        </p:txBody>
      </p:sp>
      <p:sp>
        <p:nvSpPr>
          <p:cNvPr id="1728" name="Google Shape;1728;p79:notes"/>
          <p:cNvSpPr>
            <a:spLocks noGrp="1" noRot="1" noChangeAspect="1"/>
          </p:cNvSpPr>
          <p:nvPr>
            <p:ph type="sldImg" idx="2"/>
          </p:nvPr>
        </p:nvSpPr>
        <p:spPr>
          <a:xfrm>
            <a:off x="114300" y="746125"/>
            <a:ext cx="6629400" cy="372903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729" name="Google Shape;1729;p79:notes"/>
          <p:cNvSpPr txBox="1">
            <a:spLocks noGrp="1"/>
          </p:cNvSpPr>
          <p:nvPr>
            <p:ph type="body" idx="1"/>
          </p:nvPr>
        </p:nvSpPr>
        <p:spPr>
          <a:xfrm>
            <a:off x="685800" y="4724202"/>
            <a:ext cx="5486400" cy="4475560"/>
          </a:xfrm>
          <a:prstGeom prst="rect">
            <a:avLst/>
          </a:prstGeom>
          <a:noFill/>
          <a:ln>
            <a:noFill/>
          </a:ln>
        </p:spPr>
        <p:txBody>
          <a:bodyPr spcFirstLastPara="1" wrap="square" lIns="91425" tIns="45700" rIns="91425" bIns="45700" anchor="t" anchorCtr="0">
            <a:noAutofit/>
          </a:bodyPr>
          <a:lstStyle/>
          <a:p>
            <a:pPr marL="173038" lvl="0" indent="-96838" algn="l" rtl="0">
              <a:lnSpc>
                <a:spcPct val="95000"/>
              </a:lnSpc>
              <a:spcBef>
                <a:spcPts val="0"/>
              </a:spcBef>
              <a:spcAft>
                <a:spcPts val="0"/>
              </a:spcAft>
              <a:buClr>
                <a:schemeClr val="dk1"/>
              </a:buClr>
              <a:buSzPts val="1200"/>
              <a:buNone/>
            </a:pPr>
            <a:r>
              <a:t>CROSS-SELL/UP-SELL MATURITY - Speaker Notes</a:t>
            </a:r>
          </a:p>
          <a:p>
            <a:pPr marL="173038" lvl="0" indent="-96838" algn="l" rtl="0">
              <a:lnSpc>
                <a:spcPct val="95000"/>
              </a:lnSpc>
              <a:spcBef>
                <a:spcPts val="0"/>
              </a:spcBef>
              <a:spcAft>
                <a:spcPts val="0"/>
              </a:spcAft>
              <a:buClr>
                <a:schemeClr val="dk1"/>
              </a:buClr>
              <a:buSzPts val="1200"/>
              <a:buNone/>
            </a:pPr>
            <a:r>
              <a:t>Pakistan: Developing level. Manual campaign lists, no propensity models, no event triggers.</a:t>
            </a:r>
          </a:p>
          <a:p>
            <a:pPr marL="173038" lvl="0" indent="-96838" algn="l" rtl="0">
              <a:lnSpc>
                <a:spcPct val="95000"/>
              </a:lnSpc>
              <a:spcBef>
                <a:spcPts val="0"/>
              </a:spcBef>
              <a:spcAft>
                <a:spcPts val="0"/>
              </a:spcAft>
              <a:buClr>
                <a:schemeClr val="dk1"/>
              </a:buClr>
              <a:buSzPts val="1200"/>
              <a:buNone/>
            </a:pPr>
            <a:r>
              <a:t>Priority: Build product propensity models (salary-&gt;card, card-&gt;loan), implement event triggers, Islamic cross-sell pathways.</a:t>
            </a:r>
          </a:p>
          <a:p>
            <a:pPr marL="173038" lvl="0" indent="-96838" algn="l" rtl="0">
              <a:lnSpc>
                <a:spcPct val="95000"/>
              </a:lnSpc>
              <a:spcBef>
                <a:spcPts val="0"/>
              </a:spcBef>
              <a:spcAft>
                <a:spcPts val="0"/>
              </a:spcAft>
              <a:buClr>
                <a:schemeClr val="dk1"/>
              </a:buClr>
              <a:buSzPts val="1200"/>
              <a:buNone/>
            </a:pPr>
            <a:endParaRPr/>
          </a:p>
          <a:p>
            <a:pPr marL="173038" lvl="0" indent="-96838" algn="l" rtl="0">
              <a:lnSpc>
                <a:spcPct val="95000"/>
              </a:lnSpc>
              <a:spcBef>
                <a:spcPts val="0"/>
              </a:spcBef>
              <a:spcAft>
                <a:spcPts val="0"/>
              </a:spcAft>
              <a:buClr>
                <a:schemeClr val="dk1"/>
              </a:buClr>
              <a:buSzPts val="1200"/>
              <a:buNone/>
            </a:pPr>
            <a:r>
              <a:t>FSDM: XSL, UPSLL, NBO, PRDCT_RCMDTN, PRDCT_AFFNTY</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0"/>
        <p:cNvGrpSpPr/>
        <p:nvPr/>
      </p:nvGrpSpPr>
      <p:grpSpPr>
        <a:xfrm>
          <a:off x="0" y="0"/>
          <a:ext cx="0" cy="0"/>
          <a:chOff x="0" y="0"/>
          <a:chExt cx="0" cy="0"/>
        </a:xfrm>
      </p:grpSpPr>
      <p:sp>
        <p:nvSpPr>
          <p:cNvPr id="1741" name="Google Shape;1741;p80:notes"/>
          <p:cNvSpPr txBox="1">
            <a:spLocks noGrp="1"/>
          </p:cNvSpPr>
          <p:nvPr>
            <p:ph type="body" idx="1"/>
          </p:nvPr>
        </p:nvSpPr>
        <p:spPr>
          <a:xfrm>
            <a:off x="685800" y="4724202"/>
            <a:ext cx="5486400" cy="4475560"/>
          </a:xfrm>
          <a:prstGeom prst="rect">
            <a:avLst/>
          </a:prstGeom>
        </p:spPr>
        <p:txBody>
          <a:bodyPr spcFirstLastPara="1" wrap="square" lIns="91425" tIns="45700" rIns="91425" bIns="45700" anchor="t" anchorCtr="0">
            <a:noAutofit/>
          </a:bodyPr>
          <a:lstStyle/>
          <a:p>
            <a:pPr marL="0" lvl="0" indent="0" algn="l" rtl="0">
              <a:spcBef>
                <a:spcPts val="400"/>
              </a:spcBef>
              <a:spcAft>
                <a:spcPts val="0"/>
              </a:spcAft>
              <a:buNone/>
            </a:pPr>
            <a:r>
              <a:t>CIM - WHY IMPORTANT - Speaker Notes</a:t>
            </a:r>
          </a:p>
          <a:p>
            <a:pPr marL="0" lvl="0" indent="0" algn="l" rtl="0">
              <a:spcBef>
                <a:spcPts val="400"/>
              </a:spcBef>
              <a:spcAft>
                <a:spcPts val="0"/>
              </a:spcAft>
              <a:buNone/>
            </a:pPr>
            <a:r>
              <a:t>PAKISTAN CIM CONTEXT:</a:t>
            </a:r>
          </a:p>
          <a:p>
            <a:pPr marL="0" lvl="0" indent="0" algn="l" rtl="0">
              <a:spcBef>
                <a:spcPts val="400"/>
              </a:spcBef>
              <a:spcAft>
                <a:spcPts val="0"/>
              </a:spcAft>
              <a:buNone/>
            </a:pPr>
            <a:r>
              <a:t>Channel fragmentation: 16K+ branches, 16K+ ATMs, mobile app, USSD, WhatsApp, 500K+ agents, call center, internet banking — 8+ touchpoints with no unified interaction layer.</a:t>
            </a:r>
          </a:p>
          <a:p>
            <a:pPr marL="0" lvl="0" indent="0" algn="l" rtl="0">
              <a:spcBef>
                <a:spcPts val="400"/>
              </a:spcBef>
              <a:spcAft>
                <a:spcPts val="0"/>
              </a:spcAft>
              <a:buNone/>
            </a:pPr>
            <a:endParaRPr/>
          </a:p>
          <a:p>
            <a:pPr marL="0" lvl="0" indent="0" algn="l" rtl="0">
              <a:spcBef>
                <a:spcPts val="400"/>
              </a:spcBef>
              <a:spcAft>
                <a:spcPts val="0"/>
              </a:spcAft>
              <a:buNone/>
            </a:pPr>
            <a:r>
              <a:t>Campaign maturity: Most Pakistan banks run monthly batch campaigns via SAS/Salesforce. &lt;5% response rate. No real-time triggers. Manual list generation. Limited A/B testing.</a:t>
            </a:r>
          </a:p>
          <a:p>
            <a:pPr marL="0" lvl="0" indent="0" algn="l" rtl="0">
              <a:spcBef>
                <a:spcPts val="400"/>
              </a:spcBef>
              <a:spcAft>
                <a:spcPts val="0"/>
              </a:spcAft>
              <a:buNone/>
            </a:pPr>
            <a:endParaRPr/>
          </a:p>
          <a:p>
            <a:pPr marL="0" lvl="0" indent="0" algn="l" rtl="0">
              <a:spcBef>
                <a:spcPts val="400"/>
              </a:spcBef>
              <a:spcAft>
                <a:spcPts val="0"/>
              </a:spcAft>
              <a:buNone/>
            </a:pPr>
            <a:r>
              <a:t>Contact policy: SBP requires consent and opt-out; frequency capping not widely implemented; PTA regulations on SMS marketing volume caps.</a:t>
            </a:r>
          </a:p>
          <a:p>
            <a:pPr marL="0" lvl="0" indent="0" algn="l" rtl="0">
              <a:spcBef>
                <a:spcPts val="400"/>
              </a:spcBef>
              <a:spcAft>
                <a:spcPts val="0"/>
              </a:spcAft>
              <a:buNone/>
            </a:pPr>
            <a:endParaRPr/>
          </a:p>
          <a:p>
            <a:pPr marL="0" lvl="0" indent="0" algn="l" rtl="0">
              <a:spcBef>
                <a:spcPts val="400"/>
              </a:spcBef>
              <a:spcAft>
                <a:spcPts val="0"/>
              </a:spcAft>
              <a:buNone/>
            </a:pPr>
            <a:r>
              <a:t>Personalization: Most banks at segment-level (5-10 segments). No individual-level personalization. No real-time contextual offers. Islamic vs. conventional is the primary segmentation dimension.</a:t>
            </a:r>
          </a:p>
          <a:p>
            <a:pPr marL="0" lvl="0" indent="0" algn="l" rtl="0">
              <a:spcBef>
                <a:spcPts val="400"/>
              </a:spcBef>
              <a:spcAft>
                <a:spcPts val="0"/>
              </a:spcAft>
              <a:buNone/>
            </a:pPr>
            <a:endParaRPr/>
          </a:p>
          <a:p>
            <a:pPr marL="0" lvl="0" indent="0" algn="l" rtl="0">
              <a:spcBef>
                <a:spcPts val="400"/>
              </a:spcBef>
              <a:spcAft>
                <a:spcPts val="0"/>
              </a:spcAft>
              <a:buNone/>
            </a:pPr>
            <a:r>
              <a:t>Note: CIM capability detail slides are in File 05.</a:t>
            </a:r>
          </a:p>
          <a:p>
            <a:pPr marL="0" lvl="0" indent="0" algn="l" rtl="0">
              <a:spcBef>
                <a:spcPts val="400"/>
              </a:spcBef>
              <a:spcAft>
                <a:spcPts val="0"/>
              </a:spcAft>
              <a:buNone/>
            </a:pPr>
            <a:endParaRPr/>
          </a:p>
          <a:p>
            <a:pPr marL="0" lvl="0" indent="0" algn="l" rtl="0">
              <a:spcBef>
                <a:spcPts val="400"/>
              </a:spcBef>
              <a:spcAft>
                <a:spcPts val="0"/>
              </a:spcAft>
              <a:buNone/>
            </a:pPr>
            <a:r>
              <a:t>FSDM: MKTG_CMPGN, CMPGN_RSPNS, CNTCT_PLCY, OFFR, CHNL_INTN, NBA, PRSNLZTN, CNTXTL_DCSN, MKTG_ATRBTN</a:t>
            </a:r>
          </a:p>
        </p:txBody>
      </p:sp>
      <p:sp>
        <p:nvSpPr>
          <p:cNvPr id="1742" name="Google Shape;1742;p80:notes"/>
          <p:cNvSpPr>
            <a:spLocks noGrp="1" noRot="1" noChangeAspect="1"/>
          </p:cNvSpPr>
          <p:nvPr>
            <p:ph type="sldImg" idx="2"/>
          </p:nvPr>
        </p:nvSpPr>
        <p:spPr>
          <a:xfrm>
            <a:off x="114300" y="746125"/>
            <a:ext cx="6629400" cy="372903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9"/>
        <p:cNvGrpSpPr/>
        <p:nvPr/>
      </p:nvGrpSpPr>
      <p:grpSpPr>
        <a:xfrm>
          <a:off x="0" y="0"/>
          <a:ext cx="0" cy="0"/>
          <a:chOff x="0" y="0"/>
          <a:chExt cx="0" cy="0"/>
        </a:xfrm>
      </p:grpSpPr>
      <p:sp>
        <p:nvSpPr>
          <p:cNvPr id="1750" name="Google Shape;1750;p81:notes"/>
          <p:cNvSpPr txBox="1">
            <a:spLocks noGrp="1"/>
          </p:cNvSpPr>
          <p:nvPr>
            <p:ph type="body" idx="1"/>
          </p:nvPr>
        </p:nvSpPr>
        <p:spPr>
          <a:xfrm>
            <a:off x="685800" y="4724202"/>
            <a:ext cx="5486400" cy="4475560"/>
          </a:xfrm>
          <a:prstGeom prst="rect">
            <a:avLst/>
          </a:prstGeom>
        </p:spPr>
        <p:txBody>
          <a:bodyPr spcFirstLastPara="1" wrap="square" lIns="91425" tIns="45700" rIns="91425" bIns="45700" anchor="t" anchorCtr="0">
            <a:noAutofit/>
          </a:bodyPr>
          <a:lstStyle/>
          <a:p>
            <a:pPr marL="0" lvl="0" indent="0" algn="l" rtl="0">
              <a:spcBef>
                <a:spcPts val="400"/>
              </a:spcBef>
              <a:spcAft>
                <a:spcPts val="0"/>
              </a:spcAft>
              <a:buNone/>
            </a:pPr>
            <a:r>
              <a:t>CIM CAPABILITIES 1/3 - Speaker Notes</a:t>
            </a:r>
          </a:p>
          <a:p>
            <a:pPr marL="0" lvl="0" indent="0" algn="l" rtl="0">
              <a:spcBef>
                <a:spcPts val="400"/>
              </a:spcBef>
              <a:spcAft>
                <a:spcPts val="0"/>
              </a:spcAft>
              <a:buNone/>
            </a:pPr>
            <a:r>
              <a:t>Pakistan context for capabilities on this slide:</a:t>
            </a:r>
          </a:p>
          <a:p>
            <a:pPr marL="0" lvl="0" indent="0" algn="l" rtl="0">
              <a:spcBef>
                <a:spcPts val="400"/>
              </a:spcBef>
              <a:spcAft>
                <a:spcPts val="0"/>
              </a:spcAft>
              <a:buNone/>
            </a:pPr>
            <a:r>
              <a:t>1. Communication Targeting: CNIC-based targeting; mobile-first for 60% under-30 demographics</a:t>
            </a:r>
          </a:p>
          <a:p>
            <a:pPr marL="0" lvl="0" indent="0" algn="l" rtl="0">
              <a:spcBef>
                <a:spcPts val="400"/>
              </a:spcBef>
              <a:spcAft>
                <a:spcPts val="0"/>
              </a:spcAft>
              <a:buNone/>
            </a:pPr>
            <a:r>
              <a:t>2. Contact Optimization: SBP consent/opt-out mandates; PTA SMS frequency caps</a:t>
            </a:r>
          </a:p>
          <a:p>
            <a:pPr marL="0" lvl="0" indent="0" algn="l" rtl="0">
              <a:spcBef>
                <a:spcPts val="400"/>
              </a:spcBef>
              <a:spcAft>
                <a:spcPts val="0"/>
              </a:spcAft>
              <a:buNone/>
            </a:pPr>
            <a:r>
              <a:t>3. Response Optimization: Improve current &lt;5% campaign response rates through personalization</a:t>
            </a:r>
          </a:p>
          <a:p>
            <a:pPr marL="0" lvl="0" indent="0" algn="l" rtl="0">
              <a:spcBef>
                <a:spcPts val="400"/>
              </a:spcBef>
              <a:spcAft>
                <a:spcPts val="0"/>
              </a:spcAft>
              <a:buNone/>
            </a:pPr>
            <a:r>
              <a:t>4. Cross Channel CX: Branch+ATM+mobile+USSD+WhatsApp+agent = 6+ channels needing unified CX</a:t>
            </a:r>
          </a:p>
          <a:p>
            <a:pPr marL="0" lvl="0" indent="0" algn="l" rtl="0">
              <a:spcBef>
                <a:spcPts val="400"/>
              </a:spcBef>
              <a:spcAft>
                <a:spcPts val="0"/>
              </a:spcAft>
              <a:buNone/>
            </a:pPr>
            <a:endParaRPr/>
          </a:p>
          <a:p>
            <a:pPr marL="0" lvl="0" indent="0" algn="l" rtl="0">
              <a:spcBef>
                <a:spcPts val="400"/>
              </a:spcBef>
              <a:spcAft>
                <a:spcPts val="0"/>
              </a:spcAft>
              <a:buNone/>
            </a:pPr>
            <a:r>
              <a:t>FSDM: MKTG_CMPGN, CMPGN_RSPNS, CNTCT_PLCY, CHNL_INTN</a:t>
            </a:r>
          </a:p>
        </p:txBody>
      </p:sp>
      <p:sp>
        <p:nvSpPr>
          <p:cNvPr id="1751" name="Google Shape;1751;p81:notes"/>
          <p:cNvSpPr>
            <a:spLocks noGrp="1" noRot="1" noChangeAspect="1"/>
          </p:cNvSpPr>
          <p:nvPr>
            <p:ph type="sldImg" idx="2"/>
          </p:nvPr>
        </p:nvSpPr>
        <p:spPr>
          <a:xfrm>
            <a:off x="114300" y="746125"/>
            <a:ext cx="6629400" cy="372903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7"/>
        <p:cNvGrpSpPr/>
        <p:nvPr/>
      </p:nvGrpSpPr>
      <p:grpSpPr>
        <a:xfrm>
          <a:off x="0" y="0"/>
          <a:ext cx="0" cy="0"/>
          <a:chOff x="0" y="0"/>
          <a:chExt cx="0" cy="0"/>
        </a:xfrm>
      </p:grpSpPr>
      <p:sp>
        <p:nvSpPr>
          <p:cNvPr id="1758" name="Google Shape;1758;p82:notes"/>
          <p:cNvSpPr txBox="1">
            <a:spLocks noGrp="1"/>
          </p:cNvSpPr>
          <p:nvPr>
            <p:ph type="body" idx="1"/>
          </p:nvPr>
        </p:nvSpPr>
        <p:spPr>
          <a:xfrm>
            <a:off x="685800" y="4724202"/>
            <a:ext cx="5486400" cy="4475560"/>
          </a:xfrm>
          <a:prstGeom prst="rect">
            <a:avLst/>
          </a:prstGeom>
        </p:spPr>
        <p:txBody>
          <a:bodyPr spcFirstLastPara="1" wrap="square" lIns="91425" tIns="45700" rIns="91425" bIns="45700" anchor="t" anchorCtr="0">
            <a:noAutofit/>
          </a:bodyPr>
          <a:lstStyle/>
          <a:p>
            <a:pPr marL="0" lvl="0" indent="0" algn="l" rtl="0">
              <a:spcBef>
                <a:spcPts val="400"/>
              </a:spcBef>
              <a:spcAft>
                <a:spcPts val="0"/>
              </a:spcAft>
              <a:buNone/>
            </a:pPr>
            <a:r>
              <a:t>CIM CAPABILITIES 2/3 - Speaker Notes</a:t>
            </a:r>
          </a:p>
          <a:p>
            <a:pPr marL="0" lvl="0" indent="0" algn="l" rtl="0">
              <a:spcBef>
                <a:spcPts val="400"/>
              </a:spcBef>
              <a:spcAft>
                <a:spcPts val="0"/>
              </a:spcAft>
              <a:buNone/>
            </a:pPr>
            <a:r>
              <a:t>Pakistan context for capabilities on this slide:</a:t>
            </a:r>
          </a:p>
          <a:p>
            <a:pPr marL="0" lvl="0" indent="0" algn="l" rtl="0">
              <a:spcBef>
                <a:spcPts val="400"/>
              </a:spcBef>
              <a:spcAft>
                <a:spcPts val="0"/>
              </a:spcAft>
              <a:buNone/>
            </a:pPr>
            <a:r>
              <a:t>5. Contextual Decisioning: In-app offers triggered by RAAST/IBFT events in real time</a:t>
            </a:r>
          </a:p>
          <a:p>
            <a:pPr marL="0" lvl="0" indent="0" algn="l" rtl="0">
              <a:spcBef>
                <a:spcPts val="400"/>
              </a:spcBef>
              <a:spcAft>
                <a:spcPts val="0"/>
              </a:spcAft>
              <a:buNone/>
            </a:pPr>
            <a:r>
              <a:t>6. Call Center Optimization: 80% complaints via call center — FCR (first-call-resolution) critical</a:t>
            </a:r>
          </a:p>
          <a:p>
            <a:pPr marL="0" lvl="0" indent="0" algn="l" rtl="0">
              <a:spcBef>
                <a:spcPts val="400"/>
              </a:spcBef>
              <a:spcAft>
                <a:spcPts val="0"/>
              </a:spcAft>
              <a:buNone/>
            </a:pPr>
            <a:r>
              <a:t>7. Digital Optimization: Reduce 40-60% onboarding dropout on digital application flows</a:t>
            </a:r>
          </a:p>
          <a:p>
            <a:pPr marL="0" lvl="0" indent="0" algn="l" rtl="0">
              <a:spcBef>
                <a:spcPts val="400"/>
              </a:spcBef>
              <a:spcAft>
                <a:spcPts val="0"/>
              </a:spcAft>
              <a:buNone/>
            </a:pPr>
            <a:r>
              <a:t>8. SEO: Urdu+English bilingual search optimization for banking product queries</a:t>
            </a:r>
          </a:p>
          <a:p>
            <a:pPr marL="0" lvl="0" indent="0" algn="l" rtl="0">
              <a:spcBef>
                <a:spcPts val="400"/>
              </a:spcBef>
              <a:spcAft>
                <a:spcPts val="0"/>
              </a:spcAft>
              <a:buNone/>
            </a:pPr>
            <a:r>
              <a:t>9. Personalization: Move from segment-level (5-10 segments) to individual behavioral personalization</a:t>
            </a:r>
          </a:p>
          <a:p>
            <a:pPr marL="0" lvl="0" indent="0" algn="l" rtl="0">
              <a:spcBef>
                <a:spcPts val="400"/>
              </a:spcBef>
              <a:spcAft>
                <a:spcPts val="0"/>
              </a:spcAft>
              <a:buNone/>
            </a:pPr>
            <a:r>
              <a:t>10. Next Best Action: Real-time NBA at branch teller screen, call center agent, mobile app</a:t>
            </a:r>
          </a:p>
          <a:p>
            <a:pPr marL="0" lvl="0" indent="0" algn="l" rtl="0">
              <a:spcBef>
                <a:spcPts val="400"/>
              </a:spcBef>
              <a:spcAft>
                <a:spcPts val="0"/>
              </a:spcAft>
              <a:buNone/>
            </a:pPr>
            <a:endParaRPr/>
          </a:p>
          <a:p>
            <a:pPr marL="0" lvl="0" indent="0" algn="l" rtl="0">
              <a:spcBef>
                <a:spcPts val="400"/>
              </a:spcBef>
              <a:spcAft>
                <a:spcPts val="0"/>
              </a:spcAft>
              <a:buNone/>
            </a:pPr>
            <a:r>
              <a:t>FSDM: NBA, PRSNLZTN, CNTXTL_DCSN, CHNL_OPTMZTN</a:t>
            </a:r>
          </a:p>
        </p:txBody>
      </p:sp>
      <p:sp>
        <p:nvSpPr>
          <p:cNvPr id="1759" name="Google Shape;1759;p82:notes"/>
          <p:cNvSpPr>
            <a:spLocks noGrp="1" noRot="1" noChangeAspect="1"/>
          </p:cNvSpPr>
          <p:nvPr>
            <p:ph type="sldImg" idx="2"/>
          </p:nvPr>
        </p:nvSpPr>
        <p:spPr>
          <a:xfrm>
            <a:off x="114300" y="746125"/>
            <a:ext cx="6629400" cy="372903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Shape 3000"/>
        <p:cNvGrpSpPr/>
        <p:nvPr/>
      </p:nvGrpSpPr>
      <p:grpSpPr>
        <a:xfrm>
          <a:off x="0" y="0"/>
          <a:ext cx="0" cy="0"/>
          <a:chOff x="0" y="0"/>
          <a:chExt cx="0" cy="0"/>
        </a:xfrm>
      </p:grpSpPr>
      <p:sp>
        <p:nvSpPr>
          <p:cNvPr id="3001" name="Notes Placeholder"/>
          <p:cNvSpPr>
            <a:spLocks noGrp="1"/>
          </p:cNvSpPr>
          <p:nvPr>
            <p:ph type="body" idx="1"/>
          </p:nvPr>
        </p:nvSpPr>
        <p:spPr/>
        <p:txBody>
          <a:bodyPr/>
          <a:lstStyle/>
          <a:p>
            <a:r>
              <a:rPr lang="en-GB" sz="1200"/>
              <a:t>IMPLEMENTATION ROADMAP - Speaker Notes</a:t>
            </a:r>
          </a:p>
          <a:p>
            <a:r>
              <a:rPr lang="en-GB" sz="1200"/>
              <a:t>PHASE 1 FOUNDATION (0-6 months):</a:t>
            </a:r>
          </a:p>
          <a:p>
            <a:r>
              <a:rPr lang="en-GB" sz="1200"/>
              <a:t>- NADRA e-KYC integration: PKR 5-10M per bank for API integration. Reduces onboarding from 3-5 days to &lt;10 minutes.</a:t>
            </a:r>
          </a:p>
          <a:p>
            <a:r>
              <a:rPr lang="en-GB" sz="1200"/>
              <a:t>- Dormant re-activation: Target 3M accounts (20% of 15M). Revenue uplift PKR 500-1,000 per reactivated account.</a:t>
            </a:r>
          </a:p>
          <a:p>
            <a:r>
              <a:rPr lang="en-GB" sz="1200"/>
              <a:t>- Churn scoring: Basic logistic regression on transaction decline, balance attrition, competitor signals.</a:t>
            </a:r>
          </a:p>
          <a:p>
            <a:r>
              <a:rPr lang="en-GB" sz="1200"/>
              <a:t>- Welcome journey: Automated 90-day program for salary accounts. Target: 3+ digital transactions in first month.</a:t>
            </a:r>
          </a:p>
          <a:p>
            <a:r>
              <a:rPr lang="en-GB" sz="1200"/>
              <a:t>- Quick win: 20% dormant re-activation = PKR 1.5-3B incremental deposits.</a:t>
            </a:r>
          </a:p>
          <a:p>
            <a:endParaRPr lang="en-GB" sz="1200"/>
          </a:p>
          <a:p>
            <a:r>
              <a:rPr lang="en-GB" sz="1200"/>
              <a:t>PHASE 2 CORE CAPABILITIES (6-18 months):</a:t>
            </a:r>
          </a:p>
          <a:p>
            <a:r>
              <a:rPr lang="en-GB" sz="1200"/>
              <a:t>- Campaign automation: Event-driven triggers replacing monthly batch. Real-time salary credit → loan offer within 48 hours.</a:t>
            </a:r>
          </a:p>
          <a:p>
            <a:r>
              <a:rPr lang="en-GB" sz="1200"/>
              <a:t>- Cross-sell models: CASA → debit card → credit card → personal loan → auto → home → investment → insurance pipeline.</a:t>
            </a:r>
          </a:p>
          <a:p>
            <a:r>
              <a:rPr lang="en-GB" sz="1200"/>
              <a:t>- Retention: Balance decline alerts, competitor signal detection, proactive retention offers for top-tier customers.</a:t>
            </a:r>
          </a:p>
          <a:p>
            <a:r>
              <a:rPr lang="en-GB" sz="1200"/>
              <a:t>- Loyalty: Points + experiential + Islamic rewards (Hajj/Umrah, Qurbani, Zakat auto-calculation).</a:t>
            </a:r>
          </a:p>
          <a:p>
            <a:endParaRPr lang="en-GB" sz="1200"/>
          </a:p>
          <a:p>
            <a:r>
              <a:rPr lang="en-GB" sz="1200"/>
              <a:t>PHASE 3 ADVANCED INTELLIGENCE (18-36 months):</a:t>
            </a:r>
          </a:p>
          <a:p>
            <a:r>
              <a:rPr lang="en-GB" sz="1200"/>
              <a:t>- Real-time NBA: Contextual offers across all channels (branch, mobile, ATM, call center, WhatsApp).</a:t>
            </a:r>
          </a:p>
          <a:p>
            <a:r>
              <a:rPr lang="en-GB" sz="1200"/>
              <a:t>- ML churn: 30-day advance prediction. Differentiate full exit vs. balance migration vs. product downgrade.</a:t>
            </a:r>
          </a:p>
          <a:p>
            <a:r>
              <a:rPr lang="en-GB" sz="1200"/>
              <a:t>- Personalized pricing: Dynamic rate/fee optimization based on customer value, risk, and competitive position.</a:t>
            </a:r>
          </a:p>
          <a:p>
            <a:r>
              <a:rPr lang="en-GB" sz="1200"/>
              <a:t>- Omnichannel decisioning: Unified interaction layer across 8+ touchpoints (16K branches, mobile, USSD, agents, etc.).</a:t>
            </a:r>
          </a:p>
          <a:p>
            <a:endParaRPr lang="en-GB" sz="1200"/>
          </a:p>
          <a:p>
            <a:r>
              <a:rPr lang="en-GB" sz="1200"/>
              <a:t>FSDM: Customer_Journey, Interaction_Event, Channel_Session, Next_Best_Action, Campaign_Response — entities supporting all three phases. Data model ensures consistent customer view across lifecycle stages.</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5"/>
        <p:cNvGrpSpPr/>
        <p:nvPr/>
      </p:nvGrpSpPr>
      <p:grpSpPr>
        <a:xfrm>
          <a:off x="0" y="0"/>
          <a:ext cx="0" cy="0"/>
          <a:chOff x="0" y="0"/>
          <a:chExt cx="0" cy="0"/>
        </a:xfrm>
      </p:grpSpPr>
      <p:sp>
        <p:nvSpPr>
          <p:cNvPr id="1766" name="Google Shape;1766;p83:notes"/>
          <p:cNvSpPr txBox="1">
            <a:spLocks noGrp="1"/>
          </p:cNvSpPr>
          <p:nvPr>
            <p:ph type="body" idx="1"/>
          </p:nvPr>
        </p:nvSpPr>
        <p:spPr>
          <a:xfrm>
            <a:off x="685800" y="4724202"/>
            <a:ext cx="5486400" cy="4475560"/>
          </a:xfrm>
          <a:prstGeom prst="rect">
            <a:avLst/>
          </a:prstGeom>
        </p:spPr>
        <p:txBody>
          <a:bodyPr spcFirstLastPara="1" wrap="square" lIns="91425" tIns="45700" rIns="91425" bIns="45700" anchor="t" anchorCtr="0">
            <a:noAutofit/>
          </a:bodyPr>
          <a:lstStyle/>
          <a:p>
            <a:pPr marL="0" lvl="0" indent="0" algn="l" rtl="0">
              <a:spcBef>
                <a:spcPts val="400"/>
              </a:spcBef>
              <a:spcAft>
                <a:spcPts val="0"/>
              </a:spcAft>
              <a:buNone/>
            </a:pPr>
            <a:r>
              <a:t>CIM CAPABILITIES 3/3 - Speaker Notes</a:t>
            </a:r>
          </a:p>
          <a:p>
            <a:pPr marL="0" lvl="0" indent="0" algn="l" rtl="0">
              <a:spcBef>
                <a:spcPts val="400"/>
              </a:spcBef>
              <a:spcAft>
                <a:spcPts val="0"/>
              </a:spcAft>
              <a:buNone/>
            </a:pPr>
            <a:r>
              <a:t>Pakistan context for capabilities on this slide:</a:t>
            </a:r>
          </a:p>
          <a:p>
            <a:pPr marL="0" lvl="0" indent="0" algn="l" rtl="0">
              <a:spcBef>
                <a:spcPts val="400"/>
              </a:spcBef>
              <a:spcAft>
                <a:spcPts val="0"/>
              </a:spcAft>
              <a:buNone/>
            </a:pPr>
            <a:r>
              <a:t>11. Product Recommendations: ML models using transaction patterns and life events (salary, marriage, child)</a:t>
            </a:r>
          </a:p>
          <a:p>
            <a:pPr marL="0" lvl="0" indent="0" algn="l" rtl="0">
              <a:spcBef>
                <a:spcPts val="400"/>
              </a:spcBef>
              <a:spcAft>
                <a:spcPts val="0"/>
              </a:spcAft>
              <a:buNone/>
            </a:pPr>
            <a:r>
              <a:t>12. Multi-Step Campaigns: Automated journeys for onboarding, cross-sell, retention, re-engagement</a:t>
            </a:r>
          </a:p>
          <a:p>
            <a:pPr marL="0" lvl="0" indent="0" algn="l" rtl="0">
              <a:spcBef>
                <a:spcPts val="400"/>
              </a:spcBef>
              <a:spcAft>
                <a:spcPts val="0"/>
              </a:spcAft>
              <a:buNone/>
            </a:pPr>
            <a:r>
              <a:t>13. Marketing Effectiveness: Campaign ROI measurement across all channels with proper attribution</a:t>
            </a:r>
          </a:p>
          <a:p>
            <a:pPr marL="0" lvl="0" indent="0" algn="l" rtl="0">
              <a:spcBef>
                <a:spcPts val="400"/>
              </a:spcBef>
              <a:spcAft>
                <a:spcPts val="0"/>
              </a:spcAft>
              <a:buNone/>
            </a:pPr>
            <a:r>
              <a:t>14. Brand Analytics: Brand perception vs. fintechs — measure NPS, app store ratings, social sentiment</a:t>
            </a:r>
          </a:p>
          <a:p>
            <a:pPr marL="0" lvl="0" indent="0" algn="l" rtl="0">
              <a:spcBef>
                <a:spcPts val="400"/>
              </a:spcBef>
              <a:spcAft>
                <a:spcPts val="0"/>
              </a:spcAft>
              <a:buNone/>
            </a:pPr>
            <a:endParaRPr/>
          </a:p>
          <a:p>
            <a:pPr marL="0" lvl="0" indent="0" algn="l" rtl="0">
              <a:spcBef>
                <a:spcPts val="400"/>
              </a:spcBef>
              <a:spcAft>
                <a:spcPts val="0"/>
              </a:spcAft>
              <a:buNone/>
            </a:pPr>
            <a:r>
              <a:t>Note: CIM capability detail slides with full 7-field use case format are in File 05.</a:t>
            </a:r>
          </a:p>
          <a:p>
            <a:pPr marL="0" lvl="0" indent="0" algn="l" rtl="0">
              <a:spcBef>
                <a:spcPts val="400"/>
              </a:spcBef>
              <a:spcAft>
                <a:spcPts val="0"/>
              </a:spcAft>
              <a:buNone/>
            </a:pPr>
            <a:endParaRPr/>
          </a:p>
          <a:p>
            <a:pPr marL="0" lvl="0" indent="0" algn="l" rtl="0">
              <a:spcBef>
                <a:spcPts val="400"/>
              </a:spcBef>
              <a:spcAft>
                <a:spcPts val="0"/>
              </a:spcAft>
              <a:buNone/>
            </a:pPr>
            <a:r>
              <a:t>FSDM: PRDCT_RCMDTN, MLTISTP_CMPGN, MKTG_ATRBTN, BRND_ANLYTCS</a:t>
            </a:r>
          </a:p>
        </p:txBody>
      </p:sp>
      <p:sp>
        <p:nvSpPr>
          <p:cNvPr id="1767" name="Google Shape;1767;p83:notes"/>
          <p:cNvSpPr>
            <a:spLocks noGrp="1" noRot="1" noChangeAspect="1"/>
          </p:cNvSpPr>
          <p:nvPr>
            <p:ph type="sldImg" idx="2"/>
          </p:nvPr>
        </p:nvSpPr>
        <p:spPr>
          <a:xfrm>
            <a:off x="114300" y="746125"/>
            <a:ext cx="6629400" cy="372903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1_Alternate Title Slide">
  <p:cSld name="1_Alternate Title Slide">
    <p:spTree>
      <p:nvGrpSpPr>
        <p:cNvPr id="1" name="Shape 20"/>
        <p:cNvGrpSpPr/>
        <p:nvPr/>
      </p:nvGrpSpPr>
      <p:grpSpPr>
        <a:xfrm>
          <a:off x="0" y="0"/>
          <a:ext cx="0" cy="0"/>
          <a:chOff x="0" y="0"/>
          <a:chExt cx="0" cy="0"/>
        </a:xfrm>
      </p:grpSpPr>
      <p:pic>
        <p:nvPicPr>
          <p:cNvPr id="21" name="Google Shape;21;p2"/>
          <p:cNvPicPr preferRelativeResize="0"/>
          <p:nvPr/>
        </p:nvPicPr>
        <p:blipFill rotWithShape="1">
          <a:blip r:embed="rId2">
            <a:alphaModFix/>
          </a:blip>
          <a:srcRect l="5141" t="25561" r="6732" b="-80"/>
          <a:stretch/>
        </p:blipFill>
        <p:spPr>
          <a:xfrm>
            <a:off x="0" y="-5583"/>
            <a:ext cx="9144000" cy="5154666"/>
          </a:xfrm>
          <a:prstGeom prst="rect">
            <a:avLst/>
          </a:prstGeom>
          <a:noFill/>
          <a:ln>
            <a:noFill/>
          </a:ln>
        </p:spPr>
      </p:pic>
      <p:sp>
        <p:nvSpPr>
          <p:cNvPr id="22" name="Google Shape;22;p2"/>
          <p:cNvSpPr/>
          <p:nvPr/>
        </p:nvSpPr>
        <p:spPr>
          <a:xfrm>
            <a:off x="457200" y="-9525"/>
            <a:ext cx="2438400" cy="9144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entury Gothic"/>
              <a:ea typeface="Century Gothic"/>
              <a:cs typeface="Century Gothic"/>
              <a:sym typeface="Century Gothic"/>
            </a:endParaRPr>
          </a:p>
        </p:txBody>
      </p:sp>
      <p:grpSp>
        <p:nvGrpSpPr>
          <p:cNvPr id="23" name="Google Shape;23;p2"/>
          <p:cNvGrpSpPr/>
          <p:nvPr/>
        </p:nvGrpSpPr>
        <p:grpSpPr>
          <a:xfrm>
            <a:off x="994118" y="305466"/>
            <a:ext cx="1362335" cy="305001"/>
            <a:chOff x="5137" y="4139"/>
            <a:chExt cx="335" cy="75"/>
          </a:xfrm>
        </p:grpSpPr>
        <p:sp>
          <p:nvSpPr>
            <p:cNvPr id="24" name="Google Shape;24;p2"/>
            <p:cNvSpPr/>
            <p:nvPr/>
          </p:nvSpPr>
          <p:spPr>
            <a:xfrm>
              <a:off x="5137" y="4139"/>
              <a:ext cx="324" cy="75"/>
            </a:xfrm>
            <a:custGeom>
              <a:avLst/>
              <a:gdLst/>
              <a:ahLst/>
              <a:cxnLst/>
              <a:rect l="l" t="t" r="r" b="b"/>
              <a:pathLst>
                <a:path w="3745" h="863" extrusionOk="0">
                  <a:moveTo>
                    <a:pt x="660" y="0"/>
                  </a:moveTo>
                  <a:lnTo>
                    <a:pt x="660" y="0"/>
                  </a:lnTo>
                  <a:lnTo>
                    <a:pt x="22" y="0"/>
                  </a:lnTo>
                  <a:lnTo>
                    <a:pt x="0" y="73"/>
                  </a:lnTo>
                  <a:lnTo>
                    <a:pt x="292" y="73"/>
                  </a:lnTo>
                  <a:lnTo>
                    <a:pt x="292" y="804"/>
                  </a:lnTo>
                  <a:cubicBezTo>
                    <a:pt x="292" y="843"/>
                    <a:pt x="316" y="863"/>
                    <a:pt x="360" y="863"/>
                  </a:cubicBezTo>
                  <a:lnTo>
                    <a:pt x="399" y="863"/>
                  </a:lnTo>
                  <a:lnTo>
                    <a:pt x="399" y="73"/>
                  </a:lnTo>
                  <a:lnTo>
                    <a:pt x="637" y="73"/>
                  </a:lnTo>
                  <a:lnTo>
                    <a:pt x="660" y="0"/>
                  </a:lnTo>
                  <a:lnTo>
                    <a:pt x="660" y="0"/>
                  </a:lnTo>
                  <a:close/>
                  <a:moveTo>
                    <a:pt x="2673" y="181"/>
                  </a:moveTo>
                  <a:lnTo>
                    <a:pt x="2673" y="181"/>
                  </a:lnTo>
                  <a:cubicBezTo>
                    <a:pt x="2647" y="181"/>
                    <a:pt x="2626" y="190"/>
                    <a:pt x="2621" y="203"/>
                  </a:cubicBezTo>
                  <a:lnTo>
                    <a:pt x="2408" y="768"/>
                  </a:lnTo>
                  <a:lnTo>
                    <a:pt x="2448" y="768"/>
                  </a:lnTo>
                  <a:cubicBezTo>
                    <a:pt x="2491" y="768"/>
                    <a:pt x="2509" y="764"/>
                    <a:pt x="2522" y="729"/>
                  </a:cubicBezTo>
                  <a:lnTo>
                    <a:pt x="2570" y="596"/>
                  </a:lnTo>
                  <a:lnTo>
                    <a:pt x="2698" y="596"/>
                  </a:lnTo>
                  <a:lnTo>
                    <a:pt x="2679" y="533"/>
                  </a:lnTo>
                  <a:lnTo>
                    <a:pt x="2590" y="533"/>
                  </a:lnTo>
                  <a:lnTo>
                    <a:pt x="2669" y="310"/>
                  </a:lnTo>
                  <a:lnTo>
                    <a:pt x="2812" y="729"/>
                  </a:lnTo>
                  <a:cubicBezTo>
                    <a:pt x="2824" y="764"/>
                    <a:pt x="2845" y="768"/>
                    <a:pt x="2891" y="768"/>
                  </a:cubicBezTo>
                  <a:lnTo>
                    <a:pt x="2941" y="768"/>
                  </a:lnTo>
                  <a:lnTo>
                    <a:pt x="2725" y="203"/>
                  </a:lnTo>
                  <a:cubicBezTo>
                    <a:pt x="2720" y="190"/>
                    <a:pt x="2697" y="181"/>
                    <a:pt x="2673" y="181"/>
                  </a:cubicBezTo>
                  <a:close/>
                  <a:moveTo>
                    <a:pt x="3529" y="203"/>
                  </a:moveTo>
                  <a:lnTo>
                    <a:pt x="3529" y="203"/>
                  </a:lnTo>
                  <a:cubicBezTo>
                    <a:pt x="3524" y="190"/>
                    <a:pt x="3501" y="181"/>
                    <a:pt x="3477" y="181"/>
                  </a:cubicBezTo>
                  <a:cubicBezTo>
                    <a:pt x="3451" y="181"/>
                    <a:pt x="3430" y="190"/>
                    <a:pt x="3425" y="203"/>
                  </a:cubicBezTo>
                  <a:lnTo>
                    <a:pt x="3212" y="768"/>
                  </a:lnTo>
                  <a:lnTo>
                    <a:pt x="3252" y="768"/>
                  </a:lnTo>
                  <a:cubicBezTo>
                    <a:pt x="3294" y="768"/>
                    <a:pt x="3313" y="764"/>
                    <a:pt x="3326" y="729"/>
                  </a:cubicBezTo>
                  <a:lnTo>
                    <a:pt x="3374" y="596"/>
                  </a:lnTo>
                  <a:lnTo>
                    <a:pt x="3502" y="596"/>
                  </a:lnTo>
                  <a:lnTo>
                    <a:pt x="3483" y="533"/>
                  </a:lnTo>
                  <a:lnTo>
                    <a:pt x="3394" y="533"/>
                  </a:lnTo>
                  <a:lnTo>
                    <a:pt x="3473" y="310"/>
                  </a:lnTo>
                  <a:lnTo>
                    <a:pt x="3616" y="729"/>
                  </a:lnTo>
                  <a:cubicBezTo>
                    <a:pt x="3628" y="764"/>
                    <a:pt x="3649" y="768"/>
                    <a:pt x="3695" y="768"/>
                  </a:cubicBezTo>
                  <a:lnTo>
                    <a:pt x="3745" y="768"/>
                  </a:lnTo>
                  <a:lnTo>
                    <a:pt x="3529" y="203"/>
                  </a:lnTo>
                  <a:lnTo>
                    <a:pt x="3529" y="203"/>
                  </a:lnTo>
                  <a:close/>
                  <a:moveTo>
                    <a:pt x="1655" y="181"/>
                  </a:moveTo>
                  <a:lnTo>
                    <a:pt x="1655" y="181"/>
                  </a:lnTo>
                  <a:cubicBezTo>
                    <a:pt x="1630" y="181"/>
                    <a:pt x="1608" y="190"/>
                    <a:pt x="1603" y="203"/>
                  </a:cubicBezTo>
                  <a:lnTo>
                    <a:pt x="1399" y="746"/>
                  </a:lnTo>
                  <a:lnTo>
                    <a:pt x="1247" y="515"/>
                  </a:lnTo>
                  <a:cubicBezTo>
                    <a:pt x="1327" y="501"/>
                    <a:pt x="1374" y="459"/>
                    <a:pt x="1374" y="387"/>
                  </a:cubicBezTo>
                  <a:lnTo>
                    <a:pt x="1374" y="336"/>
                  </a:lnTo>
                  <a:cubicBezTo>
                    <a:pt x="1374" y="232"/>
                    <a:pt x="1277" y="189"/>
                    <a:pt x="1149" y="189"/>
                  </a:cubicBezTo>
                  <a:lnTo>
                    <a:pt x="969" y="189"/>
                  </a:lnTo>
                  <a:lnTo>
                    <a:pt x="969" y="704"/>
                  </a:lnTo>
                  <a:lnTo>
                    <a:pt x="737" y="704"/>
                  </a:lnTo>
                  <a:cubicBezTo>
                    <a:pt x="646" y="704"/>
                    <a:pt x="625" y="684"/>
                    <a:pt x="625" y="590"/>
                  </a:cubicBezTo>
                  <a:lnTo>
                    <a:pt x="625" y="488"/>
                  </a:lnTo>
                  <a:lnTo>
                    <a:pt x="797" y="488"/>
                  </a:lnTo>
                  <a:lnTo>
                    <a:pt x="816" y="424"/>
                  </a:lnTo>
                  <a:lnTo>
                    <a:pt x="625" y="424"/>
                  </a:lnTo>
                  <a:lnTo>
                    <a:pt x="625" y="253"/>
                  </a:lnTo>
                  <a:lnTo>
                    <a:pt x="878" y="253"/>
                  </a:lnTo>
                  <a:lnTo>
                    <a:pt x="897" y="189"/>
                  </a:lnTo>
                  <a:lnTo>
                    <a:pt x="520" y="189"/>
                  </a:lnTo>
                  <a:lnTo>
                    <a:pt x="520" y="590"/>
                  </a:lnTo>
                  <a:cubicBezTo>
                    <a:pt x="520" y="724"/>
                    <a:pt x="552" y="768"/>
                    <a:pt x="735" y="768"/>
                  </a:cubicBezTo>
                  <a:lnTo>
                    <a:pt x="1074" y="766"/>
                  </a:lnTo>
                  <a:lnTo>
                    <a:pt x="1074" y="253"/>
                  </a:lnTo>
                  <a:lnTo>
                    <a:pt x="1149" y="253"/>
                  </a:lnTo>
                  <a:cubicBezTo>
                    <a:pt x="1230" y="253"/>
                    <a:pt x="1271" y="282"/>
                    <a:pt x="1271" y="337"/>
                  </a:cubicBezTo>
                  <a:lnTo>
                    <a:pt x="1271" y="387"/>
                  </a:lnTo>
                  <a:cubicBezTo>
                    <a:pt x="1271" y="443"/>
                    <a:pt x="1220" y="461"/>
                    <a:pt x="1157" y="461"/>
                  </a:cubicBezTo>
                  <a:lnTo>
                    <a:pt x="1110" y="461"/>
                  </a:lnTo>
                  <a:lnTo>
                    <a:pt x="1269" y="733"/>
                  </a:lnTo>
                  <a:cubicBezTo>
                    <a:pt x="1287" y="765"/>
                    <a:pt x="1296" y="768"/>
                    <a:pt x="1338" y="768"/>
                  </a:cubicBezTo>
                  <a:lnTo>
                    <a:pt x="1430" y="768"/>
                  </a:lnTo>
                  <a:cubicBezTo>
                    <a:pt x="1473" y="768"/>
                    <a:pt x="1492" y="764"/>
                    <a:pt x="1505" y="729"/>
                  </a:cubicBezTo>
                  <a:lnTo>
                    <a:pt x="1552" y="596"/>
                  </a:lnTo>
                  <a:lnTo>
                    <a:pt x="1680" y="596"/>
                  </a:lnTo>
                  <a:lnTo>
                    <a:pt x="1661" y="533"/>
                  </a:lnTo>
                  <a:lnTo>
                    <a:pt x="1573" y="533"/>
                  </a:lnTo>
                  <a:lnTo>
                    <a:pt x="1652" y="310"/>
                  </a:lnTo>
                  <a:lnTo>
                    <a:pt x="1795" y="729"/>
                  </a:lnTo>
                  <a:cubicBezTo>
                    <a:pt x="1807" y="764"/>
                    <a:pt x="1827" y="768"/>
                    <a:pt x="1873" y="768"/>
                  </a:cubicBezTo>
                  <a:lnTo>
                    <a:pt x="1923" y="768"/>
                  </a:lnTo>
                  <a:lnTo>
                    <a:pt x="1707" y="203"/>
                  </a:lnTo>
                  <a:cubicBezTo>
                    <a:pt x="1702" y="190"/>
                    <a:pt x="1679" y="181"/>
                    <a:pt x="1655" y="181"/>
                  </a:cubicBezTo>
                  <a:close/>
                  <a:moveTo>
                    <a:pt x="2304" y="530"/>
                  </a:moveTo>
                  <a:lnTo>
                    <a:pt x="2304" y="530"/>
                  </a:lnTo>
                  <a:cubicBezTo>
                    <a:pt x="2304" y="647"/>
                    <a:pt x="2266" y="704"/>
                    <a:pt x="2162" y="704"/>
                  </a:cubicBezTo>
                  <a:lnTo>
                    <a:pt x="2068" y="704"/>
                  </a:lnTo>
                  <a:lnTo>
                    <a:pt x="2068" y="253"/>
                  </a:lnTo>
                  <a:lnTo>
                    <a:pt x="2159" y="253"/>
                  </a:lnTo>
                  <a:cubicBezTo>
                    <a:pt x="2266" y="253"/>
                    <a:pt x="2304" y="316"/>
                    <a:pt x="2304" y="433"/>
                  </a:cubicBezTo>
                  <a:lnTo>
                    <a:pt x="2304" y="530"/>
                  </a:lnTo>
                  <a:lnTo>
                    <a:pt x="2304" y="530"/>
                  </a:lnTo>
                  <a:close/>
                  <a:moveTo>
                    <a:pt x="2409" y="432"/>
                  </a:moveTo>
                  <a:lnTo>
                    <a:pt x="2409" y="432"/>
                  </a:lnTo>
                  <a:cubicBezTo>
                    <a:pt x="2409" y="270"/>
                    <a:pt x="2326" y="189"/>
                    <a:pt x="2159" y="189"/>
                  </a:cubicBezTo>
                  <a:lnTo>
                    <a:pt x="1963" y="189"/>
                  </a:lnTo>
                  <a:lnTo>
                    <a:pt x="1963" y="709"/>
                  </a:lnTo>
                  <a:cubicBezTo>
                    <a:pt x="1963" y="748"/>
                    <a:pt x="1984" y="768"/>
                    <a:pt x="2029" y="768"/>
                  </a:cubicBezTo>
                  <a:lnTo>
                    <a:pt x="2159" y="768"/>
                  </a:lnTo>
                  <a:lnTo>
                    <a:pt x="2180" y="767"/>
                  </a:lnTo>
                  <a:cubicBezTo>
                    <a:pt x="2337" y="761"/>
                    <a:pt x="2409" y="693"/>
                    <a:pt x="2409" y="530"/>
                  </a:cubicBezTo>
                  <a:lnTo>
                    <a:pt x="2409" y="432"/>
                  </a:lnTo>
                  <a:lnTo>
                    <a:pt x="2409" y="432"/>
                  </a:lnTo>
                  <a:close/>
                  <a:moveTo>
                    <a:pt x="3332" y="190"/>
                  </a:moveTo>
                  <a:lnTo>
                    <a:pt x="3332" y="190"/>
                  </a:lnTo>
                  <a:lnTo>
                    <a:pt x="2851" y="190"/>
                  </a:lnTo>
                  <a:lnTo>
                    <a:pt x="2831" y="254"/>
                  </a:lnTo>
                  <a:lnTo>
                    <a:pt x="3028" y="254"/>
                  </a:lnTo>
                  <a:lnTo>
                    <a:pt x="3028" y="710"/>
                  </a:lnTo>
                  <a:cubicBezTo>
                    <a:pt x="3028" y="749"/>
                    <a:pt x="3052" y="768"/>
                    <a:pt x="3096" y="768"/>
                  </a:cubicBezTo>
                  <a:lnTo>
                    <a:pt x="3135" y="768"/>
                  </a:lnTo>
                  <a:lnTo>
                    <a:pt x="3135" y="254"/>
                  </a:lnTo>
                  <a:lnTo>
                    <a:pt x="3313" y="254"/>
                  </a:lnTo>
                  <a:lnTo>
                    <a:pt x="3332" y="19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25" name="Google Shape;25;p2"/>
            <p:cNvSpPr/>
            <p:nvPr/>
          </p:nvSpPr>
          <p:spPr>
            <a:xfrm>
              <a:off x="5464" y="4197"/>
              <a:ext cx="8" cy="9"/>
            </a:xfrm>
            <a:custGeom>
              <a:avLst/>
              <a:gdLst/>
              <a:ahLst/>
              <a:cxnLst/>
              <a:rect l="l" t="t" r="r" b="b"/>
              <a:pathLst>
                <a:path w="99" h="98" extrusionOk="0">
                  <a:moveTo>
                    <a:pt x="59" y="30"/>
                  </a:moveTo>
                  <a:lnTo>
                    <a:pt x="59" y="30"/>
                  </a:lnTo>
                  <a:cubicBezTo>
                    <a:pt x="57" y="29"/>
                    <a:pt x="53" y="28"/>
                    <a:pt x="47" y="28"/>
                  </a:cubicBezTo>
                  <a:lnTo>
                    <a:pt x="39" y="28"/>
                  </a:lnTo>
                  <a:lnTo>
                    <a:pt x="39" y="48"/>
                  </a:lnTo>
                  <a:lnTo>
                    <a:pt x="48" y="48"/>
                  </a:lnTo>
                  <a:cubicBezTo>
                    <a:pt x="52" y="48"/>
                    <a:pt x="55" y="47"/>
                    <a:pt x="57" y="46"/>
                  </a:cubicBezTo>
                  <a:cubicBezTo>
                    <a:pt x="61" y="45"/>
                    <a:pt x="63" y="42"/>
                    <a:pt x="63" y="38"/>
                  </a:cubicBezTo>
                  <a:cubicBezTo>
                    <a:pt x="63" y="34"/>
                    <a:pt x="61" y="31"/>
                    <a:pt x="59" y="30"/>
                  </a:cubicBezTo>
                  <a:close/>
                  <a:moveTo>
                    <a:pt x="49" y="22"/>
                  </a:moveTo>
                  <a:lnTo>
                    <a:pt x="49" y="22"/>
                  </a:lnTo>
                  <a:cubicBezTo>
                    <a:pt x="55" y="22"/>
                    <a:pt x="60" y="22"/>
                    <a:pt x="63" y="23"/>
                  </a:cubicBezTo>
                  <a:cubicBezTo>
                    <a:pt x="69" y="26"/>
                    <a:pt x="72" y="30"/>
                    <a:pt x="72" y="37"/>
                  </a:cubicBezTo>
                  <a:cubicBezTo>
                    <a:pt x="72" y="42"/>
                    <a:pt x="70" y="46"/>
                    <a:pt x="66" y="48"/>
                  </a:cubicBezTo>
                  <a:cubicBezTo>
                    <a:pt x="65" y="49"/>
                    <a:pt x="62" y="50"/>
                    <a:pt x="59" y="51"/>
                  </a:cubicBezTo>
                  <a:cubicBezTo>
                    <a:pt x="63" y="51"/>
                    <a:pt x="66" y="53"/>
                    <a:pt x="68" y="56"/>
                  </a:cubicBezTo>
                  <a:cubicBezTo>
                    <a:pt x="70" y="59"/>
                    <a:pt x="71" y="62"/>
                    <a:pt x="71" y="64"/>
                  </a:cubicBezTo>
                  <a:lnTo>
                    <a:pt x="71" y="68"/>
                  </a:lnTo>
                  <a:cubicBezTo>
                    <a:pt x="71" y="69"/>
                    <a:pt x="71" y="71"/>
                    <a:pt x="71" y="72"/>
                  </a:cubicBezTo>
                  <a:cubicBezTo>
                    <a:pt x="71" y="74"/>
                    <a:pt x="71" y="75"/>
                    <a:pt x="72" y="75"/>
                  </a:cubicBezTo>
                  <a:lnTo>
                    <a:pt x="72" y="76"/>
                  </a:lnTo>
                  <a:lnTo>
                    <a:pt x="63" y="76"/>
                  </a:lnTo>
                  <a:cubicBezTo>
                    <a:pt x="63" y="76"/>
                    <a:pt x="63" y="75"/>
                    <a:pt x="63" y="75"/>
                  </a:cubicBezTo>
                  <a:cubicBezTo>
                    <a:pt x="63" y="75"/>
                    <a:pt x="63" y="75"/>
                    <a:pt x="63" y="75"/>
                  </a:cubicBezTo>
                  <a:lnTo>
                    <a:pt x="62" y="73"/>
                  </a:lnTo>
                  <a:lnTo>
                    <a:pt x="62" y="69"/>
                  </a:lnTo>
                  <a:cubicBezTo>
                    <a:pt x="62" y="62"/>
                    <a:pt x="61" y="58"/>
                    <a:pt x="57" y="56"/>
                  </a:cubicBezTo>
                  <a:cubicBezTo>
                    <a:pt x="55" y="55"/>
                    <a:pt x="52" y="54"/>
                    <a:pt x="47" y="54"/>
                  </a:cubicBezTo>
                  <a:lnTo>
                    <a:pt x="39" y="54"/>
                  </a:lnTo>
                  <a:lnTo>
                    <a:pt x="39" y="76"/>
                  </a:lnTo>
                  <a:lnTo>
                    <a:pt x="30" y="76"/>
                  </a:lnTo>
                  <a:lnTo>
                    <a:pt x="30" y="22"/>
                  </a:lnTo>
                  <a:lnTo>
                    <a:pt x="49" y="22"/>
                  </a:lnTo>
                  <a:lnTo>
                    <a:pt x="49" y="22"/>
                  </a:lnTo>
                  <a:close/>
                  <a:moveTo>
                    <a:pt x="20" y="19"/>
                  </a:moveTo>
                  <a:lnTo>
                    <a:pt x="20" y="19"/>
                  </a:lnTo>
                  <a:cubicBezTo>
                    <a:pt x="11" y="27"/>
                    <a:pt x="7" y="37"/>
                    <a:pt x="7" y="49"/>
                  </a:cubicBezTo>
                  <a:cubicBezTo>
                    <a:pt x="7" y="61"/>
                    <a:pt x="11" y="71"/>
                    <a:pt x="20" y="79"/>
                  </a:cubicBezTo>
                  <a:cubicBezTo>
                    <a:pt x="28" y="87"/>
                    <a:pt x="38" y="92"/>
                    <a:pt x="50" y="92"/>
                  </a:cubicBezTo>
                  <a:cubicBezTo>
                    <a:pt x="61" y="92"/>
                    <a:pt x="71" y="87"/>
                    <a:pt x="80" y="79"/>
                  </a:cubicBezTo>
                  <a:cubicBezTo>
                    <a:pt x="88" y="71"/>
                    <a:pt x="92" y="61"/>
                    <a:pt x="92" y="49"/>
                  </a:cubicBezTo>
                  <a:cubicBezTo>
                    <a:pt x="92" y="37"/>
                    <a:pt x="88" y="27"/>
                    <a:pt x="80" y="19"/>
                  </a:cubicBezTo>
                  <a:cubicBezTo>
                    <a:pt x="71" y="10"/>
                    <a:pt x="61" y="6"/>
                    <a:pt x="50" y="6"/>
                  </a:cubicBezTo>
                  <a:cubicBezTo>
                    <a:pt x="38" y="6"/>
                    <a:pt x="28" y="10"/>
                    <a:pt x="20" y="19"/>
                  </a:cubicBezTo>
                  <a:close/>
                  <a:moveTo>
                    <a:pt x="85" y="84"/>
                  </a:moveTo>
                  <a:lnTo>
                    <a:pt x="85" y="84"/>
                  </a:lnTo>
                  <a:cubicBezTo>
                    <a:pt x="75" y="94"/>
                    <a:pt x="63" y="98"/>
                    <a:pt x="50" y="98"/>
                  </a:cubicBezTo>
                  <a:cubicBezTo>
                    <a:pt x="36" y="98"/>
                    <a:pt x="24" y="94"/>
                    <a:pt x="15" y="84"/>
                  </a:cubicBezTo>
                  <a:cubicBezTo>
                    <a:pt x="5" y="74"/>
                    <a:pt x="0" y="63"/>
                    <a:pt x="0" y="49"/>
                  </a:cubicBezTo>
                  <a:cubicBezTo>
                    <a:pt x="0" y="35"/>
                    <a:pt x="5" y="24"/>
                    <a:pt x="15" y="14"/>
                  </a:cubicBezTo>
                  <a:cubicBezTo>
                    <a:pt x="24" y="4"/>
                    <a:pt x="36" y="0"/>
                    <a:pt x="50" y="0"/>
                  </a:cubicBezTo>
                  <a:cubicBezTo>
                    <a:pt x="63" y="0"/>
                    <a:pt x="75" y="4"/>
                    <a:pt x="85" y="14"/>
                  </a:cubicBezTo>
                  <a:cubicBezTo>
                    <a:pt x="94" y="24"/>
                    <a:pt x="99" y="35"/>
                    <a:pt x="99" y="49"/>
                  </a:cubicBezTo>
                  <a:cubicBezTo>
                    <a:pt x="99" y="63"/>
                    <a:pt x="94" y="74"/>
                    <a:pt x="85" y="84"/>
                  </a:cubicBez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entury Gothic"/>
                <a:ea typeface="Century Gothic"/>
                <a:cs typeface="Century Gothic"/>
                <a:sym typeface="Century Gothic"/>
              </a:endParaRPr>
            </a:p>
          </p:txBody>
        </p:sp>
      </p:grpSp>
      <p:sp>
        <p:nvSpPr>
          <p:cNvPr id="26" name="Google Shape;26;p2"/>
          <p:cNvSpPr txBox="1">
            <a:spLocks noGrp="1"/>
          </p:cNvSpPr>
          <p:nvPr>
            <p:ph type="body" idx="1"/>
          </p:nvPr>
        </p:nvSpPr>
        <p:spPr>
          <a:xfrm>
            <a:off x="0" y="2915344"/>
            <a:ext cx="9144000" cy="1065420"/>
          </a:xfrm>
          <a:prstGeom prst="rect">
            <a:avLst/>
          </a:prstGeom>
          <a:solidFill>
            <a:schemeClr val="accent1">
              <a:alpha val="89803"/>
            </a:schemeClr>
          </a:solidFill>
          <a:ln>
            <a:noFill/>
          </a:ln>
        </p:spPr>
        <p:txBody>
          <a:bodyPr spcFirstLastPara="1" wrap="square" lIns="457200" tIns="137150" rIns="457200" bIns="137150" anchor="ctr" anchorCtr="1">
            <a:noAutofit/>
          </a:bodyPr>
          <a:lstStyle>
            <a:lvl1pPr marL="457200" lvl="0" indent="-355600" algn="ctr">
              <a:lnSpc>
                <a:spcPct val="85000"/>
              </a:lnSpc>
              <a:spcBef>
                <a:spcPts val="200"/>
              </a:spcBef>
              <a:spcAft>
                <a:spcPts val="0"/>
              </a:spcAft>
              <a:buClr>
                <a:schemeClr val="lt1"/>
              </a:buClr>
              <a:buSzPts val="2000"/>
              <a:buFont typeface="Arial"/>
              <a:buChar char="​"/>
              <a:defRPr sz="2000" b="0">
                <a:solidFill>
                  <a:schemeClr val="lt1"/>
                </a:solidFill>
              </a:defRPr>
            </a:lvl1pPr>
            <a:lvl2pPr marL="914400" lvl="1" indent="-317500" algn="ctr">
              <a:lnSpc>
                <a:spcPct val="85000"/>
              </a:lnSpc>
              <a:spcBef>
                <a:spcPts val="200"/>
              </a:spcBef>
              <a:spcAft>
                <a:spcPts val="0"/>
              </a:spcAft>
              <a:buClr>
                <a:schemeClr val="lt1"/>
              </a:buClr>
              <a:buSzPts val="1400"/>
              <a:buFont typeface="Arial"/>
              <a:buChar char="​"/>
              <a:defRPr sz="1400" b="0">
                <a:solidFill>
                  <a:schemeClr val="lt1"/>
                </a:solidFill>
              </a:defRPr>
            </a:lvl2pPr>
            <a:lvl3pPr marL="1371600" lvl="2" indent="-330200" algn="ctr">
              <a:lnSpc>
                <a:spcPct val="85000"/>
              </a:lnSpc>
              <a:spcBef>
                <a:spcPts val="600"/>
              </a:spcBef>
              <a:spcAft>
                <a:spcPts val="0"/>
              </a:spcAft>
              <a:buClr>
                <a:schemeClr val="lt1"/>
              </a:buClr>
              <a:buSzPts val="1600"/>
              <a:buFont typeface="Arial"/>
              <a:buChar char="​"/>
              <a:defRPr sz="1600" b="1">
                <a:solidFill>
                  <a:schemeClr val="lt1"/>
                </a:solidFill>
              </a:defRPr>
            </a:lvl3pPr>
            <a:lvl4pPr marL="1828800" lvl="3" indent="-317500" algn="ctr">
              <a:lnSpc>
                <a:spcPct val="85000"/>
              </a:lnSpc>
              <a:spcBef>
                <a:spcPts val="200"/>
              </a:spcBef>
              <a:spcAft>
                <a:spcPts val="0"/>
              </a:spcAft>
              <a:buClr>
                <a:schemeClr val="lt1"/>
              </a:buClr>
              <a:buSzPts val="1400"/>
              <a:buFont typeface="Arial"/>
              <a:buChar char="​"/>
              <a:defRPr sz="1400" b="0">
                <a:solidFill>
                  <a:schemeClr val="lt1"/>
                </a:solidFill>
              </a:defRPr>
            </a:lvl4pPr>
            <a:lvl5pPr marL="2286000" lvl="4" indent="-317500" algn="ctr">
              <a:lnSpc>
                <a:spcPct val="85000"/>
              </a:lnSpc>
              <a:spcBef>
                <a:spcPts val="200"/>
              </a:spcBef>
              <a:spcAft>
                <a:spcPts val="0"/>
              </a:spcAft>
              <a:buClr>
                <a:schemeClr val="lt1"/>
              </a:buClr>
              <a:buSzPts val="1400"/>
              <a:buFont typeface="Arial"/>
              <a:buChar char="​"/>
              <a:defRPr sz="1400" b="0">
                <a:solidFill>
                  <a:schemeClr val="lt1"/>
                </a:solidFill>
              </a:defRPr>
            </a:lvl5pPr>
            <a:lvl6pPr marL="2743200" lvl="5" indent="-317500" algn="ctr">
              <a:lnSpc>
                <a:spcPct val="85000"/>
              </a:lnSpc>
              <a:spcBef>
                <a:spcPts val="200"/>
              </a:spcBef>
              <a:spcAft>
                <a:spcPts val="0"/>
              </a:spcAft>
              <a:buClr>
                <a:schemeClr val="lt1"/>
              </a:buClr>
              <a:buSzPts val="1400"/>
              <a:buFont typeface="Arial"/>
              <a:buChar char="​"/>
              <a:defRPr sz="1400" b="0">
                <a:solidFill>
                  <a:schemeClr val="lt1"/>
                </a:solidFill>
              </a:defRPr>
            </a:lvl6pPr>
            <a:lvl7pPr marL="3200400" lvl="6" indent="-317500" algn="ctr">
              <a:lnSpc>
                <a:spcPct val="85000"/>
              </a:lnSpc>
              <a:spcBef>
                <a:spcPts val="200"/>
              </a:spcBef>
              <a:spcAft>
                <a:spcPts val="0"/>
              </a:spcAft>
              <a:buClr>
                <a:schemeClr val="lt1"/>
              </a:buClr>
              <a:buSzPts val="1400"/>
              <a:buFont typeface="Arial"/>
              <a:buChar char="​"/>
              <a:defRPr sz="1400" b="0">
                <a:solidFill>
                  <a:schemeClr val="lt1"/>
                </a:solidFill>
              </a:defRPr>
            </a:lvl7pPr>
            <a:lvl8pPr marL="3657600" lvl="7" indent="-317500" algn="ctr">
              <a:lnSpc>
                <a:spcPct val="85000"/>
              </a:lnSpc>
              <a:spcBef>
                <a:spcPts val="200"/>
              </a:spcBef>
              <a:spcAft>
                <a:spcPts val="0"/>
              </a:spcAft>
              <a:buClr>
                <a:schemeClr val="lt1"/>
              </a:buClr>
              <a:buSzPts val="1400"/>
              <a:buFont typeface="Arial"/>
              <a:buChar char="​"/>
              <a:defRPr sz="1400" b="0">
                <a:solidFill>
                  <a:schemeClr val="lt1"/>
                </a:solidFill>
              </a:defRPr>
            </a:lvl8pPr>
            <a:lvl9pPr marL="4114800" lvl="8" indent="-317500" algn="ctr">
              <a:lnSpc>
                <a:spcPct val="85000"/>
              </a:lnSpc>
              <a:spcBef>
                <a:spcPts val="200"/>
              </a:spcBef>
              <a:spcAft>
                <a:spcPts val="200"/>
              </a:spcAft>
              <a:buClr>
                <a:schemeClr val="lt1"/>
              </a:buClr>
              <a:buSzPts val="1400"/>
              <a:buFont typeface="Arial"/>
              <a:buChar char="​"/>
              <a:defRPr sz="1400" b="0">
                <a:solidFill>
                  <a:schemeClr val="lt1"/>
                </a:solidFill>
              </a:defRPr>
            </a:lvl9pPr>
          </a:lstStyle>
          <a:p>
            <a:endParaRPr/>
          </a:p>
        </p:txBody>
      </p:sp>
    </p:spTree>
  </p:cSld>
  <p:clrMapOvr>
    <a:masterClrMapping/>
  </p:clrMapOvr>
  <p:transition spd="med">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1_Title and Content">
  <p:cSld name="1_Title and Content">
    <p:spTree>
      <p:nvGrpSpPr>
        <p:cNvPr id="1" name="Shape 27"/>
        <p:cNvGrpSpPr/>
        <p:nvPr/>
      </p:nvGrpSpPr>
      <p:grpSpPr>
        <a:xfrm>
          <a:off x="0" y="0"/>
          <a:ext cx="0" cy="0"/>
          <a:chOff x="0" y="0"/>
          <a:chExt cx="0" cy="0"/>
        </a:xfrm>
      </p:grpSpPr>
      <p:sp>
        <p:nvSpPr>
          <p:cNvPr id="28" name="Google Shape;28;p3"/>
          <p:cNvSpPr txBox="1">
            <a:spLocks noGrp="1"/>
          </p:cNvSpPr>
          <p:nvPr>
            <p:ph type="body" idx="1"/>
          </p:nvPr>
        </p:nvSpPr>
        <p:spPr>
          <a:xfrm>
            <a:off x="457200" y="1115806"/>
            <a:ext cx="8229600" cy="3507581"/>
          </a:xfrm>
          <a:prstGeom prst="rect">
            <a:avLst/>
          </a:prstGeom>
          <a:noFill/>
          <a:ln>
            <a:noFill/>
          </a:ln>
        </p:spPr>
        <p:txBody>
          <a:bodyPr spcFirstLastPara="1" wrap="square" lIns="0" tIns="0" rIns="0" bIns="0" anchor="t" anchorCtr="0">
            <a:noAutofit/>
          </a:bodyPr>
          <a:lstStyle>
            <a:lvl1pPr marL="457200" lvl="0" indent="-342900" algn="l">
              <a:lnSpc>
                <a:spcPct val="95000"/>
              </a:lnSpc>
              <a:spcBef>
                <a:spcPts val="600"/>
              </a:spcBef>
              <a:spcAft>
                <a:spcPts val="0"/>
              </a:spcAft>
              <a:buClr>
                <a:schemeClr val="dk1"/>
              </a:buClr>
              <a:buSzPts val="1800"/>
              <a:buChar char="•"/>
              <a:defRPr sz="1800">
                <a:solidFill>
                  <a:schemeClr val="dk1"/>
                </a:solidFill>
              </a:defRPr>
            </a:lvl1pPr>
            <a:lvl2pPr marL="914400" lvl="1" indent="-330200" algn="l">
              <a:lnSpc>
                <a:spcPct val="85000"/>
              </a:lnSpc>
              <a:spcBef>
                <a:spcPts val="200"/>
              </a:spcBef>
              <a:spcAft>
                <a:spcPts val="0"/>
              </a:spcAft>
              <a:buClr>
                <a:schemeClr val="dk1"/>
              </a:buClr>
              <a:buSzPts val="1600"/>
              <a:buChar char="–"/>
              <a:defRPr sz="1600">
                <a:solidFill>
                  <a:schemeClr val="dk1"/>
                </a:solidFill>
              </a:defRPr>
            </a:lvl2pPr>
            <a:lvl3pPr marL="1371600" lvl="2" indent="-317500" algn="l">
              <a:lnSpc>
                <a:spcPct val="85000"/>
              </a:lnSpc>
              <a:spcBef>
                <a:spcPts val="200"/>
              </a:spcBef>
              <a:spcAft>
                <a:spcPts val="0"/>
              </a:spcAft>
              <a:buClr>
                <a:schemeClr val="dk1"/>
              </a:buClr>
              <a:buSzPts val="1400"/>
              <a:buChar char="-"/>
              <a:defRPr sz="1400">
                <a:solidFill>
                  <a:schemeClr val="dk1"/>
                </a:solidFill>
              </a:defRPr>
            </a:lvl3pPr>
            <a:lvl4pPr marL="1828800" lvl="3" indent="-342900" algn="l">
              <a:lnSpc>
                <a:spcPct val="95000"/>
              </a:lnSpc>
              <a:spcBef>
                <a:spcPts val="600"/>
              </a:spcBef>
              <a:spcAft>
                <a:spcPts val="0"/>
              </a:spcAft>
              <a:buClr>
                <a:schemeClr val="dk1"/>
              </a:buClr>
              <a:buSzPts val="1800"/>
              <a:buChar char="​"/>
              <a:defRPr sz="1800">
                <a:solidFill>
                  <a:schemeClr val="dk1"/>
                </a:solidFill>
              </a:defRPr>
            </a:lvl4pPr>
            <a:lvl5pPr marL="2286000" lvl="4" indent="-342900" algn="l">
              <a:lnSpc>
                <a:spcPct val="95000"/>
              </a:lnSpc>
              <a:spcBef>
                <a:spcPts val="600"/>
              </a:spcBef>
              <a:spcAft>
                <a:spcPts val="0"/>
              </a:spcAft>
              <a:buClr>
                <a:schemeClr val="accent1"/>
              </a:buClr>
              <a:buSzPts val="1800"/>
              <a:buChar char="​"/>
              <a:defRPr sz="1800"/>
            </a:lvl5pPr>
            <a:lvl6pPr marL="2743200" lvl="5" indent="-342900" algn="l">
              <a:lnSpc>
                <a:spcPct val="95000"/>
              </a:lnSpc>
              <a:spcBef>
                <a:spcPts val="600"/>
              </a:spcBef>
              <a:spcAft>
                <a:spcPts val="0"/>
              </a:spcAft>
              <a:buClr>
                <a:schemeClr val="accent2"/>
              </a:buClr>
              <a:buSzPts val="1800"/>
              <a:buChar char="​"/>
              <a:defRPr/>
            </a:lvl6pPr>
            <a:lvl7pPr marL="3200400" lvl="6" indent="-342900" algn="l">
              <a:lnSpc>
                <a:spcPct val="95000"/>
              </a:lnSpc>
              <a:spcBef>
                <a:spcPts val="1000"/>
              </a:spcBef>
              <a:spcAft>
                <a:spcPts val="0"/>
              </a:spcAft>
              <a:buClr>
                <a:schemeClr val="dk1"/>
              </a:buClr>
              <a:buSzPts val="1800"/>
              <a:buChar char="​"/>
              <a:defRPr/>
            </a:lvl7pPr>
            <a:lvl8pPr marL="3657600" lvl="7" indent="-342900" algn="l">
              <a:lnSpc>
                <a:spcPct val="95000"/>
              </a:lnSpc>
              <a:spcBef>
                <a:spcPts val="200"/>
              </a:spcBef>
              <a:spcAft>
                <a:spcPts val="0"/>
              </a:spcAft>
              <a:buClr>
                <a:schemeClr val="dk1"/>
              </a:buClr>
              <a:buSzPts val="1800"/>
              <a:buAutoNum type="arabicPeriod"/>
              <a:defRPr/>
            </a:lvl8pPr>
            <a:lvl9pPr marL="4114800" lvl="8" indent="-342900" algn="l">
              <a:lnSpc>
                <a:spcPct val="95000"/>
              </a:lnSpc>
              <a:spcBef>
                <a:spcPts val="400"/>
              </a:spcBef>
              <a:spcAft>
                <a:spcPts val="400"/>
              </a:spcAft>
              <a:buClr>
                <a:schemeClr val="accent6"/>
              </a:buClr>
              <a:buSzPts val="1800"/>
              <a:buChar char="​"/>
              <a:defRPr/>
            </a:lvl9pPr>
          </a:lstStyle>
          <a:p>
            <a:endParaRPr/>
          </a:p>
        </p:txBody>
      </p:sp>
      <p:sp>
        <p:nvSpPr>
          <p:cNvPr id="29" name="Google Shape;29;p3"/>
          <p:cNvSpPr txBox="1">
            <a:spLocks noGrp="1"/>
          </p:cNvSpPr>
          <p:nvPr>
            <p:ph type="body" idx="2"/>
          </p:nvPr>
        </p:nvSpPr>
        <p:spPr>
          <a:xfrm>
            <a:off x="457200" y="703405"/>
            <a:ext cx="8229600" cy="353174"/>
          </a:xfrm>
          <a:prstGeom prst="rect">
            <a:avLst/>
          </a:prstGeom>
          <a:noFill/>
          <a:ln>
            <a:noFill/>
          </a:ln>
        </p:spPr>
        <p:txBody>
          <a:bodyPr spcFirstLastPara="1" wrap="square" lIns="0" tIns="0" rIns="0" bIns="0" anchor="t" anchorCtr="0">
            <a:noAutofit/>
          </a:bodyPr>
          <a:lstStyle>
            <a:lvl1pPr marL="457200" lvl="0" indent="-228600" algn="l">
              <a:lnSpc>
                <a:spcPct val="85000"/>
              </a:lnSpc>
              <a:spcBef>
                <a:spcPts val="0"/>
              </a:spcBef>
              <a:spcAft>
                <a:spcPts val="0"/>
              </a:spcAft>
              <a:buClr>
                <a:schemeClr val="dk1"/>
              </a:buClr>
              <a:buSzPts val="1800"/>
              <a:buFont typeface="Century Gothic"/>
              <a:buNone/>
              <a:defRPr sz="1800">
                <a:solidFill>
                  <a:schemeClr val="dk1"/>
                </a:solidFill>
              </a:defRPr>
            </a:lvl1pPr>
            <a:lvl2pPr marL="914400" lvl="1" indent="-228600" algn="l">
              <a:lnSpc>
                <a:spcPct val="85000"/>
              </a:lnSpc>
              <a:spcBef>
                <a:spcPts val="200"/>
              </a:spcBef>
              <a:spcAft>
                <a:spcPts val="0"/>
              </a:spcAft>
              <a:buClr>
                <a:schemeClr val="accent2"/>
              </a:buClr>
              <a:buSzPts val="1600"/>
              <a:buFont typeface="Century Gothic"/>
              <a:buNone/>
              <a:defRPr sz="1600">
                <a:solidFill>
                  <a:schemeClr val="accent2"/>
                </a:solidFill>
              </a:defRPr>
            </a:lvl2pPr>
            <a:lvl3pPr marL="1371600" lvl="2" indent="-228600" algn="l">
              <a:lnSpc>
                <a:spcPct val="85000"/>
              </a:lnSpc>
              <a:spcBef>
                <a:spcPts val="200"/>
              </a:spcBef>
              <a:spcAft>
                <a:spcPts val="0"/>
              </a:spcAft>
              <a:buClr>
                <a:schemeClr val="accent2"/>
              </a:buClr>
              <a:buSzPts val="1600"/>
              <a:buFont typeface="Century Gothic"/>
              <a:buNone/>
              <a:defRPr sz="1600">
                <a:solidFill>
                  <a:schemeClr val="accent2"/>
                </a:solidFill>
              </a:defRPr>
            </a:lvl3pPr>
            <a:lvl4pPr marL="1828800" lvl="3" indent="-228600" algn="l">
              <a:lnSpc>
                <a:spcPct val="95000"/>
              </a:lnSpc>
              <a:spcBef>
                <a:spcPts val="600"/>
              </a:spcBef>
              <a:spcAft>
                <a:spcPts val="0"/>
              </a:spcAft>
              <a:buClr>
                <a:schemeClr val="accent2"/>
              </a:buClr>
              <a:buSzPts val="1600"/>
              <a:buFont typeface="Century Gothic"/>
              <a:buNone/>
              <a:defRPr sz="1600">
                <a:solidFill>
                  <a:schemeClr val="accent2"/>
                </a:solidFill>
              </a:defRPr>
            </a:lvl4pPr>
            <a:lvl5pPr marL="2286000" lvl="4" indent="-228600" algn="l">
              <a:lnSpc>
                <a:spcPct val="95000"/>
              </a:lnSpc>
              <a:spcBef>
                <a:spcPts val="600"/>
              </a:spcBef>
              <a:spcAft>
                <a:spcPts val="0"/>
              </a:spcAft>
              <a:buClr>
                <a:schemeClr val="accent2"/>
              </a:buClr>
              <a:buSzPts val="1600"/>
              <a:buFont typeface="Century Gothic"/>
              <a:buNone/>
              <a:defRPr sz="1600">
                <a:solidFill>
                  <a:schemeClr val="accent2"/>
                </a:solidFill>
              </a:defRPr>
            </a:lvl5pPr>
            <a:lvl6pPr marL="2743200" lvl="5" indent="-342900" algn="l">
              <a:lnSpc>
                <a:spcPct val="95000"/>
              </a:lnSpc>
              <a:spcBef>
                <a:spcPts val="600"/>
              </a:spcBef>
              <a:spcAft>
                <a:spcPts val="0"/>
              </a:spcAft>
              <a:buClr>
                <a:schemeClr val="accent2"/>
              </a:buClr>
              <a:buSzPts val="1800"/>
              <a:buChar char="​"/>
              <a:defRPr/>
            </a:lvl6pPr>
            <a:lvl7pPr marL="3200400" lvl="6" indent="-342900" algn="l">
              <a:lnSpc>
                <a:spcPct val="95000"/>
              </a:lnSpc>
              <a:spcBef>
                <a:spcPts val="1000"/>
              </a:spcBef>
              <a:spcAft>
                <a:spcPts val="0"/>
              </a:spcAft>
              <a:buClr>
                <a:schemeClr val="dk1"/>
              </a:buClr>
              <a:buSzPts val="1800"/>
              <a:buChar char="​"/>
              <a:defRPr/>
            </a:lvl7pPr>
            <a:lvl8pPr marL="3657600" lvl="7" indent="-342900" algn="l">
              <a:lnSpc>
                <a:spcPct val="95000"/>
              </a:lnSpc>
              <a:spcBef>
                <a:spcPts val="200"/>
              </a:spcBef>
              <a:spcAft>
                <a:spcPts val="0"/>
              </a:spcAft>
              <a:buClr>
                <a:schemeClr val="dk1"/>
              </a:buClr>
              <a:buSzPts val="1800"/>
              <a:buAutoNum type="arabicPeriod"/>
              <a:defRPr/>
            </a:lvl8pPr>
            <a:lvl9pPr marL="4114800" lvl="8" indent="-342900" algn="l">
              <a:lnSpc>
                <a:spcPct val="95000"/>
              </a:lnSpc>
              <a:spcBef>
                <a:spcPts val="400"/>
              </a:spcBef>
              <a:spcAft>
                <a:spcPts val="400"/>
              </a:spcAft>
              <a:buClr>
                <a:schemeClr val="accent6"/>
              </a:buClr>
              <a:buSzPts val="1800"/>
              <a:buChar char="​"/>
              <a:defRPr/>
            </a:lvl9pPr>
          </a:lstStyle>
          <a:p>
            <a:endParaRPr/>
          </a:p>
        </p:txBody>
      </p:sp>
      <p:sp>
        <p:nvSpPr>
          <p:cNvPr id="30" name="Google Shape;30;p3"/>
          <p:cNvSpPr txBox="1">
            <a:spLocks noGrp="1"/>
          </p:cNvSpPr>
          <p:nvPr>
            <p:ph type="title"/>
          </p:nvPr>
        </p:nvSpPr>
        <p:spPr>
          <a:xfrm>
            <a:off x="457200" y="128588"/>
            <a:ext cx="8229600" cy="526298"/>
          </a:xfrm>
          <a:prstGeom prst="rect">
            <a:avLst/>
          </a:prstGeom>
          <a:noFill/>
          <a:ln>
            <a:noFill/>
          </a:ln>
        </p:spPr>
        <p:txBody>
          <a:bodyPr spcFirstLastPara="1" wrap="square" lIns="0" tIns="0" rIns="0" bIns="0" anchor="b" anchorCtr="0">
            <a:noAutofit/>
          </a:bodyPr>
          <a:lstStyle>
            <a:lvl1pPr lvl="0" algn="l">
              <a:lnSpc>
                <a:spcPct val="95000"/>
              </a:lnSpc>
              <a:spcBef>
                <a:spcPts val="0"/>
              </a:spcBef>
              <a:spcAft>
                <a:spcPts val="0"/>
              </a:spcAft>
              <a:buClr>
                <a:schemeClr val="accent1"/>
              </a:buClr>
              <a:buSzPts val="2200"/>
              <a:buFont typeface="Century Gothic"/>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3"/>
          <p:cNvSpPr txBox="1">
            <a:spLocks noGrp="1"/>
          </p:cNvSpPr>
          <p:nvPr>
            <p:ph type="body" idx="3"/>
          </p:nvPr>
        </p:nvSpPr>
        <p:spPr>
          <a:xfrm>
            <a:off x="3297994" y="4943703"/>
            <a:ext cx="2548012" cy="106186"/>
          </a:xfrm>
          <a:prstGeom prst="rect">
            <a:avLst/>
          </a:prstGeom>
          <a:noFill/>
          <a:ln>
            <a:noFill/>
          </a:ln>
        </p:spPr>
        <p:txBody>
          <a:bodyPr spcFirstLastPara="1" wrap="square" lIns="0" tIns="0" rIns="0" bIns="0" anchor="t" anchorCtr="0">
            <a:noAutofit/>
          </a:bodyPr>
          <a:lstStyle>
            <a:lvl1pPr marL="457200" lvl="0" indent="-228600" algn="ctr">
              <a:lnSpc>
                <a:spcPct val="85000"/>
              </a:lnSpc>
              <a:spcBef>
                <a:spcPts val="0"/>
              </a:spcBef>
              <a:spcAft>
                <a:spcPts val="0"/>
              </a:spcAft>
              <a:buClr>
                <a:srgbClr val="4FB0FF"/>
              </a:buClr>
              <a:buSzPts val="700"/>
              <a:buFont typeface="Century Gothic"/>
              <a:buNone/>
              <a:defRPr sz="700" b="1">
                <a:solidFill>
                  <a:srgbClr val="4FB0FF"/>
                </a:solidFill>
                <a:latin typeface="Century Gothic"/>
                <a:ea typeface="Century Gothic"/>
                <a:cs typeface="Century Gothic"/>
                <a:sym typeface="Century Gothic"/>
              </a:defRPr>
            </a:lvl1pPr>
            <a:lvl2pPr marL="914400" lvl="1" indent="-228600" algn="l">
              <a:lnSpc>
                <a:spcPct val="85000"/>
              </a:lnSpc>
              <a:spcBef>
                <a:spcPts val="200"/>
              </a:spcBef>
              <a:spcAft>
                <a:spcPts val="0"/>
              </a:spcAft>
              <a:buClr>
                <a:schemeClr val="accent2"/>
              </a:buClr>
              <a:buSzPts val="1600"/>
              <a:buFont typeface="Century Gothic"/>
              <a:buNone/>
              <a:defRPr sz="1600">
                <a:solidFill>
                  <a:schemeClr val="accent2"/>
                </a:solidFill>
              </a:defRPr>
            </a:lvl2pPr>
            <a:lvl3pPr marL="1371600" lvl="2" indent="-228600" algn="l">
              <a:lnSpc>
                <a:spcPct val="85000"/>
              </a:lnSpc>
              <a:spcBef>
                <a:spcPts val="200"/>
              </a:spcBef>
              <a:spcAft>
                <a:spcPts val="0"/>
              </a:spcAft>
              <a:buClr>
                <a:schemeClr val="accent2"/>
              </a:buClr>
              <a:buSzPts val="1600"/>
              <a:buFont typeface="Century Gothic"/>
              <a:buNone/>
              <a:defRPr sz="1600">
                <a:solidFill>
                  <a:schemeClr val="accent2"/>
                </a:solidFill>
              </a:defRPr>
            </a:lvl3pPr>
            <a:lvl4pPr marL="1828800" lvl="3" indent="-228600" algn="l">
              <a:lnSpc>
                <a:spcPct val="95000"/>
              </a:lnSpc>
              <a:spcBef>
                <a:spcPts val="600"/>
              </a:spcBef>
              <a:spcAft>
                <a:spcPts val="0"/>
              </a:spcAft>
              <a:buClr>
                <a:schemeClr val="accent2"/>
              </a:buClr>
              <a:buSzPts val="1600"/>
              <a:buFont typeface="Century Gothic"/>
              <a:buNone/>
              <a:defRPr sz="1600">
                <a:solidFill>
                  <a:schemeClr val="accent2"/>
                </a:solidFill>
              </a:defRPr>
            </a:lvl4pPr>
            <a:lvl5pPr marL="2286000" lvl="4" indent="-228600" algn="l">
              <a:lnSpc>
                <a:spcPct val="95000"/>
              </a:lnSpc>
              <a:spcBef>
                <a:spcPts val="600"/>
              </a:spcBef>
              <a:spcAft>
                <a:spcPts val="0"/>
              </a:spcAft>
              <a:buClr>
                <a:schemeClr val="accent2"/>
              </a:buClr>
              <a:buSzPts val="1600"/>
              <a:buFont typeface="Century Gothic"/>
              <a:buNone/>
              <a:defRPr sz="1600">
                <a:solidFill>
                  <a:schemeClr val="accent2"/>
                </a:solidFill>
              </a:defRPr>
            </a:lvl5pPr>
            <a:lvl6pPr marL="2743200" lvl="5" indent="-342900" algn="l">
              <a:lnSpc>
                <a:spcPct val="95000"/>
              </a:lnSpc>
              <a:spcBef>
                <a:spcPts val="600"/>
              </a:spcBef>
              <a:spcAft>
                <a:spcPts val="0"/>
              </a:spcAft>
              <a:buClr>
                <a:schemeClr val="accent2"/>
              </a:buClr>
              <a:buSzPts val="1800"/>
              <a:buChar char="​"/>
              <a:defRPr/>
            </a:lvl6pPr>
            <a:lvl7pPr marL="3200400" lvl="6" indent="-342900" algn="l">
              <a:lnSpc>
                <a:spcPct val="95000"/>
              </a:lnSpc>
              <a:spcBef>
                <a:spcPts val="1000"/>
              </a:spcBef>
              <a:spcAft>
                <a:spcPts val="0"/>
              </a:spcAft>
              <a:buClr>
                <a:schemeClr val="dk1"/>
              </a:buClr>
              <a:buSzPts val="1800"/>
              <a:buChar char="​"/>
              <a:defRPr/>
            </a:lvl7pPr>
            <a:lvl8pPr marL="3657600" lvl="7" indent="-342900" algn="l">
              <a:lnSpc>
                <a:spcPct val="95000"/>
              </a:lnSpc>
              <a:spcBef>
                <a:spcPts val="200"/>
              </a:spcBef>
              <a:spcAft>
                <a:spcPts val="0"/>
              </a:spcAft>
              <a:buClr>
                <a:schemeClr val="dk1"/>
              </a:buClr>
              <a:buSzPts val="1800"/>
              <a:buAutoNum type="arabicPeriod"/>
              <a:defRPr/>
            </a:lvl8pPr>
            <a:lvl9pPr marL="4114800" lvl="8" indent="-342900" algn="l">
              <a:lnSpc>
                <a:spcPct val="95000"/>
              </a:lnSpc>
              <a:spcBef>
                <a:spcPts val="400"/>
              </a:spcBef>
              <a:spcAft>
                <a:spcPts val="400"/>
              </a:spcAft>
              <a:buClr>
                <a:schemeClr val="accent6"/>
              </a:buClr>
              <a:buSzPts val="1800"/>
              <a:buChar char="​"/>
              <a:defRPr/>
            </a:lvl9pPr>
          </a:lstStyle>
          <a:p>
            <a:endParaRPr/>
          </a:p>
        </p:txBody>
      </p:sp>
    </p:spTree>
  </p:cSld>
  <p:clrMapOvr>
    <a:masterClrMapping/>
  </p:clrMapOvr>
  <p:transition spd="med">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17_Title and Content">
  <p:cSld name="17_Title and Content">
    <p:spTree>
      <p:nvGrpSpPr>
        <p:cNvPr id="1" name="Shape 32"/>
        <p:cNvGrpSpPr/>
        <p:nvPr/>
      </p:nvGrpSpPr>
      <p:grpSpPr>
        <a:xfrm>
          <a:off x="0" y="0"/>
          <a:ext cx="0" cy="0"/>
          <a:chOff x="0" y="0"/>
          <a:chExt cx="0" cy="0"/>
        </a:xfrm>
      </p:grpSpPr>
      <p:sp>
        <p:nvSpPr>
          <p:cNvPr id="33" name="Google Shape;33;p4"/>
          <p:cNvSpPr txBox="1">
            <a:spLocks noGrp="1"/>
          </p:cNvSpPr>
          <p:nvPr>
            <p:ph type="body" idx="1"/>
          </p:nvPr>
        </p:nvSpPr>
        <p:spPr>
          <a:xfrm>
            <a:off x="457200" y="1216372"/>
            <a:ext cx="8229600" cy="3340559"/>
          </a:xfrm>
          <a:prstGeom prst="rect">
            <a:avLst/>
          </a:prstGeom>
          <a:noFill/>
          <a:ln>
            <a:noFill/>
          </a:ln>
        </p:spPr>
        <p:txBody>
          <a:bodyPr spcFirstLastPara="1" wrap="square" lIns="0" tIns="0" rIns="0" bIns="0" anchor="t" anchorCtr="0">
            <a:noAutofit/>
          </a:bodyPr>
          <a:lstStyle>
            <a:lvl1pPr marL="457200" lvl="0" indent="-342900" algn="l">
              <a:lnSpc>
                <a:spcPct val="95000"/>
              </a:lnSpc>
              <a:spcBef>
                <a:spcPts val="600"/>
              </a:spcBef>
              <a:spcAft>
                <a:spcPts val="0"/>
              </a:spcAft>
              <a:buClr>
                <a:schemeClr val="dk1"/>
              </a:buClr>
              <a:buSzPts val="1800"/>
              <a:buChar char="•"/>
              <a:defRPr/>
            </a:lvl1pPr>
            <a:lvl2pPr marL="914400" lvl="1" indent="-342900" algn="l">
              <a:lnSpc>
                <a:spcPct val="85000"/>
              </a:lnSpc>
              <a:spcBef>
                <a:spcPts val="200"/>
              </a:spcBef>
              <a:spcAft>
                <a:spcPts val="0"/>
              </a:spcAft>
              <a:buClr>
                <a:schemeClr val="dk1"/>
              </a:buClr>
              <a:buSzPts val="1800"/>
              <a:buChar char="–"/>
              <a:defRPr/>
            </a:lvl2pPr>
            <a:lvl3pPr marL="1371600" lvl="2" indent="-342900" algn="l">
              <a:lnSpc>
                <a:spcPct val="85000"/>
              </a:lnSpc>
              <a:spcBef>
                <a:spcPts val="200"/>
              </a:spcBef>
              <a:spcAft>
                <a:spcPts val="0"/>
              </a:spcAft>
              <a:buClr>
                <a:schemeClr val="dk1"/>
              </a:buClr>
              <a:buSzPts val="1800"/>
              <a:buChar char="-"/>
              <a:defRPr/>
            </a:lvl3pPr>
            <a:lvl4pPr marL="1828800" lvl="3" indent="-342900" algn="l">
              <a:lnSpc>
                <a:spcPct val="95000"/>
              </a:lnSpc>
              <a:spcBef>
                <a:spcPts val="600"/>
              </a:spcBef>
              <a:spcAft>
                <a:spcPts val="0"/>
              </a:spcAft>
              <a:buClr>
                <a:schemeClr val="dk1"/>
              </a:buClr>
              <a:buSzPts val="1800"/>
              <a:buChar char="​"/>
              <a:defRPr/>
            </a:lvl4pPr>
            <a:lvl5pPr marL="2286000" lvl="4" indent="-342900" algn="l">
              <a:lnSpc>
                <a:spcPct val="95000"/>
              </a:lnSpc>
              <a:spcBef>
                <a:spcPts val="600"/>
              </a:spcBef>
              <a:spcAft>
                <a:spcPts val="0"/>
              </a:spcAft>
              <a:buClr>
                <a:schemeClr val="accent1"/>
              </a:buClr>
              <a:buSzPts val="1800"/>
              <a:buChar char="​"/>
              <a:defRPr/>
            </a:lvl5pPr>
            <a:lvl6pPr marL="2743200" lvl="5" indent="-342900" algn="l">
              <a:lnSpc>
                <a:spcPct val="95000"/>
              </a:lnSpc>
              <a:spcBef>
                <a:spcPts val="600"/>
              </a:spcBef>
              <a:spcAft>
                <a:spcPts val="0"/>
              </a:spcAft>
              <a:buClr>
                <a:schemeClr val="accent2"/>
              </a:buClr>
              <a:buSzPts val="1800"/>
              <a:buChar char="​"/>
              <a:defRPr/>
            </a:lvl6pPr>
            <a:lvl7pPr marL="3200400" lvl="6" indent="-342900" algn="l">
              <a:lnSpc>
                <a:spcPct val="95000"/>
              </a:lnSpc>
              <a:spcBef>
                <a:spcPts val="1000"/>
              </a:spcBef>
              <a:spcAft>
                <a:spcPts val="0"/>
              </a:spcAft>
              <a:buClr>
                <a:schemeClr val="dk1"/>
              </a:buClr>
              <a:buSzPts val="1800"/>
              <a:buChar char="​"/>
              <a:defRPr/>
            </a:lvl7pPr>
            <a:lvl8pPr marL="3657600" lvl="7" indent="-342900" algn="l">
              <a:lnSpc>
                <a:spcPct val="95000"/>
              </a:lnSpc>
              <a:spcBef>
                <a:spcPts val="200"/>
              </a:spcBef>
              <a:spcAft>
                <a:spcPts val="0"/>
              </a:spcAft>
              <a:buClr>
                <a:schemeClr val="dk1"/>
              </a:buClr>
              <a:buSzPts val="1800"/>
              <a:buAutoNum type="arabicPeriod"/>
              <a:defRPr/>
            </a:lvl8pPr>
            <a:lvl9pPr marL="4114800" lvl="8" indent="-342900" algn="l">
              <a:lnSpc>
                <a:spcPct val="95000"/>
              </a:lnSpc>
              <a:spcBef>
                <a:spcPts val="400"/>
              </a:spcBef>
              <a:spcAft>
                <a:spcPts val="400"/>
              </a:spcAft>
              <a:buClr>
                <a:schemeClr val="accent6"/>
              </a:buClr>
              <a:buSzPts val="1800"/>
              <a:buChar char="​"/>
              <a:defRPr/>
            </a:lvl9pPr>
          </a:lstStyle>
          <a:p>
            <a:endParaRPr/>
          </a:p>
        </p:txBody>
      </p:sp>
      <p:sp>
        <p:nvSpPr>
          <p:cNvPr id="34" name="Google Shape;34;p4"/>
          <p:cNvSpPr txBox="1">
            <a:spLocks noGrp="1"/>
          </p:cNvSpPr>
          <p:nvPr>
            <p:ph type="title"/>
          </p:nvPr>
        </p:nvSpPr>
        <p:spPr>
          <a:xfrm>
            <a:off x="457200" y="164592"/>
            <a:ext cx="8229600" cy="704088"/>
          </a:xfrm>
          <a:prstGeom prst="rect">
            <a:avLst/>
          </a:prstGeom>
          <a:noFill/>
          <a:ln>
            <a:noFill/>
          </a:ln>
        </p:spPr>
        <p:txBody>
          <a:bodyPr spcFirstLastPara="1" wrap="square" lIns="0" tIns="0" rIns="0" bIns="0" anchor="b" anchorCtr="0">
            <a:noAutofit/>
          </a:bodyPr>
          <a:lstStyle>
            <a:lvl1pPr lvl="0" algn="l">
              <a:lnSpc>
                <a:spcPct val="95000"/>
              </a:lnSpc>
              <a:spcBef>
                <a:spcPts val="0"/>
              </a:spcBef>
              <a:spcAft>
                <a:spcPts val="0"/>
              </a:spcAft>
              <a:buClr>
                <a:schemeClr val="accen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1_Title and Subtitle Only">
  <p:cSld name="1_Title and Subtitle Only">
    <p:spTree>
      <p:nvGrpSpPr>
        <p:cNvPr id="1" name="Shape 35"/>
        <p:cNvGrpSpPr/>
        <p:nvPr/>
      </p:nvGrpSpPr>
      <p:grpSpPr>
        <a:xfrm>
          <a:off x="0" y="0"/>
          <a:ext cx="0" cy="0"/>
          <a:chOff x="0" y="0"/>
          <a:chExt cx="0" cy="0"/>
        </a:xfrm>
      </p:grpSpPr>
      <p:sp>
        <p:nvSpPr>
          <p:cNvPr id="36" name="Google Shape;36;p5"/>
          <p:cNvSpPr txBox="1">
            <a:spLocks noGrp="1"/>
          </p:cNvSpPr>
          <p:nvPr>
            <p:ph type="body" idx="1"/>
          </p:nvPr>
        </p:nvSpPr>
        <p:spPr>
          <a:xfrm>
            <a:off x="3297994" y="4943703"/>
            <a:ext cx="2548012" cy="106186"/>
          </a:xfrm>
          <a:prstGeom prst="rect">
            <a:avLst/>
          </a:prstGeom>
          <a:noFill/>
          <a:ln>
            <a:noFill/>
          </a:ln>
        </p:spPr>
        <p:txBody>
          <a:bodyPr spcFirstLastPara="1" wrap="square" lIns="0" tIns="0" rIns="0" bIns="0" anchor="t" anchorCtr="0">
            <a:noAutofit/>
          </a:bodyPr>
          <a:lstStyle>
            <a:lvl1pPr marL="457200" lvl="0" indent="-228600" algn="ctr">
              <a:lnSpc>
                <a:spcPct val="85000"/>
              </a:lnSpc>
              <a:spcBef>
                <a:spcPts val="0"/>
              </a:spcBef>
              <a:spcAft>
                <a:spcPts val="0"/>
              </a:spcAft>
              <a:buClr>
                <a:srgbClr val="4FB0FF"/>
              </a:buClr>
              <a:buSzPts val="700"/>
              <a:buFont typeface="Century Gothic"/>
              <a:buNone/>
              <a:defRPr sz="700" b="1">
                <a:solidFill>
                  <a:srgbClr val="4FB0FF"/>
                </a:solidFill>
                <a:latin typeface="Century Gothic"/>
                <a:ea typeface="Century Gothic"/>
                <a:cs typeface="Century Gothic"/>
                <a:sym typeface="Century Gothic"/>
              </a:defRPr>
            </a:lvl1pPr>
            <a:lvl2pPr marL="914400" lvl="1" indent="-228600" algn="l">
              <a:lnSpc>
                <a:spcPct val="85000"/>
              </a:lnSpc>
              <a:spcBef>
                <a:spcPts val="200"/>
              </a:spcBef>
              <a:spcAft>
                <a:spcPts val="0"/>
              </a:spcAft>
              <a:buClr>
                <a:schemeClr val="accent2"/>
              </a:buClr>
              <a:buSzPts val="1600"/>
              <a:buFont typeface="Century Gothic"/>
              <a:buNone/>
              <a:defRPr sz="1600">
                <a:solidFill>
                  <a:schemeClr val="accent2"/>
                </a:solidFill>
              </a:defRPr>
            </a:lvl2pPr>
            <a:lvl3pPr marL="1371600" lvl="2" indent="-228600" algn="l">
              <a:lnSpc>
                <a:spcPct val="85000"/>
              </a:lnSpc>
              <a:spcBef>
                <a:spcPts val="200"/>
              </a:spcBef>
              <a:spcAft>
                <a:spcPts val="0"/>
              </a:spcAft>
              <a:buClr>
                <a:schemeClr val="accent2"/>
              </a:buClr>
              <a:buSzPts val="1600"/>
              <a:buFont typeface="Century Gothic"/>
              <a:buNone/>
              <a:defRPr sz="1600">
                <a:solidFill>
                  <a:schemeClr val="accent2"/>
                </a:solidFill>
              </a:defRPr>
            </a:lvl3pPr>
            <a:lvl4pPr marL="1828800" lvl="3" indent="-228600" algn="l">
              <a:lnSpc>
                <a:spcPct val="95000"/>
              </a:lnSpc>
              <a:spcBef>
                <a:spcPts val="600"/>
              </a:spcBef>
              <a:spcAft>
                <a:spcPts val="0"/>
              </a:spcAft>
              <a:buClr>
                <a:schemeClr val="accent2"/>
              </a:buClr>
              <a:buSzPts val="1600"/>
              <a:buFont typeface="Century Gothic"/>
              <a:buNone/>
              <a:defRPr sz="1600">
                <a:solidFill>
                  <a:schemeClr val="accent2"/>
                </a:solidFill>
              </a:defRPr>
            </a:lvl4pPr>
            <a:lvl5pPr marL="2286000" lvl="4" indent="-228600" algn="l">
              <a:lnSpc>
                <a:spcPct val="95000"/>
              </a:lnSpc>
              <a:spcBef>
                <a:spcPts val="600"/>
              </a:spcBef>
              <a:spcAft>
                <a:spcPts val="0"/>
              </a:spcAft>
              <a:buClr>
                <a:schemeClr val="accent2"/>
              </a:buClr>
              <a:buSzPts val="1600"/>
              <a:buFont typeface="Century Gothic"/>
              <a:buNone/>
              <a:defRPr sz="1600">
                <a:solidFill>
                  <a:schemeClr val="accent2"/>
                </a:solidFill>
              </a:defRPr>
            </a:lvl5pPr>
            <a:lvl6pPr marL="2743200" lvl="5" indent="-342900" algn="l">
              <a:lnSpc>
                <a:spcPct val="95000"/>
              </a:lnSpc>
              <a:spcBef>
                <a:spcPts val="600"/>
              </a:spcBef>
              <a:spcAft>
                <a:spcPts val="0"/>
              </a:spcAft>
              <a:buClr>
                <a:schemeClr val="accent2"/>
              </a:buClr>
              <a:buSzPts val="1800"/>
              <a:buChar char="​"/>
              <a:defRPr/>
            </a:lvl6pPr>
            <a:lvl7pPr marL="3200400" lvl="6" indent="-342900" algn="l">
              <a:lnSpc>
                <a:spcPct val="95000"/>
              </a:lnSpc>
              <a:spcBef>
                <a:spcPts val="1000"/>
              </a:spcBef>
              <a:spcAft>
                <a:spcPts val="0"/>
              </a:spcAft>
              <a:buClr>
                <a:schemeClr val="dk1"/>
              </a:buClr>
              <a:buSzPts val="1800"/>
              <a:buChar char="​"/>
              <a:defRPr/>
            </a:lvl7pPr>
            <a:lvl8pPr marL="3657600" lvl="7" indent="-342900" algn="l">
              <a:lnSpc>
                <a:spcPct val="95000"/>
              </a:lnSpc>
              <a:spcBef>
                <a:spcPts val="200"/>
              </a:spcBef>
              <a:spcAft>
                <a:spcPts val="0"/>
              </a:spcAft>
              <a:buClr>
                <a:schemeClr val="dk1"/>
              </a:buClr>
              <a:buSzPts val="1800"/>
              <a:buAutoNum type="arabicPeriod"/>
              <a:defRPr/>
            </a:lvl8pPr>
            <a:lvl9pPr marL="4114800" lvl="8" indent="-342900" algn="l">
              <a:lnSpc>
                <a:spcPct val="95000"/>
              </a:lnSpc>
              <a:spcBef>
                <a:spcPts val="400"/>
              </a:spcBef>
              <a:spcAft>
                <a:spcPts val="400"/>
              </a:spcAft>
              <a:buClr>
                <a:schemeClr val="accent6"/>
              </a:buClr>
              <a:buSzPts val="1800"/>
              <a:buChar char="​"/>
              <a:defRPr/>
            </a:lvl9pPr>
          </a:lstStyle>
          <a:p>
            <a:endParaRPr/>
          </a:p>
        </p:txBody>
      </p:sp>
      <p:sp>
        <p:nvSpPr>
          <p:cNvPr id="37" name="Google Shape;37;p5"/>
          <p:cNvSpPr txBox="1">
            <a:spLocks noGrp="1"/>
          </p:cNvSpPr>
          <p:nvPr>
            <p:ph type="body" idx="2"/>
          </p:nvPr>
        </p:nvSpPr>
        <p:spPr>
          <a:xfrm>
            <a:off x="457200" y="703405"/>
            <a:ext cx="8229600" cy="353174"/>
          </a:xfrm>
          <a:prstGeom prst="rect">
            <a:avLst/>
          </a:prstGeom>
          <a:noFill/>
          <a:ln>
            <a:noFill/>
          </a:ln>
        </p:spPr>
        <p:txBody>
          <a:bodyPr spcFirstLastPara="1" wrap="square" lIns="0" tIns="0" rIns="0" bIns="0" anchor="t" anchorCtr="0">
            <a:noAutofit/>
          </a:bodyPr>
          <a:lstStyle>
            <a:lvl1pPr marL="457200" lvl="0" indent="-228600" algn="l">
              <a:lnSpc>
                <a:spcPct val="85000"/>
              </a:lnSpc>
              <a:spcBef>
                <a:spcPts val="0"/>
              </a:spcBef>
              <a:spcAft>
                <a:spcPts val="0"/>
              </a:spcAft>
              <a:buClr>
                <a:schemeClr val="dk1"/>
              </a:buClr>
              <a:buSzPts val="1800"/>
              <a:buFont typeface="Century Gothic"/>
              <a:buNone/>
              <a:defRPr sz="1800">
                <a:solidFill>
                  <a:schemeClr val="dk1"/>
                </a:solidFill>
              </a:defRPr>
            </a:lvl1pPr>
            <a:lvl2pPr marL="914400" lvl="1" indent="-228600" algn="l">
              <a:lnSpc>
                <a:spcPct val="85000"/>
              </a:lnSpc>
              <a:spcBef>
                <a:spcPts val="200"/>
              </a:spcBef>
              <a:spcAft>
                <a:spcPts val="0"/>
              </a:spcAft>
              <a:buClr>
                <a:schemeClr val="accent2"/>
              </a:buClr>
              <a:buSzPts val="1600"/>
              <a:buFont typeface="Century Gothic"/>
              <a:buNone/>
              <a:defRPr sz="1600">
                <a:solidFill>
                  <a:schemeClr val="accent2"/>
                </a:solidFill>
              </a:defRPr>
            </a:lvl2pPr>
            <a:lvl3pPr marL="1371600" lvl="2" indent="-228600" algn="l">
              <a:lnSpc>
                <a:spcPct val="85000"/>
              </a:lnSpc>
              <a:spcBef>
                <a:spcPts val="200"/>
              </a:spcBef>
              <a:spcAft>
                <a:spcPts val="0"/>
              </a:spcAft>
              <a:buClr>
                <a:schemeClr val="accent2"/>
              </a:buClr>
              <a:buSzPts val="1600"/>
              <a:buFont typeface="Century Gothic"/>
              <a:buNone/>
              <a:defRPr sz="1600">
                <a:solidFill>
                  <a:schemeClr val="accent2"/>
                </a:solidFill>
              </a:defRPr>
            </a:lvl3pPr>
            <a:lvl4pPr marL="1828800" lvl="3" indent="-228600" algn="l">
              <a:lnSpc>
                <a:spcPct val="95000"/>
              </a:lnSpc>
              <a:spcBef>
                <a:spcPts val="600"/>
              </a:spcBef>
              <a:spcAft>
                <a:spcPts val="0"/>
              </a:spcAft>
              <a:buClr>
                <a:schemeClr val="accent2"/>
              </a:buClr>
              <a:buSzPts val="1600"/>
              <a:buFont typeface="Century Gothic"/>
              <a:buNone/>
              <a:defRPr sz="1600">
                <a:solidFill>
                  <a:schemeClr val="accent2"/>
                </a:solidFill>
              </a:defRPr>
            </a:lvl4pPr>
            <a:lvl5pPr marL="2286000" lvl="4" indent="-228600" algn="l">
              <a:lnSpc>
                <a:spcPct val="95000"/>
              </a:lnSpc>
              <a:spcBef>
                <a:spcPts val="600"/>
              </a:spcBef>
              <a:spcAft>
                <a:spcPts val="0"/>
              </a:spcAft>
              <a:buClr>
                <a:schemeClr val="accent2"/>
              </a:buClr>
              <a:buSzPts val="1600"/>
              <a:buFont typeface="Century Gothic"/>
              <a:buNone/>
              <a:defRPr sz="1600">
                <a:solidFill>
                  <a:schemeClr val="accent2"/>
                </a:solidFill>
              </a:defRPr>
            </a:lvl5pPr>
            <a:lvl6pPr marL="2743200" lvl="5" indent="-342900" algn="l">
              <a:lnSpc>
                <a:spcPct val="95000"/>
              </a:lnSpc>
              <a:spcBef>
                <a:spcPts val="600"/>
              </a:spcBef>
              <a:spcAft>
                <a:spcPts val="0"/>
              </a:spcAft>
              <a:buClr>
                <a:schemeClr val="accent2"/>
              </a:buClr>
              <a:buSzPts val="1800"/>
              <a:buChar char="​"/>
              <a:defRPr/>
            </a:lvl6pPr>
            <a:lvl7pPr marL="3200400" lvl="6" indent="-342900" algn="l">
              <a:lnSpc>
                <a:spcPct val="95000"/>
              </a:lnSpc>
              <a:spcBef>
                <a:spcPts val="1000"/>
              </a:spcBef>
              <a:spcAft>
                <a:spcPts val="0"/>
              </a:spcAft>
              <a:buClr>
                <a:schemeClr val="dk1"/>
              </a:buClr>
              <a:buSzPts val="1800"/>
              <a:buChar char="​"/>
              <a:defRPr/>
            </a:lvl7pPr>
            <a:lvl8pPr marL="3657600" lvl="7" indent="-342900" algn="l">
              <a:lnSpc>
                <a:spcPct val="95000"/>
              </a:lnSpc>
              <a:spcBef>
                <a:spcPts val="200"/>
              </a:spcBef>
              <a:spcAft>
                <a:spcPts val="0"/>
              </a:spcAft>
              <a:buClr>
                <a:schemeClr val="dk1"/>
              </a:buClr>
              <a:buSzPts val="1800"/>
              <a:buAutoNum type="arabicPeriod"/>
              <a:defRPr/>
            </a:lvl8pPr>
            <a:lvl9pPr marL="4114800" lvl="8" indent="-342900" algn="l">
              <a:lnSpc>
                <a:spcPct val="95000"/>
              </a:lnSpc>
              <a:spcBef>
                <a:spcPts val="400"/>
              </a:spcBef>
              <a:spcAft>
                <a:spcPts val="400"/>
              </a:spcAft>
              <a:buClr>
                <a:schemeClr val="accent6"/>
              </a:buClr>
              <a:buSzPts val="1800"/>
              <a:buChar char="​"/>
              <a:defRPr/>
            </a:lvl9pPr>
          </a:lstStyle>
          <a:p>
            <a:endParaRPr/>
          </a:p>
        </p:txBody>
      </p:sp>
      <p:sp>
        <p:nvSpPr>
          <p:cNvPr id="38" name="Google Shape;38;p5"/>
          <p:cNvSpPr txBox="1">
            <a:spLocks noGrp="1"/>
          </p:cNvSpPr>
          <p:nvPr>
            <p:ph type="title"/>
          </p:nvPr>
        </p:nvSpPr>
        <p:spPr>
          <a:xfrm>
            <a:off x="457200" y="128590"/>
            <a:ext cx="8229600" cy="526298"/>
          </a:xfrm>
          <a:prstGeom prst="rect">
            <a:avLst/>
          </a:prstGeom>
          <a:noFill/>
          <a:ln>
            <a:noFill/>
          </a:ln>
        </p:spPr>
        <p:txBody>
          <a:bodyPr spcFirstLastPara="1" wrap="square" lIns="0" tIns="0" rIns="0" bIns="0" anchor="b" anchorCtr="0">
            <a:noAutofit/>
          </a:bodyPr>
          <a:lstStyle>
            <a:lvl1pPr lvl="0" algn="l">
              <a:lnSpc>
                <a:spcPct val="95000"/>
              </a:lnSpc>
              <a:spcBef>
                <a:spcPts val="0"/>
              </a:spcBef>
              <a:spcAft>
                <a:spcPts val="0"/>
              </a:spcAft>
              <a:buClr>
                <a:schemeClr val="accent1"/>
              </a:buClr>
              <a:buSzPts val="2200"/>
              <a:buFont typeface="Century Gothic"/>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transition spd="med">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15_Title and Content">
  <p:cSld name="15_Title and Content">
    <p:spTree>
      <p:nvGrpSpPr>
        <p:cNvPr id="1" name="Shape 39"/>
        <p:cNvGrpSpPr/>
        <p:nvPr/>
      </p:nvGrpSpPr>
      <p:grpSpPr>
        <a:xfrm>
          <a:off x="0" y="0"/>
          <a:ext cx="0" cy="0"/>
          <a:chOff x="0" y="0"/>
          <a:chExt cx="0" cy="0"/>
        </a:xfrm>
      </p:grpSpPr>
      <p:sp>
        <p:nvSpPr>
          <p:cNvPr id="40" name="Google Shape;40;p6"/>
          <p:cNvSpPr txBox="1">
            <a:spLocks noGrp="1"/>
          </p:cNvSpPr>
          <p:nvPr>
            <p:ph type="title"/>
          </p:nvPr>
        </p:nvSpPr>
        <p:spPr>
          <a:xfrm>
            <a:off x="457200" y="173736"/>
            <a:ext cx="8229600" cy="698572"/>
          </a:xfrm>
          <a:prstGeom prst="rect">
            <a:avLst/>
          </a:prstGeom>
          <a:noFill/>
          <a:ln>
            <a:noFill/>
          </a:ln>
        </p:spPr>
        <p:txBody>
          <a:bodyPr spcFirstLastPara="1" wrap="square" lIns="0" tIns="0" rIns="0" bIns="0" anchor="b" anchorCtr="0">
            <a:noAutofit/>
          </a:bodyPr>
          <a:lstStyle>
            <a:lvl1pPr lvl="0" algn="l">
              <a:lnSpc>
                <a:spcPct val="95000"/>
              </a:lnSpc>
              <a:spcBef>
                <a:spcPts val="0"/>
              </a:spcBef>
              <a:spcAft>
                <a:spcPts val="0"/>
              </a:spcAft>
              <a:buClr>
                <a:schemeClr val="accent1"/>
              </a:buClr>
              <a:buSzPts val="2200"/>
              <a:buFont typeface="Century Gothic"/>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1" name="Google Shape;41;p6"/>
          <p:cNvSpPr txBox="1">
            <a:spLocks noGrp="1"/>
          </p:cNvSpPr>
          <p:nvPr>
            <p:ph type="body" idx="1"/>
          </p:nvPr>
        </p:nvSpPr>
        <p:spPr>
          <a:xfrm>
            <a:off x="457200" y="1216152"/>
            <a:ext cx="8229600" cy="3344033"/>
          </a:xfrm>
          <a:prstGeom prst="rect">
            <a:avLst/>
          </a:prstGeom>
          <a:noFill/>
          <a:ln>
            <a:noFill/>
          </a:ln>
        </p:spPr>
        <p:txBody>
          <a:bodyPr spcFirstLastPara="1" wrap="square" lIns="0" tIns="0" rIns="0" bIns="0" anchor="t" anchorCtr="0">
            <a:noAutofit/>
          </a:bodyPr>
          <a:lstStyle>
            <a:lvl1pPr marL="457200" lvl="0" indent="-342900" algn="l">
              <a:lnSpc>
                <a:spcPct val="95000"/>
              </a:lnSpc>
              <a:spcBef>
                <a:spcPts val="600"/>
              </a:spcBef>
              <a:spcAft>
                <a:spcPts val="0"/>
              </a:spcAft>
              <a:buClr>
                <a:schemeClr val="dk1"/>
              </a:buClr>
              <a:buSzPts val="1800"/>
              <a:buChar char="•"/>
              <a:defRPr sz="1800">
                <a:solidFill>
                  <a:schemeClr val="dk1"/>
                </a:solidFill>
              </a:defRPr>
            </a:lvl1pPr>
            <a:lvl2pPr marL="914400" lvl="1" indent="-330200" algn="l">
              <a:lnSpc>
                <a:spcPct val="85000"/>
              </a:lnSpc>
              <a:spcBef>
                <a:spcPts val="200"/>
              </a:spcBef>
              <a:spcAft>
                <a:spcPts val="0"/>
              </a:spcAft>
              <a:buClr>
                <a:schemeClr val="dk1"/>
              </a:buClr>
              <a:buSzPts val="1600"/>
              <a:buChar char="–"/>
              <a:defRPr sz="1600">
                <a:solidFill>
                  <a:schemeClr val="dk1"/>
                </a:solidFill>
              </a:defRPr>
            </a:lvl2pPr>
            <a:lvl3pPr marL="1371600" lvl="2" indent="-317500" algn="l">
              <a:lnSpc>
                <a:spcPct val="85000"/>
              </a:lnSpc>
              <a:spcBef>
                <a:spcPts val="200"/>
              </a:spcBef>
              <a:spcAft>
                <a:spcPts val="0"/>
              </a:spcAft>
              <a:buClr>
                <a:schemeClr val="dk1"/>
              </a:buClr>
              <a:buSzPts val="1400"/>
              <a:buChar char="-"/>
              <a:defRPr sz="1400">
                <a:solidFill>
                  <a:schemeClr val="dk1"/>
                </a:solidFill>
              </a:defRPr>
            </a:lvl3pPr>
            <a:lvl4pPr marL="1828800" lvl="3" indent="-342900" algn="l">
              <a:lnSpc>
                <a:spcPct val="95000"/>
              </a:lnSpc>
              <a:spcBef>
                <a:spcPts val="600"/>
              </a:spcBef>
              <a:spcAft>
                <a:spcPts val="0"/>
              </a:spcAft>
              <a:buClr>
                <a:schemeClr val="dk1"/>
              </a:buClr>
              <a:buSzPts val="1800"/>
              <a:buChar char="​"/>
              <a:defRPr sz="1800">
                <a:solidFill>
                  <a:schemeClr val="dk1"/>
                </a:solidFill>
              </a:defRPr>
            </a:lvl4pPr>
            <a:lvl5pPr marL="2286000" lvl="4" indent="-342900" algn="l">
              <a:lnSpc>
                <a:spcPct val="95000"/>
              </a:lnSpc>
              <a:spcBef>
                <a:spcPts val="600"/>
              </a:spcBef>
              <a:spcAft>
                <a:spcPts val="0"/>
              </a:spcAft>
              <a:buClr>
                <a:schemeClr val="accent1"/>
              </a:buClr>
              <a:buSzPts val="1800"/>
              <a:buChar char="​"/>
              <a:defRPr sz="1800"/>
            </a:lvl5pPr>
            <a:lvl6pPr marL="2743200" lvl="5" indent="-342900" algn="l">
              <a:lnSpc>
                <a:spcPct val="95000"/>
              </a:lnSpc>
              <a:spcBef>
                <a:spcPts val="600"/>
              </a:spcBef>
              <a:spcAft>
                <a:spcPts val="0"/>
              </a:spcAft>
              <a:buClr>
                <a:schemeClr val="accent2"/>
              </a:buClr>
              <a:buSzPts val="1800"/>
              <a:buChar char="​"/>
              <a:defRPr/>
            </a:lvl6pPr>
            <a:lvl7pPr marL="3200400" lvl="6" indent="-342900" algn="l">
              <a:lnSpc>
                <a:spcPct val="95000"/>
              </a:lnSpc>
              <a:spcBef>
                <a:spcPts val="1000"/>
              </a:spcBef>
              <a:spcAft>
                <a:spcPts val="0"/>
              </a:spcAft>
              <a:buClr>
                <a:schemeClr val="dk1"/>
              </a:buClr>
              <a:buSzPts val="1800"/>
              <a:buChar char="​"/>
              <a:defRPr/>
            </a:lvl7pPr>
            <a:lvl8pPr marL="3657600" lvl="7" indent="-342900" algn="l">
              <a:lnSpc>
                <a:spcPct val="95000"/>
              </a:lnSpc>
              <a:spcBef>
                <a:spcPts val="200"/>
              </a:spcBef>
              <a:spcAft>
                <a:spcPts val="0"/>
              </a:spcAft>
              <a:buClr>
                <a:schemeClr val="dk1"/>
              </a:buClr>
              <a:buSzPts val="1800"/>
              <a:buAutoNum type="arabicPeriod"/>
              <a:defRPr/>
            </a:lvl8pPr>
            <a:lvl9pPr marL="4114800" lvl="8" indent="-342900" algn="l">
              <a:lnSpc>
                <a:spcPct val="95000"/>
              </a:lnSpc>
              <a:spcBef>
                <a:spcPts val="400"/>
              </a:spcBef>
              <a:spcAft>
                <a:spcPts val="400"/>
              </a:spcAft>
              <a:buClr>
                <a:schemeClr val="accent6"/>
              </a:buClr>
              <a:buSzPts val="1800"/>
              <a:buChar char="​"/>
              <a:defRPr/>
            </a:lvl9pPr>
          </a:lstStyle>
          <a:p>
            <a:endParaRPr/>
          </a:p>
        </p:txBody>
      </p:sp>
      <p:sp>
        <p:nvSpPr>
          <p:cNvPr id="42" name="Google Shape;42;p6"/>
          <p:cNvSpPr txBox="1">
            <a:spLocks noGrp="1"/>
          </p:cNvSpPr>
          <p:nvPr>
            <p:ph type="body" idx="2"/>
          </p:nvPr>
        </p:nvSpPr>
        <p:spPr>
          <a:xfrm>
            <a:off x="3297994" y="4855464"/>
            <a:ext cx="2548012" cy="106186"/>
          </a:xfrm>
          <a:prstGeom prst="rect">
            <a:avLst/>
          </a:prstGeom>
          <a:noFill/>
          <a:ln>
            <a:noFill/>
          </a:ln>
        </p:spPr>
        <p:txBody>
          <a:bodyPr spcFirstLastPara="1" wrap="square" lIns="0" tIns="0" rIns="0" bIns="0" anchor="t" anchorCtr="0">
            <a:noAutofit/>
          </a:bodyPr>
          <a:lstStyle>
            <a:lvl1pPr marL="457200" lvl="0" indent="-228600" algn="ctr">
              <a:lnSpc>
                <a:spcPct val="85000"/>
              </a:lnSpc>
              <a:spcBef>
                <a:spcPts val="0"/>
              </a:spcBef>
              <a:spcAft>
                <a:spcPts val="0"/>
              </a:spcAft>
              <a:buClr>
                <a:srgbClr val="4FB0FF"/>
              </a:buClr>
              <a:buSzPts val="700"/>
              <a:buFont typeface="Century Gothic"/>
              <a:buNone/>
              <a:defRPr sz="700" b="1">
                <a:solidFill>
                  <a:srgbClr val="4FB0FF"/>
                </a:solidFill>
                <a:latin typeface="Century Gothic"/>
                <a:ea typeface="Century Gothic"/>
                <a:cs typeface="Century Gothic"/>
                <a:sym typeface="Century Gothic"/>
              </a:defRPr>
            </a:lvl1pPr>
            <a:lvl2pPr marL="914400" lvl="1" indent="-228600" algn="l">
              <a:lnSpc>
                <a:spcPct val="85000"/>
              </a:lnSpc>
              <a:spcBef>
                <a:spcPts val="200"/>
              </a:spcBef>
              <a:spcAft>
                <a:spcPts val="0"/>
              </a:spcAft>
              <a:buClr>
                <a:schemeClr val="accent2"/>
              </a:buClr>
              <a:buSzPts val="1600"/>
              <a:buFont typeface="Century Gothic"/>
              <a:buNone/>
              <a:defRPr sz="1600">
                <a:solidFill>
                  <a:schemeClr val="accent2"/>
                </a:solidFill>
              </a:defRPr>
            </a:lvl2pPr>
            <a:lvl3pPr marL="1371600" lvl="2" indent="-228600" algn="l">
              <a:lnSpc>
                <a:spcPct val="85000"/>
              </a:lnSpc>
              <a:spcBef>
                <a:spcPts val="200"/>
              </a:spcBef>
              <a:spcAft>
                <a:spcPts val="0"/>
              </a:spcAft>
              <a:buClr>
                <a:schemeClr val="accent2"/>
              </a:buClr>
              <a:buSzPts val="1600"/>
              <a:buFont typeface="Century Gothic"/>
              <a:buNone/>
              <a:defRPr sz="1600">
                <a:solidFill>
                  <a:schemeClr val="accent2"/>
                </a:solidFill>
              </a:defRPr>
            </a:lvl3pPr>
            <a:lvl4pPr marL="1828800" lvl="3" indent="-228600" algn="l">
              <a:lnSpc>
                <a:spcPct val="95000"/>
              </a:lnSpc>
              <a:spcBef>
                <a:spcPts val="600"/>
              </a:spcBef>
              <a:spcAft>
                <a:spcPts val="0"/>
              </a:spcAft>
              <a:buClr>
                <a:schemeClr val="accent2"/>
              </a:buClr>
              <a:buSzPts val="1600"/>
              <a:buFont typeface="Century Gothic"/>
              <a:buNone/>
              <a:defRPr sz="1600">
                <a:solidFill>
                  <a:schemeClr val="accent2"/>
                </a:solidFill>
              </a:defRPr>
            </a:lvl4pPr>
            <a:lvl5pPr marL="2286000" lvl="4" indent="-228600" algn="l">
              <a:lnSpc>
                <a:spcPct val="95000"/>
              </a:lnSpc>
              <a:spcBef>
                <a:spcPts val="600"/>
              </a:spcBef>
              <a:spcAft>
                <a:spcPts val="0"/>
              </a:spcAft>
              <a:buClr>
                <a:schemeClr val="accent2"/>
              </a:buClr>
              <a:buSzPts val="1600"/>
              <a:buFont typeface="Century Gothic"/>
              <a:buNone/>
              <a:defRPr sz="1600">
                <a:solidFill>
                  <a:schemeClr val="accent2"/>
                </a:solidFill>
              </a:defRPr>
            </a:lvl5pPr>
            <a:lvl6pPr marL="2743200" lvl="5" indent="-342900" algn="l">
              <a:lnSpc>
                <a:spcPct val="95000"/>
              </a:lnSpc>
              <a:spcBef>
                <a:spcPts val="600"/>
              </a:spcBef>
              <a:spcAft>
                <a:spcPts val="0"/>
              </a:spcAft>
              <a:buClr>
                <a:schemeClr val="accent2"/>
              </a:buClr>
              <a:buSzPts val="1800"/>
              <a:buChar char="​"/>
              <a:defRPr/>
            </a:lvl6pPr>
            <a:lvl7pPr marL="3200400" lvl="6" indent="-342900" algn="l">
              <a:lnSpc>
                <a:spcPct val="95000"/>
              </a:lnSpc>
              <a:spcBef>
                <a:spcPts val="1000"/>
              </a:spcBef>
              <a:spcAft>
                <a:spcPts val="0"/>
              </a:spcAft>
              <a:buClr>
                <a:schemeClr val="dk1"/>
              </a:buClr>
              <a:buSzPts val="1800"/>
              <a:buChar char="​"/>
              <a:defRPr/>
            </a:lvl7pPr>
            <a:lvl8pPr marL="3657600" lvl="7" indent="-342900" algn="l">
              <a:lnSpc>
                <a:spcPct val="95000"/>
              </a:lnSpc>
              <a:spcBef>
                <a:spcPts val="200"/>
              </a:spcBef>
              <a:spcAft>
                <a:spcPts val="0"/>
              </a:spcAft>
              <a:buClr>
                <a:schemeClr val="dk1"/>
              </a:buClr>
              <a:buSzPts val="1800"/>
              <a:buAutoNum type="arabicPeriod"/>
              <a:defRPr/>
            </a:lvl8pPr>
            <a:lvl9pPr marL="4114800" lvl="8" indent="-342900" algn="l">
              <a:lnSpc>
                <a:spcPct val="95000"/>
              </a:lnSpc>
              <a:spcBef>
                <a:spcPts val="400"/>
              </a:spcBef>
              <a:spcAft>
                <a:spcPts val="400"/>
              </a:spcAft>
              <a:buClr>
                <a:schemeClr val="accent6"/>
              </a:buClr>
              <a:buSzPts val="1800"/>
              <a:buChar char="​"/>
              <a:defRPr/>
            </a:lvl9pPr>
          </a:lstStyle>
          <a:p>
            <a:endParaRPr/>
          </a:p>
        </p:txBody>
      </p:sp>
    </p:spTree>
  </p:cSld>
  <p:clrMapOvr>
    <a:masterClrMapping/>
  </p:clrMapOvr>
  <p:transition spd="med">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6_Title and Content">
  <p:cSld name="16_Title and Content">
    <p:spTree>
      <p:nvGrpSpPr>
        <p:cNvPr id="1" name="Shape 43"/>
        <p:cNvGrpSpPr/>
        <p:nvPr/>
      </p:nvGrpSpPr>
      <p:grpSpPr>
        <a:xfrm>
          <a:off x="0" y="0"/>
          <a:ext cx="0" cy="0"/>
          <a:chOff x="0" y="0"/>
          <a:chExt cx="0" cy="0"/>
        </a:xfrm>
      </p:grpSpPr>
      <p:sp>
        <p:nvSpPr>
          <p:cNvPr id="44" name="Google Shape;44;p7"/>
          <p:cNvSpPr txBox="1">
            <a:spLocks noGrp="1"/>
          </p:cNvSpPr>
          <p:nvPr>
            <p:ph type="title"/>
          </p:nvPr>
        </p:nvSpPr>
        <p:spPr>
          <a:xfrm>
            <a:off x="457200" y="173736"/>
            <a:ext cx="8229600" cy="698572"/>
          </a:xfrm>
          <a:prstGeom prst="rect">
            <a:avLst/>
          </a:prstGeom>
          <a:noFill/>
          <a:ln>
            <a:noFill/>
          </a:ln>
        </p:spPr>
        <p:txBody>
          <a:bodyPr spcFirstLastPara="1" wrap="square" lIns="0" tIns="0" rIns="0" bIns="0" anchor="b" anchorCtr="0">
            <a:noAutofit/>
          </a:bodyPr>
          <a:lstStyle>
            <a:lvl1pPr lvl="0" algn="l">
              <a:lnSpc>
                <a:spcPct val="95000"/>
              </a:lnSpc>
              <a:spcBef>
                <a:spcPts val="0"/>
              </a:spcBef>
              <a:spcAft>
                <a:spcPts val="0"/>
              </a:spcAft>
              <a:buClr>
                <a:schemeClr val="accent1"/>
              </a:buClr>
              <a:buSzPts val="2200"/>
              <a:buFont typeface="Century Gothic"/>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5" name="Google Shape;45;p7"/>
          <p:cNvSpPr txBox="1">
            <a:spLocks noGrp="1"/>
          </p:cNvSpPr>
          <p:nvPr>
            <p:ph type="body" idx="1"/>
          </p:nvPr>
        </p:nvSpPr>
        <p:spPr>
          <a:xfrm>
            <a:off x="457200" y="1216152"/>
            <a:ext cx="8229600" cy="3344033"/>
          </a:xfrm>
          <a:prstGeom prst="rect">
            <a:avLst/>
          </a:prstGeom>
          <a:noFill/>
          <a:ln>
            <a:noFill/>
          </a:ln>
        </p:spPr>
        <p:txBody>
          <a:bodyPr spcFirstLastPara="1" wrap="square" lIns="0" tIns="0" rIns="0" bIns="0" anchor="t" anchorCtr="0">
            <a:noAutofit/>
          </a:bodyPr>
          <a:lstStyle>
            <a:lvl1pPr marL="457200" lvl="0" indent="-342900" algn="l">
              <a:lnSpc>
                <a:spcPct val="95000"/>
              </a:lnSpc>
              <a:spcBef>
                <a:spcPts val="600"/>
              </a:spcBef>
              <a:spcAft>
                <a:spcPts val="0"/>
              </a:spcAft>
              <a:buClr>
                <a:schemeClr val="dk1"/>
              </a:buClr>
              <a:buSzPts val="1800"/>
              <a:buChar char="•"/>
              <a:defRPr sz="1800">
                <a:solidFill>
                  <a:schemeClr val="dk1"/>
                </a:solidFill>
              </a:defRPr>
            </a:lvl1pPr>
            <a:lvl2pPr marL="914400" lvl="1" indent="-330200" algn="l">
              <a:lnSpc>
                <a:spcPct val="85000"/>
              </a:lnSpc>
              <a:spcBef>
                <a:spcPts val="200"/>
              </a:spcBef>
              <a:spcAft>
                <a:spcPts val="0"/>
              </a:spcAft>
              <a:buClr>
                <a:schemeClr val="dk1"/>
              </a:buClr>
              <a:buSzPts val="1600"/>
              <a:buChar char="–"/>
              <a:defRPr sz="1600">
                <a:solidFill>
                  <a:schemeClr val="dk1"/>
                </a:solidFill>
              </a:defRPr>
            </a:lvl2pPr>
            <a:lvl3pPr marL="1371600" lvl="2" indent="-317500" algn="l">
              <a:lnSpc>
                <a:spcPct val="85000"/>
              </a:lnSpc>
              <a:spcBef>
                <a:spcPts val="200"/>
              </a:spcBef>
              <a:spcAft>
                <a:spcPts val="0"/>
              </a:spcAft>
              <a:buClr>
                <a:schemeClr val="dk1"/>
              </a:buClr>
              <a:buSzPts val="1400"/>
              <a:buChar char="-"/>
              <a:defRPr sz="1400">
                <a:solidFill>
                  <a:schemeClr val="dk1"/>
                </a:solidFill>
              </a:defRPr>
            </a:lvl3pPr>
            <a:lvl4pPr marL="1828800" lvl="3" indent="-342900" algn="l">
              <a:lnSpc>
                <a:spcPct val="95000"/>
              </a:lnSpc>
              <a:spcBef>
                <a:spcPts val="600"/>
              </a:spcBef>
              <a:spcAft>
                <a:spcPts val="0"/>
              </a:spcAft>
              <a:buClr>
                <a:schemeClr val="dk1"/>
              </a:buClr>
              <a:buSzPts val="1800"/>
              <a:buChar char="​"/>
              <a:defRPr sz="1800">
                <a:solidFill>
                  <a:schemeClr val="dk1"/>
                </a:solidFill>
              </a:defRPr>
            </a:lvl4pPr>
            <a:lvl5pPr marL="2286000" lvl="4" indent="-342900" algn="l">
              <a:lnSpc>
                <a:spcPct val="95000"/>
              </a:lnSpc>
              <a:spcBef>
                <a:spcPts val="600"/>
              </a:spcBef>
              <a:spcAft>
                <a:spcPts val="0"/>
              </a:spcAft>
              <a:buClr>
                <a:schemeClr val="accent1"/>
              </a:buClr>
              <a:buSzPts val="1800"/>
              <a:buChar char="​"/>
              <a:defRPr sz="1800"/>
            </a:lvl5pPr>
            <a:lvl6pPr marL="2743200" lvl="5" indent="-342900" algn="l">
              <a:lnSpc>
                <a:spcPct val="95000"/>
              </a:lnSpc>
              <a:spcBef>
                <a:spcPts val="600"/>
              </a:spcBef>
              <a:spcAft>
                <a:spcPts val="0"/>
              </a:spcAft>
              <a:buClr>
                <a:schemeClr val="accent2"/>
              </a:buClr>
              <a:buSzPts val="1800"/>
              <a:buChar char="​"/>
              <a:defRPr/>
            </a:lvl6pPr>
            <a:lvl7pPr marL="3200400" lvl="6" indent="-342900" algn="l">
              <a:lnSpc>
                <a:spcPct val="95000"/>
              </a:lnSpc>
              <a:spcBef>
                <a:spcPts val="1000"/>
              </a:spcBef>
              <a:spcAft>
                <a:spcPts val="0"/>
              </a:spcAft>
              <a:buClr>
                <a:schemeClr val="dk1"/>
              </a:buClr>
              <a:buSzPts val="1800"/>
              <a:buChar char="​"/>
              <a:defRPr/>
            </a:lvl7pPr>
            <a:lvl8pPr marL="3657600" lvl="7" indent="-342900" algn="l">
              <a:lnSpc>
                <a:spcPct val="95000"/>
              </a:lnSpc>
              <a:spcBef>
                <a:spcPts val="200"/>
              </a:spcBef>
              <a:spcAft>
                <a:spcPts val="0"/>
              </a:spcAft>
              <a:buClr>
                <a:schemeClr val="dk1"/>
              </a:buClr>
              <a:buSzPts val="1800"/>
              <a:buAutoNum type="arabicPeriod"/>
              <a:defRPr/>
            </a:lvl8pPr>
            <a:lvl9pPr marL="4114800" lvl="8" indent="-342900" algn="l">
              <a:lnSpc>
                <a:spcPct val="95000"/>
              </a:lnSpc>
              <a:spcBef>
                <a:spcPts val="400"/>
              </a:spcBef>
              <a:spcAft>
                <a:spcPts val="400"/>
              </a:spcAft>
              <a:buClr>
                <a:schemeClr val="accent6"/>
              </a:buClr>
              <a:buSzPts val="1800"/>
              <a:buChar char="​"/>
              <a:defRPr/>
            </a:lvl9pPr>
          </a:lstStyle>
          <a:p>
            <a:endParaRPr/>
          </a:p>
        </p:txBody>
      </p:sp>
      <p:sp>
        <p:nvSpPr>
          <p:cNvPr id="46" name="Google Shape;46;p7"/>
          <p:cNvSpPr txBox="1">
            <a:spLocks noGrp="1"/>
          </p:cNvSpPr>
          <p:nvPr>
            <p:ph type="body" idx="2"/>
          </p:nvPr>
        </p:nvSpPr>
        <p:spPr>
          <a:xfrm>
            <a:off x="3297994" y="4855464"/>
            <a:ext cx="2548012" cy="106186"/>
          </a:xfrm>
          <a:prstGeom prst="rect">
            <a:avLst/>
          </a:prstGeom>
          <a:noFill/>
          <a:ln>
            <a:noFill/>
          </a:ln>
        </p:spPr>
        <p:txBody>
          <a:bodyPr spcFirstLastPara="1" wrap="square" lIns="0" tIns="0" rIns="0" bIns="0" anchor="t" anchorCtr="0">
            <a:noAutofit/>
          </a:bodyPr>
          <a:lstStyle>
            <a:lvl1pPr marL="457200" lvl="0" indent="-228600" algn="ctr">
              <a:lnSpc>
                <a:spcPct val="85000"/>
              </a:lnSpc>
              <a:spcBef>
                <a:spcPts val="0"/>
              </a:spcBef>
              <a:spcAft>
                <a:spcPts val="0"/>
              </a:spcAft>
              <a:buClr>
                <a:srgbClr val="4FB0FF"/>
              </a:buClr>
              <a:buSzPts val="700"/>
              <a:buFont typeface="Century Gothic"/>
              <a:buNone/>
              <a:defRPr sz="700" b="1">
                <a:solidFill>
                  <a:srgbClr val="4FB0FF"/>
                </a:solidFill>
                <a:latin typeface="Century Gothic"/>
                <a:ea typeface="Century Gothic"/>
                <a:cs typeface="Century Gothic"/>
                <a:sym typeface="Century Gothic"/>
              </a:defRPr>
            </a:lvl1pPr>
            <a:lvl2pPr marL="914400" lvl="1" indent="-228600" algn="l">
              <a:lnSpc>
                <a:spcPct val="85000"/>
              </a:lnSpc>
              <a:spcBef>
                <a:spcPts val="200"/>
              </a:spcBef>
              <a:spcAft>
                <a:spcPts val="0"/>
              </a:spcAft>
              <a:buClr>
                <a:schemeClr val="accent2"/>
              </a:buClr>
              <a:buSzPts val="1600"/>
              <a:buFont typeface="Century Gothic"/>
              <a:buNone/>
              <a:defRPr sz="1600">
                <a:solidFill>
                  <a:schemeClr val="accent2"/>
                </a:solidFill>
              </a:defRPr>
            </a:lvl2pPr>
            <a:lvl3pPr marL="1371600" lvl="2" indent="-228600" algn="l">
              <a:lnSpc>
                <a:spcPct val="85000"/>
              </a:lnSpc>
              <a:spcBef>
                <a:spcPts val="200"/>
              </a:spcBef>
              <a:spcAft>
                <a:spcPts val="0"/>
              </a:spcAft>
              <a:buClr>
                <a:schemeClr val="accent2"/>
              </a:buClr>
              <a:buSzPts val="1600"/>
              <a:buFont typeface="Century Gothic"/>
              <a:buNone/>
              <a:defRPr sz="1600">
                <a:solidFill>
                  <a:schemeClr val="accent2"/>
                </a:solidFill>
              </a:defRPr>
            </a:lvl3pPr>
            <a:lvl4pPr marL="1828800" lvl="3" indent="-228600" algn="l">
              <a:lnSpc>
                <a:spcPct val="95000"/>
              </a:lnSpc>
              <a:spcBef>
                <a:spcPts val="600"/>
              </a:spcBef>
              <a:spcAft>
                <a:spcPts val="0"/>
              </a:spcAft>
              <a:buClr>
                <a:schemeClr val="accent2"/>
              </a:buClr>
              <a:buSzPts val="1600"/>
              <a:buFont typeface="Century Gothic"/>
              <a:buNone/>
              <a:defRPr sz="1600">
                <a:solidFill>
                  <a:schemeClr val="accent2"/>
                </a:solidFill>
              </a:defRPr>
            </a:lvl4pPr>
            <a:lvl5pPr marL="2286000" lvl="4" indent="-228600" algn="l">
              <a:lnSpc>
                <a:spcPct val="95000"/>
              </a:lnSpc>
              <a:spcBef>
                <a:spcPts val="600"/>
              </a:spcBef>
              <a:spcAft>
                <a:spcPts val="0"/>
              </a:spcAft>
              <a:buClr>
                <a:schemeClr val="accent2"/>
              </a:buClr>
              <a:buSzPts val="1600"/>
              <a:buFont typeface="Century Gothic"/>
              <a:buNone/>
              <a:defRPr sz="1600">
                <a:solidFill>
                  <a:schemeClr val="accent2"/>
                </a:solidFill>
              </a:defRPr>
            </a:lvl5pPr>
            <a:lvl6pPr marL="2743200" lvl="5" indent="-342900" algn="l">
              <a:lnSpc>
                <a:spcPct val="95000"/>
              </a:lnSpc>
              <a:spcBef>
                <a:spcPts val="600"/>
              </a:spcBef>
              <a:spcAft>
                <a:spcPts val="0"/>
              </a:spcAft>
              <a:buClr>
                <a:schemeClr val="accent2"/>
              </a:buClr>
              <a:buSzPts val="1800"/>
              <a:buChar char="​"/>
              <a:defRPr/>
            </a:lvl6pPr>
            <a:lvl7pPr marL="3200400" lvl="6" indent="-342900" algn="l">
              <a:lnSpc>
                <a:spcPct val="95000"/>
              </a:lnSpc>
              <a:spcBef>
                <a:spcPts val="1000"/>
              </a:spcBef>
              <a:spcAft>
                <a:spcPts val="0"/>
              </a:spcAft>
              <a:buClr>
                <a:schemeClr val="dk1"/>
              </a:buClr>
              <a:buSzPts val="1800"/>
              <a:buChar char="​"/>
              <a:defRPr/>
            </a:lvl7pPr>
            <a:lvl8pPr marL="3657600" lvl="7" indent="-342900" algn="l">
              <a:lnSpc>
                <a:spcPct val="95000"/>
              </a:lnSpc>
              <a:spcBef>
                <a:spcPts val="200"/>
              </a:spcBef>
              <a:spcAft>
                <a:spcPts val="0"/>
              </a:spcAft>
              <a:buClr>
                <a:schemeClr val="dk1"/>
              </a:buClr>
              <a:buSzPts val="1800"/>
              <a:buAutoNum type="arabicPeriod"/>
              <a:defRPr/>
            </a:lvl8pPr>
            <a:lvl9pPr marL="4114800" lvl="8" indent="-342900" algn="l">
              <a:lnSpc>
                <a:spcPct val="95000"/>
              </a:lnSpc>
              <a:spcBef>
                <a:spcPts val="400"/>
              </a:spcBef>
              <a:spcAft>
                <a:spcPts val="400"/>
              </a:spcAft>
              <a:buClr>
                <a:schemeClr val="accent6"/>
              </a:buClr>
              <a:buSzPts val="1800"/>
              <a:buChar char="​"/>
              <a:defRPr/>
            </a:lvl9pPr>
          </a:lstStyle>
          <a:p>
            <a:endParaRPr/>
          </a:p>
        </p:txBody>
      </p:sp>
    </p:spTree>
  </p:cSld>
  <p:clrMapOvr>
    <a:masterClrMapping/>
  </p:clrMapOvr>
  <p:transition spd="med">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47"/>
        <p:cNvGrpSpPr/>
        <p:nvPr/>
      </p:nvGrpSpPr>
      <p:grpSpPr>
        <a:xfrm>
          <a:off x="0" y="0"/>
          <a:ext cx="0" cy="0"/>
          <a:chOff x="0" y="0"/>
          <a:chExt cx="0" cy="0"/>
        </a:xfrm>
      </p:grpSpPr>
      <p:sp>
        <p:nvSpPr>
          <p:cNvPr id="48" name="Google Shape;48;p8"/>
          <p:cNvSpPr txBox="1">
            <a:spLocks noGrp="1"/>
          </p:cNvSpPr>
          <p:nvPr>
            <p:ph type="title"/>
          </p:nvPr>
        </p:nvSpPr>
        <p:spPr>
          <a:xfrm>
            <a:off x="457200" y="173736"/>
            <a:ext cx="8229600" cy="413639"/>
          </a:xfrm>
          <a:prstGeom prst="rect">
            <a:avLst/>
          </a:prstGeom>
          <a:noFill/>
          <a:ln>
            <a:noFill/>
          </a:ln>
        </p:spPr>
        <p:txBody>
          <a:bodyPr spcFirstLastPara="1" wrap="square" lIns="0" tIns="0" rIns="0" bIns="0" anchor="b" anchorCtr="0">
            <a:noAutofit/>
          </a:bodyPr>
          <a:lstStyle>
            <a:lvl1pPr lvl="0" algn="l">
              <a:lnSpc>
                <a:spcPct val="95000"/>
              </a:lnSpc>
              <a:spcBef>
                <a:spcPts val="0"/>
              </a:spcBef>
              <a:spcAft>
                <a:spcPts val="0"/>
              </a:spcAft>
              <a:buClr>
                <a:schemeClr val="accent1"/>
              </a:buClr>
              <a:buSzPts val="2200"/>
              <a:buFont typeface="Century Gothic"/>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9" name="Google Shape;49;p8"/>
          <p:cNvSpPr txBox="1">
            <a:spLocks noGrp="1"/>
          </p:cNvSpPr>
          <p:nvPr>
            <p:ph type="body" idx="1"/>
          </p:nvPr>
        </p:nvSpPr>
        <p:spPr>
          <a:xfrm>
            <a:off x="457200" y="865188"/>
            <a:ext cx="8229600" cy="3694997"/>
          </a:xfrm>
          <a:prstGeom prst="rect">
            <a:avLst/>
          </a:prstGeom>
          <a:noFill/>
          <a:ln>
            <a:noFill/>
          </a:ln>
        </p:spPr>
        <p:txBody>
          <a:bodyPr spcFirstLastPara="1" wrap="square" lIns="0" tIns="0" rIns="0" bIns="0" anchor="t" anchorCtr="0">
            <a:noAutofit/>
          </a:bodyPr>
          <a:lstStyle>
            <a:lvl1pPr marL="457200" lvl="0" indent="-342900" algn="l">
              <a:lnSpc>
                <a:spcPct val="95000"/>
              </a:lnSpc>
              <a:spcBef>
                <a:spcPts val="600"/>
              </a:spcBef>
              <a:spcAft>
                <a:spcPts val="0"/>
              </a:spcAft>
              <a:buClr>
                <a:schemeClr val="dk1"/>
              </a:buClr>
              <a:buSzPts val="1800"/>
              <a:buChar char="•"/>
              <a:defRPr sz="1800">
                <a:solidFill>
                  <a:schemeClr val="dk1"/>
                </a:solidFill>
              </a:defRPr>
            </a:lvl1pPr>
            <a:lvl2pPr marL="914400" lvl="1" indent="-330200" algn="l">
              <a:lnSpc>
                <a:spcPct val="85000"/>
              </a:lnSpc>
              <a:spcBef>
                <a:spcPts val="200"/>
              </a:spcBef>
              <a:spcAft>
                <a:spcPts val="0"/>
              </a:spcAft>
              <a:buClr>
                <a:schemeClr val="dk1"/>
              </a:buClr>
              <a:buSzPts val="1600"/>
              <a:buChar char="–"/>
              <a:defRPr sz="1600">
                <a:solidFill>
                  <a:schemeClr val="dk1"/>
                </a:solidFill>
              </a:defRPr>
            </a:lvl2pPr>
            <a:lvl3pPr marL="1371600" lvl="2" indent="-317500" algn="l">
              <a:lnSpc>
                <a:spcPct val="85000"/>
              </a:lnSpc>
              <a:spcBef>
                <a:spcPts val="200"/>
              </a:spcBef>
              <a:spcAft>
                <a:spcPts val="0"/>
              </a:spcAft>
              <a:buClr>
                <a:schemeClr val="dk1"/>
              </a:buClr>
              <a:buSzPts val="1400"/>
              <a:buChar char="-"/>
              <a:defRPr sz="1400">
                <a:solidFill>
                  <a:schemeClr val="dk1"/>
                </a:solidFill>
              </a:defRPr>
            </a:lvl3pPr>
            <a:lvl4pPr marL="1828800" lvl="3" indent="-342900" algn="l">
              <a:lnSpc>
                <a:spcPct val="95000"/>
              </a:lnSpc>
              <a:spcBef>
                <a:spcPts val="600"/>
              </a:spcBef>
              <a:spcAft>
                <a:spcPts val="0"/>
              </a:spcAft>
              <a:buClr>
                <a:schemeClr val="dk1"/>
              </a:buClr>
              <a:buSzPts val="1800"/>
              <a:buChar char="​"/>
              <a:defRPr sz="1800">
                <a:solidFill>
                  <a:schemeClr val="dk1"/>
                </a:solidFill>
              </a:defRPr>
            </a:lvl4pPr>
            <a:lvl5pPr marL="2286000" lvl="4" indent="-342900" algn="l">
              <a:lnSpc>
                <a:spcPct val="95000"/>
              </a:lnSpc>
              <a:spcBef>
                <a:spcPts val="600"/>
              </a:spcBef>
              <a:spcAft>
                <a:spcPts val="0"/>
              </a:spcAft>
              <a:buClr>
                <a:schemeClr val="accent1"/>
              </a:buClr>
              <a:buSzPts val="1800"/>
              <a:buChar char="​"/>
              <a:defRPr sz="1800"/>
            </a:lvl5pPr>
            <a:lvl6pPr marL="2743200" lvl="5" indent="-342900" algn="l">
              <a:lnSpc>
                <a:spcPct val="95000"/>
              </a:lnSpc>
              <a:spcBef>
                <a:spcPts val="600"/>
              </a:spcBef>
              <a:spcAft>
                <a:spcPts val="0"/>
              </a:spcAft>
              <a:buClr>
                <a:schemeClr val="accent2"/>
              </a:buClr>
              <a:buSzPts val="1800"/>
              <a:buChar char="​"/>
              <a:defRPr/>
            </a:lvl6pPr>
            <a:lvl7pPr marL="3200400" lvl="6" indent="-342900" algn="l">
              <a:lnSpc>
                <a:spcPct val="95000"/>
              </a:lnSpc>
              <a:spcBef>
                <a:spcPts val="1000"/>
              </a:spcBef>
              <a:spcAft>
                <a:spcPts val="0"/>
              </a:spcAft>
              <a:buClr>
                <a:schemeClr val="dk1"/>
              </a:buClr>
              <a:buSzPts val="1800"/>
              <a:buChar char="​"/>
              <a:defRPr/>
            </a:lvl7pPr>
            <a:lvl8pPr marL="3657600" lvl="7" indent="-342900" algn="l">
              <a:lnSpc>
                <a:spcPct val="95000"/>
              </a:lnSpc>
              <a:spcBef>
                <a:spcPts val="200"/>
              </a:spcBef>
              <a:spcAft>
                <a:spcPts val="0"/>
              </a:spcAft>
              <a:buClr>
                <a:schemeClr val="dk1"/>
              </a:buClr>
              <a:buSzPts val="1800"/>
              <a:buAutoNum type="arabicPeriod"/>
              <a:defRPr/>
            </a:lvl8pPr>
            <a:lvl9pPr marL="4114800" lvl="8" indent="-342900" algn="l">
              <a:lnSpc>
                <a:spcPct val="95000"/>
              </a:lnSpc>
              <a:spcBef>
                <a:spcPts val="400"/>
              </a:spcBef>
              <a:spcAft>
                <a:spcPts val="400"/>
              </a:spcAft>
              <a:buClr>
                <a:schemeClr val="accent6"/>
              </a:buClr>
              <a:buSzPts val="1800"/>
              <a:buChar char="​"/>
              <a:defRPr/>
            </a:lvl9pPr>
          </a:lstStyle>
          <a:p>
            <a:endParaRPr/>
          </a:p>
        </p:txBody>
      </p:sp>
      <p:sp>
        <p:nvSpPr>
          <p:cNvPr id="50" name="Google Shape;50;p8"/>
          <p:cNvSpPr txBox="1">
            <a:spLocks noGrp="1"/>
          </p:cNvSpPr>
          <p:nvPr>
            <p:ph type="body" idx="2"/>
          </p:nvPr>
        </p:nvSpPr>
        <p:spPr>
          <a:xfrm>
            <a:off x="3297994" y="4923703"/>
            <a:ext cx="2548012" cy="106186"/>
          </a:xfrm>
          <a:prstGeom prst="rect">
            <a:avLst/>
          </a:prstGeom>
          <a:noFill/>
          <a:ln>
            <a:noFill/>
          </a:ln>
        </p:spPr>
        <p:txBody>
          <a:bodyPr spcFirstLastPara="1" wrap="square" lIns="0" tIns="0" rIns="0" bIns="0" anchor="t" anchorCtr="0">
            <a:noAutofit/>
          </a:bodyPr>
          <a:lstStyle>
            <a:lvl1pPr marL="457200" lvl="0" indent="-228600" algn="ctr">
              <a:lnSpc>
                <a:spcPct val="85000"/>
              </a:lnSpc>
              <a:spcBef>
                <a:spcPts val="0"/>
              </a:spcBef>
              <a:spcAft>
                <a:spcPts val="0"/>
              </a:spcAft>
              <a:buClr>
                <a:srgbClr val="4FB0FF"/>
              </a:buClr>
              <a:buSzPts val="700"/>
              <a:buFont typeface="Century Gothic"/>
              <a:buNone/>
              <a:defRPr sz="700" b="1">
                <a:solidFill>
                  <a:srgbClr val="4FB0FF"/>
                </a:solidFill>
                <a:latin typeface="Century Gothic"/>
                <a:ea typeface="Century Gothic"/>
                <a:cs typeface="Century Gothic"/>
                <a:sym typeface="Century Gothic"/>
              </a:defRPr>
            </a:lvl1pPr>
            <a:lvl2pPr marL="914400" lvl="1" indent="-228600" algn="l">
              <a:lnSpc>
                <a:spcPct val="85000"/>
              </a:lnSpc>
              <a:spcBef>
                <a:spcPts val="200"/>
              </a:spcBef>
              <a:spcAft>
                <a:spcPts val="0"/>
              </a:spcAft>
              <a:buClr>
                <a:schemeClr val="accent2"/>
              </a:buClr>
              <a:buSzPts val="1600"/>
              <a:buFont typeface="Century Gothic"/>
              <a:buNone/>
              <a:defRPr sz="1600">
                <a:solidFill>
                  <a:schemeClr val="accent2"/>
                </a:solidFill>
              </a:defRPr>
            </a:lvl2pPr>
            <a:lvl3pPr marL="1371600" lvl="2" indent="-228600" algn="l">
              <a:lnSpc>
                <a:spcPct val="85000"/>
              </a:lnSpc>
              <a:spcBef>
                <a:spcPts val="200"/>
              </a:spcBef>
              <a:spcAft>
                <a:spcPts val="0"/>
              </a:spcAft>
              <a:buClr>
                <a:schemeClr val="accent2"/>
              </a:buClr>
              <a:buSzPts val="1600"/>
              <a:buFont typeface="Century Gothic"/>
              <a:buNone/>
              <a:defRPr sz="1600">
                <a:solidFill>
                  <a:schemeClr val="accent2"/>
                </a:solidFill>
              </a:defRPr>
            </a:lvl3pPr>
            <a:lvl4pPr marL="1828800" lvl="3" indent="-228600" algn="l">
              <a:lnSpc>
                <a:spcPct val="95000"/>
              </a:lnSpc>
              <a:spcBef>
                <a:spcPts val="600"/>
              </a:spcBef>
              <a:spcAft>
                <a:spcPts val="0"/>
              </a:spcAft>
              <a:buClr>
                <a:schemeClr val="accent2"/>
              </a:buClr>
              <a:buSzPts val="1600"/>
              <a:buFont typeface="Century Gothic"/>
              <a:buNone/>
              <a:defRPr sz="1600">
                <a:solidFill>
                  <a:schemeClr val="accent2"/>
                </a:solidFill>
              </a:defRPr>
            </a:lvl4pPr>
            <a:lvl5pPr marL="2286000" lvl="4" indent="-228600" algn="l">
              <a:lnSpc>
                <a:spcPct val="95000"/>
              </a:lnSpc>
              <a:spcBef>
                <a:spcPts val="600"/>
              </a:spcBef>
              <a:spcAft>
                <a:spcPts val="0"/>
              </a:spcAft>
              <a:buClr>
                <a:schemeClr val="accent2"/>
              </a:buClr>
              <a:buSzPts val="1600"/>
              <a:buFont typeface="Century Gothic"/>
              <a:buNone/>
              <a:defRPr sz="1600">
                <a:solidFill>
                  <a:schemeClr val="accent2"/>
                </a:solidFill>
              </a:defRPr>
            </a:lvl5pPr>
            <a:lvl6pPr marL="2743200" lvl="5" indent="-342900" algn="l">
              <a:lnSpc>
                <a:spcPct val="95000"/>
              </a:lnSpc>
              <a:spcBef>
                <a:spcPts val="600"/>
              </a:spcBef>
              <a:spcAft>
                <a:spcPts val="0"/>
              </a:spcAft>
              <a:buClr>
                <a:schemeClr val="accent2"/>
              </a:buClr>
              <a:buSzPts val="1800"/>
              <a:buChar char="​"/>
              <a:defRPr/>
            </a:lvl6pPr>
            <a:lvl7pPr marL="3200400" lvl="6" indent="-342900" algn="l">
              <a:lnSpc>
                <a:spcPct val="95000"/>
              </a:lnSpc>
              <a:spcBef>
                <a:spcPts val="1000"/>
              </a:spcBef>
              <a:spcAft>
                <a:spcPts val="0"/>
              </a:spcAft>
              <a:buClr>
                <a:schemeClr val="dk1"/>
              </a:buClr>
              <a:buSzPts val="1800"/>
              <a:buChar char="​"/>
              <a:defRPr/>
            </a:lvl7pPr>
            <a:lvl8pPr marL="3657600" lvl="7" indent="-342900" algn="l">
              <a:lnSpc>
                <a:spcPct val="95000"/>
              </a:lnSpc>
              <a:spcBef>
                <a:spcPts val="200"/>
              </a:spcBef>
              <a:spcAft>
                <a:spcPts val="0"/>
              </a:spcAft>
              <a:buClr>
                <a:schemeClr val="dk1"/>
              </a:buClr>
              <a:buSzPts val="1800"/>
              <a:buAutoNum type="arabicPeriod"/>
              <a:defRPr/>
            </a:lvl8pPr>
            <a:lvl9pPr marL="4114800" lvl="8" indent="-342900" algn="l">
              <a:lnSpc>
                <a:spcPct val="95000"/>
              </a:lnSpc>
              <a:spcBef>
                <a:spcPts val="400"/>
              </a:spcBef>
              <a:spcAft>
                <a:spcPts val="400"/>
              </a:spcAft>
              <a:buClr>
                <a:schemeClr val="accent6"/>
              </a:buClr>
              <a:buSzPts val="1800"/>
              <a:buChar char="​"/>
              <a:defRPr/>
            </a:lvl9pPr>
          </a:lstStyle>
          <a:p>
            <a:endParaRPr/>
          </a:p>
        </p:txBody>
      </p:sp>
    </p:spTree>
  </p:cSld>
  <p:clrMapOvr>
    <a:masterClrMapping/>
  </p:clrMapOvr>
  <p:transition spd="med">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21_Title and Content">
  <p:cSld name="21_Title and Content">
    <p:spTree>
      <p:nvGrpSpPr>
        <p:cNvPr id="1" name="Shape 51"/>
        <p:cNvGrpSpPr/>
        <p:nvPr/>
      </p:nvGrpSpPr>
      <p:grpSpPr>
        <a:xfrm>
          <a:off x="0" y="0"/>
          <a:ext cx="0" cy="0"/>
          <a:chOff x="0" y="0"/>
          <a:chExt cx="0" cy="0"/>
        </a:xfrm>
      </p:grpSpPr>
      <p:sp>
        <p:nvSpPr>
          <p:cNvPr id="52" name="Google Shape;52;p9"/>
          <p:cNvSpPr txBox="1">
            <a:spLocks noGrp="1"/>
          </p:cNvSpPr>
          <p:nvPr>
            <p:ph type="title"/>
          </p:nvPr>
        </p:nvSpPr>
        <p:spPr>
          <a:xfrm>
            <a:off x="457200" y="173736"/>
            <a:ext cx="8229600" cy="698572"/>
          </a:xfrm>
          <a:prstGeom prst="rect">
            <a:avLst/>
          </a:prstGeom>
          <a:noFill/>
          <a:ln>
            <a:noFill/>
          </a:ln>
        </p:spPr>
        <p:txBody>
          <a:bodyPr spcFirstLastPara="1" wrap="square" lIns="0" tIns="0" rIns="0" bIns="0" anchor="b" anchorCtr="0">
            <a:noAutofit/>
          </a:bodyPr>
          <a:lstStyle>
            <a:lvl1pPr lvl="0" algn="l">
              <a:lnSpc>
                <a:spcPct val="95000"/>
              </a:lnSpc>
              <a:spcBef>
                <a:spcPts val="0"/>
              </a:spcBef>
              <a:spcAft>
                <a:spcPts val="0"/>
              </a:spcAft>
              <a:buClr>
                <a:schemeClr val="accent1"/>
              </a:buClr>
              <a:buSzPts val="2200"/>
              <a:buFont typeface="Century Gothic"/>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3" name="Google Shape;53;p9"/>
          <p:cNvSpPr txBox="1">
            <a:spLocks noGrp="1"/>
          </p:cNvSpPr>
          <p:nvPr>
            <p:ph type="body" idx="1"/>
          </p:nvPr>
        </p:nvSpPr>
        <p:spPr>
          <a:xfrm>
            <a:off x="457200" y="1216152"/>
            <a:ext cx="8229600" cy="3344033"/>
          </a:xfrm>
          <a:prstGeom prst="rect">
            <a:avLst/>
          </a:prstGeom>
          <a:noFill/>
          <a:ln>
            <a:noFill/>
          </a:ln>
        </p:spPr>
        <p:txBody>
          <a:bodyPr spcFirstLastPara="1" wrap="square" lIns="0" tIns="0" rIns="0" bIns="0" anchor="t" anchorCtr="0">
            <a:noAutofit/>
          </a:bodyPr>
          <a:lstStyle>
            <a:lvl1pPr marL="457200" lvl="0" indent="-342900" algn="l">
              <a:lnSpc>
                <a:spcPct val="95000"/>
              </a:lnSpc>
              <a:spcBef>
                <a:spcPts val="600"/>
              </a:spcBef>
              <a:spcAft>
                <a:spcPts val="0"/>
              </a:spcAft>
              <a:buClr>
                <a:schemeClr val="dk1"/>
              </a:buClr>
              <a:buSzPts val="1800"/>
              <a:buChar char="•"/>
              <a:defRPr sz="1800">
                <a:solidFill>
                  <a:schemeClr val="dk1"/>
                </a:solidFill>
              </a:defRPr>
            </a:lvl1pPr>
            <a:lvl2pPr marL="914400" lvl="1" indent="-330200" algn="l">
              <a:lnSpc>
                <a:spcPct val="85000"/>
              </a:lnSpc>
              <a:spcBef>
                <a:spcPts val="200"/>
              </a:spcBef>
              <a:spcAft>
                <a:spcPts val="0"/>
              </a:spcAft>
              <a:buClr>
                <a:schemeClr val="dk1"/>
              </a:buClr>
              <a:buSzPts val="1600"/>
              <a:buChar char="–"/>
              <a:defRPr sz="1600">
                <a:solidFill>
                  <a:schemeClr val="dk1"/>
                </a:solidFill>
              </a:defRPr>
            </a:lvl2pPr>
            <a:lvl3pPr marL="1371600" lvl="2" indent="-317500" algn="l">
              <a:lnSpc>
                <a:spcPct val="85000"/>
              </a:lnSpc>
              <a:spcBef>
                <a:spcPts val="200"/>
              </a:spcBef>
              <a:spcAft>
                <a:spcPts val="0"/>
              </a:spcAft>
              <a:buClr>
                <a:schemeClr val="dk1"/>
              </a:buClr>
              <a:buSzPts val="1400"/>
              <a:buChar char="-"/>
              <a:defRPr sz="1400">
                <a:solidFill>
                  <a:schemeClr val="dk1"/>
                </a:solidFill>
              </a:defRPr>
            </a:lvl3pPr>
            <a:lvl4pPr marL="1828800" lvl="3" indent="-342900" algn="l">
              <a:lnSpc>
                <a:spcPct val="95000"/>
              </a:lnSpc>
              <a:spcBef>
                <a:spcPts val="600"/>
              </a:spcBef>
              <a:spcAft>
                <a:spcPts val="0"/>
              </a:spcAft>
              <a:buClr>
                <a:schemeClr val="dk1"/>
              </a:buClr>
              <a:buSzPts val="1800"/>
              <a:buChar char="​"/>
              <a:defRPr sz="1800">
                <a:solidFill>
                  <a:schemeClr val="dk1"/>
                </a:solidFill>
              </a:defRPr>
            </a:lvl4pPr>
            <a:lvl5pPr marL="2286000" lvl="4" indent="-342900" algn="l">
              <a:lnSpc>
                <a:spcPct val="95000"/>
              </a:lnSpc>
              <a:spcBef>
                <a:spcPts val="600"/>
              </a:spcBef>
              <a:spcAft>
                <a:spcPts val="0"/>
              </a:spcAft>
              <a:buClr>
                <a:schemeClr val="accent1"/>
              </a:buClr>
              <a:buSzPts val="1800"/>
              <a:buChar char="​"/>
              <a:defRPr sz="1800"/>
            </a:lvl5pPr>
            <a:lvl6pPr marL="2743200" lvl="5" indent="-342900" algn="l">
              <a:lnSpc>
                <a:spcPct val="95000"/>
              </a:lnSpc>
              <a:spcBef>
                <a:spcPts val="600"/>
              </a:spcBef>
              <a:spcAft>
                <a:spcPts val="0"/>
              </a:spcAft>
              <a:buClr>
                <a:schemeClr val="accent2"/>
              </a:buClr>
              <a:buSzPts val="1800"/>
              <a:buChar char="​"/>
              <a:defRPr/>
            </a:lvl6pPr>
            <a:lvl7pPr marL="3200400" lvl="6" indent="-342900" algn="l">
              <a:lnSpc>
                <a:spcPct val="95000"/>
              </a:lnSpc>
              <a:spcBef>
                <a:spcPts val="1000"/>
              </a:spcBef>
              <a:spcAft>
                <a:spcPts val="0"/>
              </a:spcAft>
              <a:buClr>
                <a:schemeClr val="dk1"/>
              </a:buClr>
              <a:buSzPts val="1800"/>
              <a:buChar char="​"/>
              <a:defRPr/>
            </a:lvl7pPr>
            <a:lvl8pPr marL="3657600" lvl="7" indent="-342900" algn="l">
              <a:lnSpc>
                <a:spcPct val="95000"/>
              </a:lnSpc>
              <a:spcBef>
                <a:spcPts val="200"/>
              </a:spcBef>
              <a:spcAft>
                <a:spcPts val="0"/>
              </a:spcAft>
              <a:buClr>
                <a:schemeClr val="dk1"/>
              </a:buClr>
              <a:buSzPts val="1800"/>
              <a:buAutoNum type="arabicPeriod"/>
              <a:defRPr/>
            </a:lvl8pPr>
            <a:lvl9pPr marL="4114800" lvl="8" indent="-342900" algn="l">
              <a:lnSpc>
                <a:spcPct val="95000"/>
              </a:lnSpc>
              <a:spcBef>
                <a:spcPts val="400"/>
              </a:spcBef>
              <a:spcAft>
                <a:spcPts val="400"/>
              </a:spcAft>
              <a:buClr>
                <a:schemeClr val="accent6"/>
              </a:buClr>
              <a:buSzPts val="1800"/>
              <a:buChar char="​"/>
              <a:defRPr/>
            </a:lvl9pPr>
          </a:lstStyle>
          <a:p>
            <a:endParaRPr/>
          </a:p>
        </p:txBody>
      </p:sp>
      <p:sp>
        <p:nvSpPr>
          <p:cNvPr id="54" name="Google Shape;54;p9"/>
          <p:cNvSpPr txBox="1">
            <a:spLocks noGrp="1"/>
          </p:cNvSpPr>
          <p:nvPr>
            <p:ph type="body" idx="2"/>
          </p:nvPr>
        </p:nvSpPr>
        <p:spPr>
          <a:xfrm>
            <a:off x="3297994" y="4855464"/>
            <a:ext cx="2548012" cy="106186"/>
          </a:xfrm>
          <a:prstGeom prst="rect">
            <a:avLst/>
          </a:prstGeom>
          <a:noFill/>
          <a:ln>
            <a:noFill/>
          </a:ln>
        </p:spPr>
        <p:txBody>
          <a:bodyPr spcFirstLastPara="1" wrap="square" lIns="0" tIns="0" rIns="0" bIns="0" anchor="t" anchorCtr="0">
            <a:noAutofit/>
          </a:bodyPr>
          <a:lstStyle>
            <a:lvl1pPr marL="457200" lvl="0" indent="-228600" algn="ctr">
              <a:lnSpc>
                <a:spcPct val="85000"/>
              </a:lnSpc>
              <a:spcBef>
                <a:spcPts val="0"/>
              </a:spcBef>
              <a:spcAft>
                <a:spcPts val="0"/>
              </a:spcAft>
              <a:buClr>
                <a:srgbClr val="4FB0FF"/>
              </a:buClr>
              <a:buSzPts val="700"/>
              <a:buFont typeface="Century Gothic"/>
              <a:buNone/>
              <a:defRPr sz="700" b="1">
                <a:solidFill>
                  <a:srgbClr val="4FB0FF"/>
                </a:solidFill>
                <a:latin typeface="Century Gothic"/>
                <a:ea typeface="Century Gothic"/>
                <a:cs typeface="Century Gothic"/>
                <a:sym typeface="Century Gothic"/>
              </a:defRPr>
            </a:lvl1pPr>
            <a:lvl2pPr marL="914400" lvl="1" indent="-228600" algn="l">
              <a:lnSpc>
                <a:spcPct val="85000"/>
              </a:lnSpc>
              <a:spcBef>
                <a:spcPts val="200"/>
              </a:spcBef>
              <a:spcAft>
                <a:spcPts val="0"/>
              </a:spcAft>
              <a:buClr>
                <a:schemeClr val="accent2"/>
              </a:buClr>
              <a:buSzPts val="1600"/>
              <a:buFont typeface="Century Gothic"/>
              <a:buNone/>
              <a:defRPr sz="1600">
                <a:solidFill>
                  <a:schemeClr val="accent2"/>
                </a:solidFill>
              </a:defRPr>
            </a:lvl2pPr>
            <a:lvl3pPr marL="1371600" lvl="2" indent="-228600" algn="l">
              <a:lnSpc>
                <a:spcPct val="85000"/>
              </a:lnSpc>
              <a:spcBef>
                <a:spcPts val="200"/>
              </a:spcBef>
              <a:spcAft>
                <a:spcPts val="0"/>
              </a:spcAft>
              <a:buClr>
                <a:schemeClr val="accent2"/>
              </a:buClr>
              <a:buSzPts val="1600"/>
              <a:buFont typeface="Century Gothic"/>
              <a:buNone/>
              <a:defRPr sz="1600">
                <a:solidFill>
                  <a:schemeClr val="accent2"/>
                </a:solidFill>
              </a:defRPr>
            </a:lvl3pPr>
            <a:lvl4pPr marL="1828800" lvl="3" indent="-228600" algn="l">
              <a:lnSpc>
                <a:spcPct val="95000"/>
              </a:lnSpc>
              <a:spcBef>
                <a:spcPts val="600"/>
              </a:spcBef>
              <a:spcAft>
                <a:spcPts val="0"/>
              </a:spcAft>
              <a:buClr>
                <a:schemeClr val="accent2"/>
              </a:buClr>
              <a:buSzPts val="1600"/>
              <a:buFont typeface="Century Gothic"/>
              <a:buNone/>
              <a:defRPr sz="1600">
                <a:solidFill>
                  <a:schemeClr val="accent2"/>
                </a:solidFill>
              </a:defRPr>
            </a:lvl4pPr>
            <a:lvl5pPr marL="2286000" lvl="4" indent="-228600" algn="l">
              <a:lnSpc>
                <a:spcPct val="95000"/>
              </a:lnSpc>
              <a:spcBef>
                <a:spcPts val="600"/>
              </a:spcBef>
              <a:spcAft>
                <a:spcPts val="0"/>
              </a:spcAft>
              <a:buClr>
                <a:schemeClr val="accent2"/>
              </a:buClr>
              <a:buSzPts val="1600"/>
              <a:buFont typeface="Century Gothic"/>
              <a:buNone/>
              <a:defRPr sz="1600">
                <a:solidFill>
                  <a:schemeClr val="accent2"/>
                </a:solidFill>
              </a:defRPr>
            </a:lvl5pPr>
            <a:lvl6pPr marL="2743200" lvl="5" indent="-342900" algn="l">
              <a:lnSpc>
                <a:spcPct val="95000"/>
              </a:lnSpc>
              <a:spcBef>
                <a:spcPts val="600"/>
              </a:spcBef>
              <a:spcAft>
                <a:spcPts val="0"/>
              </a:spcAft>
              <a:buClr>
                <a:schemeClr val="accent2"/>
              </a:buClr>
              <a:buSzPts val="1800"/>
              <a:buChar char="​"/>
              <a:defRPr/>
            </a:lvl6pPr>
            <a:lvl7pPr marL="3200400" lvl="6" indent="-342900" algn="l">
              <a:lnSpc>
                <a:spcPct val="95000"/>
              </a:lnSpc>
              <a:spcBef>
                <a:spcPts val="1000"/>
              </a:spcBef>
              <a:spcAft>
                <a:spcPts val="0"/>
              </a:spcAft>
              <a:buClr>
                <a:schemeClr val="dk1"/>
              </a:buClr>
              <a:buSzPts val="1800"/>
              <a:buChar char="​"/>
              <a:defRPr/>
            </a:lvl7pPr>
            <a:lvl8pPr marL="3657600" lvl="7" indent="-342900" algn="l">
              <a:lnSpc>
                <a:spcPct val="95000"/>
              </a:lnSpc>
              <a:spcBef>
                <a:spcPts val="200"/>
              </a:spcBef>
              <a:spcAft>
                <a:spcPts val="0"/>
              </a:spcAft>
              <a:buClr>
                <a:schemeClr val="dk1"/>
              </a:buClr>
              <a:buSzPts val="1800"/>
              <a:buAutoNum type="arabicPeriod"/>
              <a:defRPr/>
            </a:lvl8pPr>
            <a:lvl9pPr marL="4114800" lvl="8" indent="-342900" algn="l">
              <a:lnSpc>
                <a:spcPct val="95000"/>
              </a:lnSpc>
              <a:spcBef>
                <a:spcPts val="400"/>
              </a:spcBef>
              <a:spcAft>
                <a:spcPts val="400"/>
              </a:spcAft>
              <a:buClr>
                <a:schemeClr val="accent6"/>
              </a:buClr>
              <a:buSzPts val="1800"/>
              <a:buChar char="​"/>
              <a:defRPr/>
            </a:lvl9pPr>
          </a:lstStyle>
          <a:p>
            <a:endParaRPr/>
          </a:p>
        </p:txBody>
      </p:sp>
    </p:spTree>
  </p:cSld>
  <p:clrMapOvr>
    <a:masterClrMapping/>
  </p:clrMapOvr>
  <p:transition spd="med">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matchingName="Segue">
  <p:cSld name="Segue">
    <p:bg>
      <p:bgPr>
        <a:solidFill>
          <a:schemeClr val="accent1"/>
        </a:solidFill>
        <a:effectLst/>
      </p:bgPr>
    </p:bg>
    <p:spTree>
      <p:nvGrpSpPr>
        <p:cNvPr id="1" name="Shape 55"/>
        <p:cNvGrpSpPr/>
        <p:nvPr/>
      </p:nvGrpSpPr>
      <p:grpSpPr>
        <a:xfrm>
          <a:off x="0" y="0"/>
          <a:ext cx="0" cy="0"/>
          <a:chOff x="0" y="0"/>
          <a:chExt cx="0" cy="0"/>
        </a:xfrm>
      </p:grpSpPr>
      <p:sp>
        <p:nvSpPr>
          <p:cNvPr id="56" name="Google Shape;56;p10"/>
          <p:cNvSpPr txBox="1">
            <a:spLocks noGrp="1"/>
          </p:cNvSpPr>
          <p:nvPr>
            <p:ph type="body" idx="1"/>
          </p:nvPr>
        </p:nvSpPr>
        <p:spPr>
          <a:xfrm>
            <a:off x="0" y="2342217"/>
            <a:ext cx="9144000" cy="459100"/>
          </a:xfrm>
          <a:prstGeom prst="rect">
            <a:avLst/>
          </a:prstGeom>
          <a:solidFill>
            <a:schemeClr val="lt1"/>
          </a:solidFill>
          <a:ln>
            <a:noFill/>
          </a:ln>
        </p:spPr>
        <p:txBody>
          <a:bodyPr spcFirstLastPara="1" wrap="square" lIns="457200" tIns="45700" rIns="457200" bIns="45700" anchor="ctr" anchorCtr="1">
            <a:noAutofit/>
          </a:bodyPr>
          <a:lstStyle>
            <a:lvl1pPr marL="457200" lvl="0" indent="-228600" algn="ctr">
              <a:lnSpc>
                <a:spcPct val="110000"/>
              </a:lnSpc>
              <a:spcBef>
                <a:spcPts val="200"/>
              </a:spcBef>
              <a:spcAft>
                <a:spcPts val="0"/>
              </a:spcAft>
              <a:buClr>
                <a:schemeClr val="accent1"/>
              </a:buClr>
              <a:buSzPts val="2200"/>
              <a:buFont typeface="Century Gothic"/>
              <a:buNone/>
              <a:defRPr sz="2200">
                <a:solidFill>
                  <a:schemeClr val="accent1"/>
                </a:solidFill>
              </a:defRPr>
            </a:lvl1pPr>
            <a:lvl2pPr marL="914400" lvl="1" indent="-342900" algn="ctr">
              <a:lnSpc>
                <a:spcPct val="100000"/>
              </a:lnSpc>
              <a:spcBef>
                <a:spcPts val="200"/>
              </a:spcBef>
              <a:spcAft>
                <a:spcPts val="0"/>
              </a:spcAft>
              <a:buClr>
                <a:schemeClr val="accent1"/>
              </a:buClr>
              <a:buSzPts val="1800"/>
              <a:buFont typeface="Arial"/>
              <a:buChar char="​"/>
              <a:defRPr sz="1800">
                <a:solidFill>
                  <a:schemeClr val="accent1"/>
                </a:solidFill>
              </a:defRPr>
            </a:lvl2pPr>
            <a:lvl3pPr marL="1371600" lvl="2" indent="-317500" algn="ctr">
              <a:lnSpc>
                <a:spcPct val="85000"/>
              </a:lnSpc>
              <a:spcBef>
                <a:spcPts val="600"/>
              </a:spcBef>
              <a:spcAft>
                <a:spcPts val="0"/>
              </a:spcAft>
              <a:buClr>
                <a:schemeClr val="accent1"/>
              </a:buClr>
              <a:buSzPts val="1400"/>
              <a:buFont typeface="Arial"/>
              <a:buChar char="​"/>
              <a:defRPr sz="1400" b="1">
                <a:solidFill>
                  <a:schemeClr val="accent1"/>
                </a:solidFill>
              </a:defRPr>
            </a:lvl3pPr>
            <a:lvl4pPr marL="1828800" lvl="3" indent="-317500" algn="ctr">
              <a:lnSpc>
                <a:spcPct val="85000"/>
              </a:lnSpc>
              <a:spcBef>
                <a:spcPts val="200"/>
              </a:spcBef>
              <a:spcAft>
                <a:spcPts val="0"/>
              </a:spcAft>
              <a:buClr>
                <a:schemeClr val="accent1"/>
              </a:buClr>
              <a:buSzPts val="1400"/>
              <a:buFont typeface="Arial"/>
              <a:buChar char="​"/>
              <a:defRPr sz="1400" b="0">
                <a:solidFill>
                  <a:schemeClr val="accent1"/>
                </a:solidFill>
              </a:defRPr>
            </a:lvl4pPr>
            <a:lvl5pPr marL="2286000" lvl="4" indent="-317500" algn="ctr">
              <a:lnSpc>
                <a:spcPct val="85000"/>
              </a:lnSpc>
              <a:spcBef>
                <a:spcPts val="200"/>
              </a:spcBef>
              <a:spcAft>
                <a:spcPts val="0"/>
              </a:spcAft>
              <a:buClr>
                <a:schemeClr val="accent1"/>
              </a:buClr>
              <a:buSzPts val="1400"/>
              <a:buFont typeface="Arial"/>
              <a:buChar char="​"/>
              <a:defRPr sz="1400" b="0">
                <a:solidFill>
                  <a:schemeClr val="accent1"/>
                </a:solidFill>
              </a:defRPr>
            </a:lvl5pPr>
            <a:lvl6pPr marL="2743200" lvl="5" indent="-342900" algn="l">
              <a:lnSpc>
                <a:spcPct val="95000"/>
              </a:lnSpc>
              <a:spcBef>
                <a:spcPts val="600"/>
              </a:spcBef>
              <a:spcAft>
                <a:spcPts val="0"/>
              </a:spcAft>
              <a:buClr>
                <a:schemeClr val="accent2"/>
              </a:buClr>
              <a:buSzPts val="1800"/>
              <a:buChar char="​"/>
              <a:defRPr/>
            </a:lvl6pPr>
            <a:lvl7pPr marL="3200400" lvl="6" indent="-342900" algn="l">
              <a:lnSpc>
                <a:spcPct val="95000"/>
              </a:lnSpc>
              <a:spcBef>
                <a:spcPts val="1000"/>
              </a:spcBef>
              <a:spcAft>
                <a:spcPts val="0"/>
              </a:spcAft>
              <a:buClr>
                <a:schemeClr val="dk1"/>
              </a:buClr>
              <a:buSzPts val="1800"/>
              <a:buChar char="​"/>
              <a:defRPr/>
            </a:lvl7pPr>
            <a:lvl8pPr marL="3657600" lvl="7" indent="-342900" algn="l">
              <a:lnSpc>
                <a:spcPct val="95000"/>
              </a:lnSpc>
              <a:spcBef>
                <a:spcPts val="200"/>
              </a:spcBef>
              <a:spcAft>
                <a:spcPts val="0"/>
              </a:spcAft>
              <a:buClr>
                <a:schemeClr val="dk1"/>
              </a:buClr>
              <a:buSzPts val="1800"/>
              <a:buAutoNum type="arabicPeriod"/>
              <a:defRPr/>
            </a:lvl8pPr>
            <a:lvl9pPr marL="4114800" lvl="8" indent="-342900" algn="l">
              <a:lnSpc>
                <a:spcPct val="95000"/>
              </a:lnSpc>
              <a:spcBef>
                <a:spcPts val="400"/>
              </a:spcBef>
              <a:spcAft>
                <a:spcPts val="400"/>
              </a:spcAft>
              <a:buClr>
                <a:schemeClr val="accent6"/>
              </a:buClr>
              <a:buSzPts val="1800"/>
              <a:buChar char="​"/>
              <a:defRPr/>
            </a:lvl9pPr>
          </a:lstStyle>
          <a:p>
            <a:endParaRPr/>
          </a:p>
        </p:txBody>
      </p:sp>
      <p:sp>
        <p:nvSpPr>
          <p:cNvPr id="57" name="Google Shape;57;p10"/>
          <p:cNvSpPr txBox="1"/>
          <p:nvPr/>
        </p:nvSpPr>
        <p:spPr>
          <a:xfrm>
            <a:off x="153254" y="4837176"/>
            <a:ext cx="133221" cy="130805"/>
          </a:xfrm>
          <a:prstGeom prst="rect">
            <a:avLst/>
          </a:prstGeom>
          <a:noFill/>
          <a:ln>
            <a:noFill/>
          </a:ln>
        </p:spPr>
        <p:txBody>
          <a:bodyPr spcFirstLastPara="1" wrap="square" lIns="0" tIns="0" rIns="0" bIns="0" anchor="t" anchorCtr="0">
            <a:noAutofit/>
          </a:bodyPr>
          <a:lstStyle/>
          <a:p>
            <a:pPr marL="0" marR="0" lvl="0" indent="0" algn="r" rtl="0">
              <a:spcBef>
                <a:spcPts val="0"/>
              </a:spcBef>
              <a:spcAft>
                <a:spcPts val="0"/>
              </a:spcAft>
              <a:buNone/>
            </a:pPr>
            <a:fld id="{00000000-1234-1234-1234-123412341234}" type="slidenum">
              <a:rPr lang="en-GB" sz="850">
                <a:solidFill>
                  <a:srgbClr val="D8D8D8"/>
                </a:solidFill>
                <a:latin typeface="Century Gothic"/>
                <a:ea typeface="Century Gothic"/>
                <a:cs typeface="Century Gothic"/>
                <a:sym typeface="Century Gothic"/>
              </a:rPr>
              <a:t>‹#›</a:t>
            </a:fld>
            <a:endParaRPr sz="850">
              <a:solidFill>
                <a:srgbClr val="D8D8D8"/>
              </a:solidFill>
              <a:latin typeface="Century Gothic"/>
              <a:ea typeface="Century Gothic"/>
              <a:cs typeface="Century Gothic"/>
              <a:sym typeface="Century Gothic"/>
            </a:endParaRPr>
          </a:p>
        </p:txBody>
      </p:sp>
      <p:sp>
        <p:nvSpPr>
          <p:cNvPr id="58" name="Google Shape;58;p10"/>
          <p:cNvSpPr txBox="1">
            <a:spLocks noGrp="1"/>
          </p:cNvSpPr>
          <p:nvPr>
            <p:ph type="body" idx="2"/>
          </p:nvPr>
        </p:nvSpPr>
        <p:spPr>
          <a:xfrm>
            <a:off x="3242535" y="4855464"/>
            <a:ext cx="2658930" cy="106186"/>
          </a:xfrm>
          <a:prstGeom prst="rect">
            <a:avLst/>
          </a:prstGeom>
          <a:noFill/>
          <a:ln>
            <a:noFill/>
          </a:ln>
        </p:spPr>
        <p:txBody>
          <a:bodyPr spcFirstLastPara="1" wrap="square" lIns="0" tIns="0" rIns="0" bIns="0" anchor="t" anchorCtr="0">
            <a:noAutofit/>
          </a:bodyPr>
          <a:lstStyle>
            <a:lvl1pPr marL="457200" lvl="0" indent="-228600" algn="ctr">
              <a:lnSpc>
                <a:spcPct val="85000"/>
              </a:lnSpc>
              <a:spcBef>
                <a:spcPts val="0"/>
              </a:spcBef>
              <a:spcAft>
                <a:spcPts val="0"/>
              </a:spcAft>
              <a:buClr>
                <a:schemeClr val="lt1"/>
              </a:buClr>
              <a:buSzPts val="700"/>
              <a:buFont typeface="Century Gothic"/>
              <a:buNone/>
              <a:defRPr sz="700" b="1">
                <a:solidFill>
                  <a:schemeClr val="lt1"/>
                </a:solidFill>
                <a:latin typeface="Century Gothic"/>
                <a:ea typeface="Century Gothic"/>
                <a:cs typeface="Century Gothic"/>
                <a:sym typeface="Century Gothic"/>
              </a:defRPr>
            </a:lvl1pPr>
            <a:lvl2pPr marL="914400" lvl="1" indent="-228600" algn="l">
              <a:lnSpc>
                <a:spcPct val="85000"/>
              </a:lnSpc>
              <a:spcBef>
                <a:spcPts val="200"/>
              </a:spcBef>
              <a:spcAft>
                <a:spcPts val="0"/>
              </a:spcAft>
              <a:buClr>
                <a:schemeClr val="accent2"/>
              </a:buClr>
              <a:buSzPts val="1600"/>
              <a:buFont typeface="Century Gothic"/>
              <a:buNone/>
              <a:defRPr sz="1600">
                <a:solidFill>
                  <a:schemeClr val="accent2"/>
                </a:solidFill>
              </a:defRPr>
            </a:lvl2pPr>
            <a:lvl3pPr marL="1371600" lvl="2" indent="-228600" algn="l">
              <a:lnSpc>
                <a:spcPct val="85000"/>
              </a:lnSpc>
              <a:spcBef>
                <a:spcPts val="200"/>
              </a:spcBef>
              <a:spcAft>
                <a:spcPts val="0"/>
              </a:spcAft>
              <a:buClr>
                <a:schemeClr val="accent2"/>
              </a:buClr>
              <a:buSzPts val="1600"/>
              <a:buFont typeface="Century Gothic"/>
              <a:buNone/>
              <a:defRPr sz="1600">
                <a:solidFill>
                  <a:schemeClr val="accent2"/>
                </a:solidFill>
              </a:defRPr>
            </a:lvl3pPr>
            <a:lvl4pPr marL="1828800" lvl="3" indent="-228600" algn="l">
              <a:lnSpc>
                <a:spcPct val="95000"/>
              </a:lnSpc>
              <a:spcBef>
                <a:spcPts val="600"/>
              </a:spcBef>
              <a:spcAft>
                <a:spcPts val="0"/>
              </a:spcAft>
              <a:buClr>
                <a:schemeClr val="accent2"/>
              </a:buClr>
              <a:buSzPts val="1600"/>
              <a:buFont typeface="Century Gothic"/>
              <a:buNone/>
              <a:defRPr sz="1600">
                <a:solidFill>
                  <a:schemeClr val="accent2"/>
                </a:solidFill>
              </a:defRPr>
            </a:lvl4pPr>
            <a:lvl5pPr marL="2286000" lvl="4" indent="-228600" algn="l">
              <a:lnSpc>
                <a:spcPct val="95000"/>
              </a:lnSpc>
              <a:spcBef>
                <a:spcPts val="600"/>
              </a:spcBef>
              <a:spcAft>
                <a:spcPts val="0"/>
              </a:spcAft>
              <a:buClr>
                <a:schemeClr val="accent2"/>
              </a:buClr>
              <a:buSzPts val="1600"/>
              <a:buFont typeface="Century Gothic"/>
              <a:buNone/>
              <a:defRPr sz="1600">
                <a:solidFill>
                  <a:schemeClr val="accent2"/>
                </a:solidFill>
              </a:defRPr>
            </a:lvl5pPr>
            <a:lvl6pPr marL="2743200" lvl="5" indent="-342900" algn="l">
              <a:lnSpc>
                <a:spcPct val="95000"/>
              </a:lnSpc>
              <a:spcBef>
                <a:spcPts val="600"/>
              </a:spcBef>
              <a:spcAft>
                <a:spcPts val="0"/>
              </a:spcAft>
              <a:buClr>
                <a:schemeClr val="accent2"/>
              </a:buClr>
              <a:buSzPts val="1800"/>
              <a:buChar char="​"/>
              <a:defRPr/>
            </a:lvl6pPr>
            <a:lvl7pPr marL="3200400" lvl="6" indent="-342900" algn="l">
              <a:lnSpc>
                <a:spcPct val="95000"/>
              </a:lnSpc>
              <a:spcBef>
                <a:spcPts val="1000"/>
              </a:spcBef>
              <a:spcAft>
                <a:spcPts val="0"/>
              </a:spcAft>
              <a:buClr>
                <a:schemeClr val="dk1"/>
              </a:buClr>
              <a:buSzPts val="1800"/>
              <a:buChar char="​"/>
              <a:defRPr/>
            </a:lvl7pPr>
            <a:lvl8pPr marL="3657600" lvl="7" indent="-342900" algn="l">
              <a:lnSpc>
                <a:spcPct val="95000"/>
              </a:lnSpc>
              <a:spcBef>
                <a:spcPts val="200"/>
              </a:spcBef>
              <a:spcAft>
                <a:spcPts val="0"/>
              </a:spcAft>
              <a:buClr>
                <a:schemeClr val="dk1"/>
              </a:buClr>
              <a:buSzPts val="1800"/>
              <a:buAutoNum type="arabicPeriod"/>
              <a:defRPr/>
            </a:lvl8pPr>
            <a:lvl9pPr marL="4114800" lvl="8" indent="-342900" algn="l">
              <a:lnSpc>
                <a:spcPct val="95000"/>
              </a:lnSpc>
              <a:spcBef>
                <a:spcPts val="400"/>
              </a:spcBef>
              <a:spcAft>
                <a:spcPts val="400"/>
              </a:spcAft>
              <a:buClr>
                <a:schemeClr val="accent6"/>
              </a:buClr>
              <a:buSzPts val="1800"/>
              <a:buChar char="​"/>
              <a:defRPr/>
            </a:lvl9pPr>
          </a:lstStyle>
          <a:p>
            <a:endParaRPr/>
          </a:p>
        </p:txBody>
      </p:sp>
    </p:spTree>
  </p:cSld>
  <p:clrMapOvr>
    <a:masterClrMapping/>
  </p:clrMapOvr>
  <p:transition spd="med">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2_Title and Subtitle Only">
  <p:cSld name="2_Title and Subtitle Only">
    <p:spTree>
      <p:nvGrpSpPr>
        <p:cNvPr id="1" name="Shape 59"/>
        <p:cNvGrpSpPr/>
        <p:nvPr/>
      </p:nvGrpSpPr>
      <p:grpSpPr>
        <a:xfrm>
          <a:off x="0" y="0"/>
          <a:ext cx="0" cy="0"/>
          <a:chOff x="0" y="0"/>
          <a:chExt cx="0" cy="0"/>
        </a:xfrm>
      </p:grpSpPr>
      <p:sp>
        <p:nvSpPr>
          <p:cNvPr id="60" name="Google Shape;60;p11"/>
          <p:cNvSpPr txBox="1">
            <a:spLocks noGrp="1"/>
          </p:cNvSpPr>
          <p:nvPr>
            <p:ph type="title"/>
          </p:nvPr>
        </p:nvSpPr>
        <p:spPr>
          <a:xfrm>
            <a:off x="457200" y="173736"/>
            <a:ext cx="8229600" cy="704088"/>
          </a:xfrm>
          <a:prstGeom prst="rect">
            <a:avLst/>
          </a:prstGeom>
          <a:noFill/>
          <a:ln>
            <a:noFill/>
          </a:ln>
        </p:spPr>
        <p:txBody>
          <a:bodyPr spcFirstLastPara="1" wrap="square" lIns="0" tIns="0" rIns="0" bIns="0" anchor="t" anchorCtr="0">
            <a:noAutofit/>
          </a:bodyPr>
          <a:lstStyle>
            <a:lvl1pPr lvl="0" algn="l">
              <a:lnSpc>
                <a:spcPct val="95000"/>
              </a:lnSpc>
              <a:spcBef>
                <a:spcPts val="0"/>
              </a:spcBef>
              <a:spcAft>
                <a:spcPts val="0"/>
              </a:spcAft>
              <a:buClr>
                <a:schemeClr val="accent1"/>
              </a:buClr>
              <a:buSzPts val="2200"/>
              <a:buFont typeface="Century Gothic"/>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transition spd="med">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4_Title and Subtitle Only">
  <p:cSld name="4_Title and Subtitle Only">
    <p:spTree>
      <p:nvGrpSpPr>
        <p:cNvPr id="1" name="Shape 61"/>
        <p:cNvGrpSpPr/>
        <p:nvPr/>
      </p:nvGrpSpPr>
      <p:grpSpPr>
        <a:xfrm>
          <a:off x="0" y="0"/>
          <a:ext cx="0" cy="0"/>
          <a:chOff x="0" y="0"/>
          <a:chExt cx="0" cy="0"/>
        </a:xfrm>
      </p:grpSpPr>
      <p:sp>
        <p:nvSpPr>
          <p:cNvPr id="62" name="Google Shape;62;p12"/>
          <p:cNvSpPr txBox="1">
            <a:spLocks noGrp="1"/>
          </p:cNvSpPr>
          <p:nvPr>
            <p:ph type="title"/>
          </p:nvPr>
        </p:nvSpPr>
        <p:spPr>
          <a:xfrm>
            <a:off x="457200" y="173736"/>
            <a:ext cx="8229600" cy="704088"/>
          </a:xfrm>
          <a:prstGeom prst="rect">
            <a:avLst/>
          </a:prstGeom>
          <a:noFill/>
          <a:ln>
            <a:noFill/>
          </a:ln>
        </p:spPr>
        <p:txBody>
          <a:bodyPr spcFirstLastPara="1" wrap="square" lIns="0" tIns="0" rIns="0" bIns="0" anchor="t" anchorCtr="0">
            <a:noAutofit/>
          </a:bodyPr>
          <a:lstStyle>
            <a:lvl1pPr lvl="0" algn="l">
              <a:lnSpc>
                <a:spcPct val="95000"/>
              </a:lnSpc>
              <a:spcBef>
                <a:spcPts val="0"/>
              </a:spcBef>
              <a:spcAft>
                <a:spcPts val="0"/>
              </a:spcAft>
              <a:buClr>
                <a:schemeClr val="accent1"/>
              </a:buClr>
              <a:buSzPts val="2200"/>
              <a:buFont typeface="Century Gothic"/>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transition spd="med">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Content Image">
  <p:cSld name="Content Image">
    <p:spTree>
      <p:nvGrpSpPr>
        <p:cNvPr id="1" name="Shape 63"/>
        <p:cNvGrpSpPr/>
        <p:nvPr/>
      </p:nvGrpSpPr>
      <p:grpSpPr>
        <a:xfrm>
          <a:off x="0" y="0"/>
          <a:ext cx="0" cy="0"/>
          <a:chOff x="0" y="0"/>
          <a:chExt cx="0" cy="0"/>
        </a:xfrm>
      </p:grpSpPr>
      <p:sp>
        <p:nvSpPr>
          <p:cNvPr id="64" name="Google Shape;64;p13"/>
          <p:cNvSpPr>
            <a:spLocks noGrp="1"/>
          </p:cNvSpPr>
          <p:nvPr>
            <p:ph type="pic" idx="2"/>
          </p:nvPr>
        </p:nvSpPr>
        <p:spPr>
          <a:xfrm>
            <a:off x="4800600" y="1216152"/>
            <a:ext cx="3886200" cy="3069714"/>
          </a:xfrm>
          <a:prstGeom prst="rect">
            <a:avLst/>
          </a:prstGeom>
          <a:noFill/>
          <a:ln>
            <a:noFill/>
          </a:ln>
        </p:spPr>
        <p:txBody>
          <a:bodyPr spcFirstLastPara="1" wrap="square" lIns="0" tIns="0" rIns="0" bIns="0" anchor="t" anchorCtr="0">
            <a:noAutofit/>
          </a:bodyPr>
          <a:lstStyle>
            <a:lvl1pPr marR="0" lvl="0" algn="l" rtl="0">
              <a:lnSpc>
                <a:spcPct val="95000"/>
              </a:lnSpc>
              <a:spcBef>
                <a:spcPts val="600"/>
              </a:spcBef>
              <a:spcAft>
                <a:spcPts val="0"/>
              </a:spcAft>
              <a:buClr>
                <a:schemeClr val="dk1"/>
              </a:buClr>
              <a:buSzPts val="1800"/>
              <a:buFont typeface="Arial"/>
              <a:buChar char="•"/>
              <a:defRPr sz="1800" b="0" i="0" u="none" strike="noStrike" cap="none">
                <a:solidFill>
                  <a:schemeClr val="dk1"/>
                </a:solidFill>
                <a:latin typeface="Century Gothic"/>
                <a:ea typeface="Century Gothic"/>
                <a:cs typeface="Century Gothic"/>
                <a:sym typeface="Century Gothic"/>
              </a:defRPr>
            </a:lvl1pPr>
            <a:lvl2pPr marR="0" lvl="1" algn="l" rtl="0">
              <a:lnSpc>
                <a:spcPct val="85000"/>
              </a:lnSpc>
              <a:spcBef>
                <a:spcPts val="200"/>
              </a:spcBef>
              <a:spcAft>
                <a:spcPts val="0"/>
              </a:spcAft>
              <a:buClr>
                <a:schemeClr val="dk1"/>
              </a:buClr>
              <a:buSzPts val="1600"/>
              <a:buFont typeface="Arial"/>
              <a:buChar char="–"/>
              <a:defRPr sz="1600" b="0" i="0" u="none" strike="noStrike" cap="none">
                <a:solidFill>
                  <a:schemeClr val="dk1"/>
                </a:solidFill>
                <a:latin typeface="Century Gothic"/>
                <a:ea typeface="Century Gothic"/>
                <a:cs typeface="Century Gothic"/>
                <a:sym typeface="Century Gothic"/>
              </a:defRPr>
            </a:lvl2pPr>
            <a:lvl3pPr marR="0" lvl="2" algn="l" rtl="0">
              <a:lnSpc>
                <a:spcPct val="85000"/>
              </a:lnSpc>
              <a:spcBef>
                <a:spcPts val="200"/>
              </a:spcBef>
              <a:spcAft>
                <a:spcPts val="0"/>
              </a:spcAft>
              <a:buClr>
                <a:schemeClr val="dk1"/>
              </a:buClr>
              <a:buSzPts val="1400"/>
              <a:buFont typeface="Arial"/>
              <a:buChar char="-"/>
              <a:defRPr sz="1400" b="0" i="0" u="none" strike="noStrike" cap="none">
                <a:solidFill>
                  <a:schemeClr val="dk1"/>
                </a:solidFill>
                <a:latin typeface="Century Gothic"/>
                <a:ea typeface="Century Gothic"/>
                <a:cs typeface="Century Gothic"/>
                <a:sym typeface="Century Gothic"/>
              </a:defRPr>
            </a:lvl3pPr>
            <a:lvl4pPr marR="0" lvl="3" algn="l" rtl="0">
              <a:lnSpc>
                <a:spcPct val="95000"/>
              </a:lnSpc>
              <a:spcBef>
                <a:spcPts val="600"/>
              </a:spcBef>
              <a:spcAft>
                <a:spcPts val="0"/>
              </a:spcAft>
              <a:buClr>
                <a:schemeClr val="dk1"/>
              </a:buClr>
              <a:buSzPts val="1800"/>
              <a:buFont typeface="Arial"/>
              <a:buChar char="​"/>
              <a:defRPr sz="1800" b="0" i="0" u="none" strike="noStrike" cap="none">
                <a:solidFill>
                  <a:schemeClr val="dk1"/>
                </a:solidFill>
                <a:latin typeface="Century Gothic"/>
                <a:ea typeface="Century Gothic"/>
                <a:cs typeface="Century Gothic"/>
                <a:sym typeface="Century Gothic"/>
              </a:defRPr>
            </a:lvl4pPr>
            <a:lvl5pPr marR="0" lvl="4" algn="l" rtl="0">
              <a:lnSpc>
                <a:spcPct val="95000"/>
              </a:lnSpc>
              <a:spcBef>
                <a:spcPts val="600"/>
              </a:spcBef>
              <a:spcAft>
                <a:spcPts val="0"/>
              </a:spcAft>
              <a:buClr>
                <a:schemeClr val="accent1"/>
              </a:buClr>
              <a:buSzPts val="1800"/>
              <a:buFont typeface="Arial"/>
              <a:buChar char="​"/>
              <a:defRPr sz="1800" b="0" i="0" u="none" strike="noStrike" cap="none">
                <a:solidFill>
                  <a:schemeClr val="accent1"/>
                </a:solidFill>
                <a:latin typeface="Century Gothic"/>
                <a:ea typeface="Century Gothic"/>
                <a:cs typeface="Century Gothic"/>
                <a:sym typeface="Century Gothic"/>
              </a:defRPr>
            </a:lvl5pPr>
            <a:lvl6pPr marR="0" lvl="5" algn="l" rtl="0">
              <a:lnSpc>
                <a:spcPct val="95000"/>
              </a:lnSpc>
              <a:spcBef>
                <a:spcPts val="600"/>
              </a:spcBef>
              <a:spcAft>
                <a:spcPts val="0"/>
              </a:spcAft>
              <a:buClr>
                <a:schemeClr val="accent2"/>
              </a:buClr>
              <a:buSzPts val="1800"/>
              <a:buFont typeface="Arial"/>
              <a:buChar char="​"/>
              <a:defRPr sz="1800" b="0" i="0" u="none" strike="noStrike" cap="none">
                <a:solidFill>
                  <a:schemeClr val="accent2"/>
                </a:solidFill>
                <a:latin typeface="Century Gothic"/>
                <a:ea typeface="Century Gothic"/>
                <a:cs typeface="Century Gothic"/>
                <a:sym typeface="Century Gothic"/>
              </a:defRPr>
            </a:lvl6pPr>
            <a:lvl7pPr marR="0" lvl="6" algn="l" rtl="0">
              <a:lnSpc>
                <a:spcPct val="95000"/>
              </a:lnSpc>
              <a:spcBef>
                <a:spcPts val="1000"/>
              </a:spcBef>
              <a:spcAft>
                <a:spcPts val="0"/>
              </a:spcAft>
              <a:buClr>
                <a:schemeClr val="dk1"/>
              </a:buClr>
              <a:buSzPts val="1800"/>
              <a:buFont typeface="Arial"/>
              <a:buChar char="​"/>
              <a:defRPr sz="1800" b="1" i="0" u="none" strike="noStrike" cap="none">
                <a:solidFill>
                  <a:schemeClr val="dk1"/>
                </a:solidFill>
                <a:latin typeface="Century Gothic"/>
                <a:ea typeface="Century Gothic"/>
                <a:cs typeface="Century Gothic"/>
                <a:sym typeface="Century Gothic"/>
              </a:defRPr>
            </a:lvl7pPr>
            <a:lvl8pPr marR="0" lvl="7" algn="l" rtl="0">
              <a:lnSpc>
                <a:spcPct val="95000"/>
              </a:lnSpc>
              <a:spcBef>
                <a:spcPts val="200"/>
              </a:spcBef>
              <a:spcAft>
                <a:spcPts val="0"/>
              </a:spcAft>
              <a:buClr>
                <a:schemeClr val="dk1"/>
              </a:buClr>
              <a:buSzPts val="1800"/>
              <a:buFont typeface="Century Gothic"/>
              <a:buAutoNum type="arabicPeriod"/>
              <a:defRPr sz="1800" b="0" i="0" u="none" strike="noStrike" cap="none">
                <a:solidFill>
                  <a:schemeClr val="dk1"/>
                </a:solidFill>
                <a:latin typeface="Century Gothic"/>
                <a:ea typeface="Century Gothic"/>
                <a:cs typeface="Century Gothic"/>
                <a:sym typeface="Century Gothic"/>
              </a:defRPr>
            </a:lvl8pPr>
            <a:lvl9pPr marR="0" lvl="8" algn="l" rtl="0">
              <a:lnSpc>
                <a:spcPct val="95000"/>
              </a:lnSpc>
              <a:spcBef>
                <a:spcPts val="400"/>
              </a:spcBef>
              <a:spcAft>
                <a:spcPts val="400"/>
              </a:spcAft>
              <a:buClr>
                <a:schemeClr val="accent6"/>
              </a:buClr>
              <a:buSzPts val="900"/>
              <a:buFont typeface="Arial"/>
              <a:buChar char="​"/>
              <a:defRPr sz="900" b="0" i="0" u="none" strike="noStrike" cap="none">
                <a:solidFill>
                  <a:schemeClr val="accent6"/>
                </a:solidFill>
                <a:latin typeface="Century Gothic"/>
                <a:ea typeface="Century Gothic"/>
                <a:cs typeface="Century Gothic"/>
                <a:sym typeface="Century Gothic"/>
              </a:defRPr>
            </a:lvl9pPr>
          </a:lstStyle>
          <a:p>
            <a:endParaRPr/>
          </a:p>
        </p:txBody>
      </p:sp>
      <p:sp>
        <p:nvSpPr>
          <p:cNvPr id="65" name="Google Shape;65;p13"/>
          <p:cNvSpPr txBox="1">
            <a:spLocks noGrp="1"/>
          </p:cNvSpPr>
          <p:nvPr>
            <p:ph type="body" idx="1"/>
          </p:nvPr>
        </p:nvSpPr>
        <p:spPr>
          <a:xfrm>
            <a:off x="457200" y="1216152"/>
            <a:ext cx="3886200" cy="3350596"/>
          </a:xfrm>
          <a:prstGeom prst="rect">
            <a:avLst/>
          </a:prstGeom>
          <a:noFill/>
          <a:ln>
            <a:noFill/>
          </a:ln>
        </p:spPr>
        <p:txBody>
          <a:bodyPr spcFirstLastPara="1" wrap="square" lIns="0" tIns="0" rIns="0" bIns="0" anchor="t" anchorCtr="0">
            <a:noAutofit/>
          </a:bodyPr>
          <a:lstStyle>
            <a:lvl1pPr marL="457200" lvl="0" indent="-342900" algn="l">
              <a:lnSpc>
                <a:spcPct val="95000"/>
              </a:lnSpc>
              <a:spcBef>
                <a:spcPts val="600"/>
              </a:spcBef>
              <a:spcAft>
                <a:spcPts val="0"/>
              </a:spcAft>
              <a:buClr>
                <a:schemeClr val="dk1"/>
              </a:buClr>
              <a:buSzPts val="1800"/>
              <a:buChar char="•"/>
              <a:defRPr sz="1800"/>
            </a:lvl1pPr>
            <a:lvl2pPr marL="914400" lvl="1" indent="-330200" algn="l">
              <a:lnSpc>
                <a:spcPct val="85000"/>
              </a:lnSpc>
              <a:spcBef>
                <a:spcPts val="200"/>
              </a:spcBef>
              <a:spcAft>
                <a:spcPts val="0"/>
              </a:spcAft>
              <a:buClr>
                <a:schemeClr val="dk1"/>
              </a:buClr>
              <a:buSzPts val="1600"/>
              <a:buChar char="–"/>
              <a:defRPr sz="1600"/>
            </a:lvl2pPr>
            <a:lvl3pPr marL="1371600" lvl="2" indent="-317500" algn="l">
              <a:lnSpc>
                <a:spcPct val="85000"/>
              </a:lnSpc>
              <a:spcBef>
                <a:spcPts val="200"/>
              </a:spcBef>
              <a:spcAft>
                <a:spcPts val="0"/>
              </a:spcAft>
              <a:buClr>
                <a:schemeClr val="dk1"/>
              </a:buClr>
              <a:buSzPts val="1400"/>
              <a:buChar char="-"/>
              <a:defRPr sz="1400"/>
            </a:lvl3pPr>
            <a:lvl4pPr marL="1828800" lvl="3" indent="-342900" algn="l">
              <a:lnSpc>
                <a:spcPct val="95000"/>
              </a:lnSpc>
              <a:spcBef>
                <a:spcPts val="600"/>
              </a:spcBef>
              <a:spcAft>
                <a:spcPts val="0"/>
              </a:spcAft>
              <a:buClr>
                <a:schemeClr val="dk1"/>
              </a:buClr>
              <a:buSzPts val="1800"/>
              <a:buChar char="​"/>
              <a:defRPr sz="1800"/>
            </a:lvl4pPr>
            <a:lvl5pPr marL="2286000" lvl="4" indent="-342900" algn="l">
              <a:lnSpc>
                <a:spcPct val="95000"/>
              </a:lnSpc>
              <a:spcBef>
                <a:spcPts val="600"/>
              </a:spcBef>
              <a:spcAft>
                <a:spcPts val="0"/>
              </a:spcAft>
              <a:buClr>
                <a:schemeClr val="accent1"/>
              </a:buClr>
              <a:buSzPts val="1800"/>
              <a:buChar char="​"/>
              <a:defRPr sz="1800"/>
            </a:lvl5pPr>
            <a:lvl6pPr marL="2743200" lvl="5" indent="-342900" algn="l">
              <a:lnSpc>
                <a:spcPct val="95000"/>
              </a:lnSpc>
              <a:spcBef>
                <a:spcPts val="600"/>
              </a:spcBef>
              <a:spcAft>
                <a:spcPts val="0"/>
              </a:spcAft>
              <a:buClr>
                <a:schemeClr val="accent2"/>
              </a:buClr>
              <a:buSzPts val="1800"/>
              <a:buChar char="​"/>
              <a:defRPr/>
            </a:lvl6pPr>
            <a:lvl7pPr marL="3200400" lvl="6" indent="-342900" algn="l">
              <a:lnSpc>
                <a:spcPct val="95000"/>
              </a:lnSpc>
              <a:spcBef>
                <a:spcPts val="1000"/>
              </a:spcBef>
              <a:spcAft>
                <a:spcPts val="0"/>
              </a:spcAft>
              <a:buClr>
                <a:schemeClr val="dk1"/>
              </a:buClr>
              <a:buSzPts val="1800"/>
              <a:buChar char="​"/>
              <a:defRPr/>
            </a:lvl7pPr>
            <a:lvl8pPr marL="3657600" lvl="7" indent="-342900" algn="l">
              <a:lnSpc>
                <a:spcPct val="95000"/>
              </a:lnSpc>
              <a:spcBef>
                <a:spcPts val="200"/>
              </a:spcBef>
              <a:spcAft>
                <a:spcPts val="0"/>
              </a:spcAft>
              <a:buClr>
                <a:schemeClr val="dk1"/>
              </a:buClr>
              <a:buSzPts val="1800"/>
              <a:buAutoNum type="arabicPeriod"/>
              <a:defRPr/>
            </a:lvl8pPr>
            <a:lvl9pPr marL="4114800" lvl="8" indent="-342900" algn="l">
              <a:lnSpc>
                <a:spcPct val="95000"/>
              </a:lnSpc>
              <a:spcBef>
                <a:spcPts val="400"/>
              </a:spcBef>
              <a:spcAft>
                <a:spcPts val="400"/>
              </a:spcAft>
              <a:buClr>
                <a:schemeClr val="accent6"/>
              </a:buClr>
              <a:buSzPts val="1800"/>
              <a:buChar char="​"/>
              <a:defRPr/>
            </a:lvl9pPr>
          </a:lstStyle>
          <a:p>
            <a:endParaRPr/>
          </a:p>
        </p:txBody>
      </p:sp>
      <p:sp>
        <p:nvSpPr>
          <p:cNvPr id="66" name="Google Shape;66;p13"/>
          <p:cNvSpPr txBox="1">
            <a:spLocks noGrp="1"/>
          </p:cNvSpPr>
          <p:nvPr>
            <p:ph type="body" idx="3"/>
          </p:nvPr>
        </p:nvSpPr>
        <p:spPr>
          <a:xfrm>
            <a:off x="3297994" y="4855464"/>
            <a:ext cx="2548012" cy="106186"/>
          </a:xfrm>
          <a:prstGeom prst="rect">
            <a:avLst/>
          </a:prstGeom>
          <a:noFill/>
          <a:ln>
            <a:noFill/>
          </a:ln>
        </p:spPr>
        <p:txBody>
          <a:bodyPr spcFirstLastPara="1" wrap="square" lIns="0" tIns="0" rIns="0" bIns="0" anchor="t" anchorCtr="0">
            <a:noAutofit/>
          </a:bodyPr>
          <a:lstStyle>
            <a:lvl1pPr marL="457200" lvl="0" indent="-228600" algn="ctr">
              <a:lnSpc>
                <a:spcPct val="85000"/>
              </a:lnSpc>
              <a:spcBef>
                <a:spcPts val="0"/>
              </a:spcBef>
              <a:spcAft>
                <a:spcPts val="0"/>
              </a:spcAft>
              <a:buClr>
                <a:srgbClr val="4FB0FF"/>
              </a:buClr>
              <a:buSzPts val="700"/>
              <a:buFont typeface="Century Gothic"/>
              <a:buNone/>
              <a:defRPr sz="700" b="1">
                <a:solidFill>
                  <a:srgbClr val="4FB0FF"/>
                </a:solidFill>
                <a:latin typeface="Century Gothic"/>
                <a:ea typeface="Century Gothic"/>
                <a:cs typeface="Century Gothic"/>
                <a:sym typeface="Century Gothic"/>
              </a:defRPr>
            </a:lvl1pPr>
            <a:lvl2pPr marL="914400" lvl="1" indent="-228600" algn="l">
              <a:lnSpc>
                <a:spcPct val="85000"/>
              </a:lnSpc>
              <a:spcBef>
                <a:spcPts val="200"/>
              </a:spcBef>
              <a:spcAft>
                <a:spcPts val="0"/>
              </a:spcAft>
              <a:buClr>
                <a:schemeClr val="accent2"/>
              </a:buClr>
              <a:buSzPts val="1600"/>
              <a:buFont typeface="Century Gothic"/>
              <a:buNone/>
              <a:defRPr sz="1600">
                <a:solidFill>
                  <a:schemeClr val="accent2"/>
                </a:solidFill>
              </a:defRPr>
            </a:lvl2pPr>
            <a:lvl3pPr marL="1371600" lvl="2" indent="-228600" algn="l">
              <a:lnSpc>
                <a:spcPct val="85000"/>
              </a:lnSpc>
              <a:spcBef>
                <a:spcPts val="200"/>
              </a:spcBef>
              <a:spcAft>
                <a:spcPts val="0"/>
              </a:spcAft>
              <a:buClr>
                <a:schemeClr val="accent2"/>
              </a:buClr>
              <a:buSzPts val="1600"/>
              <a:buFont typeface="Century Gothic"/>
              <a:buNone/>
              <a:defRPr sz="1600">
                <a:solidFill>
                  <a:schemeClr val="accent2"/>
                </a:solidFill>
              </a:defRPr>
            </a:lvl3pPr>
            <a:lvl4pPr marL="1828800" lvl="3" indent="-228600" algn="l">
              <a:lnSpc>
                <a:spcPct val="95000"/>
              </a:lnSpc>
              <a:spcBef>
                <a:spcPts val="600"/>
              </a:spcBef>
              <a:spcAft>
                <a:spcPts val="0"/>
              </a:spcAft>
              <a:buClr>
                <a:schemeClr val="accent2"/>
              </a:buClr>
              <a:buSzPts val="1600"/>
              <a:buFont typeface="Century Gothic"/>
              <a:buNone/>
              <a:defRPr sz="1600">
                <a:solidFill>
                  <a:schemeClr val="accent2"/>
                </a:solidFill>
              </a:defRPr>
            </a:lvl4pPr>
            <a:lvl5pPr marL="2286000" lvl="4" indent="-228600" algn="l">
              <a:lnSpc>
                <a:spcPct val="95000"/>
              </a:lnSpc>
              <a:spcBef>
                <a:spcPts val="600"/>
              </a:spcBef>
              <a:spcAft>
                <a:spcPts val="0"/>
              </a:spcAft>
              <a:buClr>
                <a:schemeClr val="accent2"/>
              </a:buClr>
              <a:buSzPts val="1600"/>
              <a:buFont typeface="Century Gothic"/>
              <a:buNone/>
              <a:defRPr sz="1600">
                <a:solidFill>
                  <a:schemeClr val="accent2"/>
                </a:solidFill>
              </a:defRPr>
            </a:lvl5pPr>
            <a:lvl6pPr marL="2743200" lvl="5" indent="-342900" algn="l">
              <a:lnSpc>
                <a:spcPct val="95000"/>
              </a:lnSpc>
              <a:spcBef>
                <a:spcPts val="600"/>
              </a:spcBef>
              <a:spcAft>
                <a:spcPts val="0"/>
              </a:spcAft>
              <a:buClr>
                <a:schemeClr val="accent2"/>
              </a:buClr>
              <a:buSzPts val="1800"/>
              <a:buChar char="​"/>
              <a:defRPr/>
            </a:lvl6pPr>
            <a:lvl7pPr marL="3200400" lvl="6" indent="-342900" algn="l">
              <a:lnSpc>
                <a:spcPct val="95000"/>
              </a:lnSpc>
              <a:spcBef>
                <a:spcPts val="1000"/>
              </a:spcBef>
              <a:spcAft>
                <a:spcPts val="0"/>
              </a:spcAft>
              <a:buClr>
                <a:schemeClr val="dk1"/>
              </a:buClr>
              <a:buSzPts val="1800"/>
              <a:buChar char="​"/>
              <a:defRPr/>
            </a:lvl7pPr>
            <a:lvl8pPr marL="3657600" lvl="7" indent="-342900" algn="l">
              <a:lnSpc>
                <a:spcPct val="95000"/>
              </a:lnSpc>
              <a:spcBef>
                <a:spcPts val="200"/>
              </a:spcBef>
              <a:spcAft>
                <a:spcPts val="0"/>
              </a:spcAft>
              <a:buClr>
                <a:schemeClr val="dk1"/>
              </a:buClr>
              <a:buSzPts val="1800"/>
              <a:buAutoNum type="arabicPeriod"/>
              <a:defRPr/>
            </a:lvl8pPr>
            <a:lvl9pPr marL="4114800" lvl="8" indent="-342900" algn="l">
              <a:lnSpc>
                <a:spcPct val="95000"/>
              </a:lnSpc>
              <a:spcBef>
                <a:spcPts val="400"/>
              </a:spcBef>
              <a:spcAft>
                <a:spcPts val="400"/>
              </a:spcAft>
              <a:buClr>
                <a:schemeClr val="accent6"/>
              </a:buClr>
              <a:buSzPts val="1800"/>
              <a:buChar char="​"/>
              <a:defRPr/>
            </a:lvl9pPr>
          </a:lstStyle>
          <a:p>
            <a:endParaRPr/>
          </a:p>
        </p:txBody>
      </p:sp>
      <p:sp>
        <p:nvSpPr>
          <p:cNvPr id="67" name="Google Shape;67;p13"/>
          <p:cNvSpPr txBox="1">
            <a:spLocks noGrp="1"/>
          </p:cNvSpPr>
          <p:nvPr>
            <p:ph type="title"/>
          </p:nvPr>
        </p:nvSpPr>
        <p:spPr>
          <a:xfrm>
            <a:off x="457200" y="173736"/>
            <a:ext cx="8229600" cy="704088"/>
          </a:xfrm>
          <a:prstGeom prst="rect">
            <a:avLst/>
          </a:prstGeom>
          <a:noFill/>
          <a:ln>
            <a:noFill/>
          </a:ln>
        </p:spPr>
        <p:txBody>
          <a:bodyPr spcFirstLastPara="1" wrap="square" lIns="0" tIns="0" rIns="0" bIns="0" anchor="b" anchorCtr="0">
            <a:noAutofit/>
          </a:bodyPr>
          <a:lstStyle>
            <a:lvl1pPr lvl="0" algn="l">
              <a:lnSpc>
                <a:spcPct val="95000"/>
              </a:lnSpc>
              <a:spcBef>
                <a:spcPts val="0"/>
              </a:spcBef>
              <a:spcAft>
                <a:spcPts val="0"/>
              </a:spcAft>
              <a:buClr>
                <a:schemeClr val="accent1"/>
              </a:buClr>
              <a:buSzPts val="2200"/>
              <a:buFont typeface="Century Gothic"/>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transition spd="med">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6_Title and Content">
  <p:cSld name="6_Title and Content">
    <p:spTree>
      <p:nvGrpSpPr>
        <p:cNvPr id="1" name="Shape 68"/>
        <p:cNvGrpSpPr/>
        <p:nvPr/>
      </p:nvGrpSpPr>
      <p:grpSpPr>
        <a:xfrm>
          <a:off x="0" y="0"/>
          <a:ext cx="0" cy="0"/>
          <a:chOff x="0" y="0"/>
          <a:chExt cx="0" cy="0"/>
        </a:xfrm>
      </p:grpSpPr>
      <p:sp>
        <p:nvSpPr>
          <p:cNvPr id="69" name="Google Shape;69;p14"/>
          <p:cNvSpPr txBox="1">
            <a:spLocks noGrp="1"/>
          </p:cNvSpPr>
          <p:nvPr>
            <p:ph type="body" idx="1"/>
          </p:nvPr>
        </p:nvSpPr>
        <p:spPr>
          <a:xfrm>
            <a:off x="457200" y="1216372"/>
            <a:ext cx="8229600" cy="3340559"/>
          </a:xfrm>
          <a:prstGeom prst="rect">
            <a:avLst/>
          </a:prstGeom>
          <a:noFill/>
          <a:ln>
            <a:noFill/>
          </a:ln>
        </p:spPr>
        <p:txBody>
          <a:bodyPr spcFirstLastPara="1" wrap="square" lIns="0" tIns="0" rIns="0" bIns="0" anchor="t" anchorCtr="0">
            <a:noAutofit/>
          </a:bodyPr>
          <a:lstStyle>
            <a:lvl1pPr marL="457200" lvl="0" indent="-342900" algn="l">
              <a:lnSpc>
                <a:spcPct val="95000"/>
              </a:lnSpc>
              <a:spcBef>
                <a:spcPts val="600"/>
              </a:spcBef>
              <a:spcAft>
                <a:spcPts val="0"/>
              </a:spcAft>
              <a:buClr>
                <a:schemeClr val="dk1"/>
              </a:buClr>
              <a:buSzPts val="1800"/>
              <a:buChar char="•"/>
              <a:defRPr/>
            </a:lvl1pPr>
            <a:lvl2pPr marL="914400" lvl="1" indent="-342900" algn="l">
              <a:lnSpc>
                <a:spcPct val="85000"/>
              </a:lnSpc>
              <a:spcBef>
                <a:spcPts val="200"/>
              </a:spcBef>
              <a:spcAft>
                <a:spcPts val="0"/>
              </a:spcAft>
              <a:buClr>
                <a:schemeClr val="dk1"/>
              </a:buClr>
              <a:buSzPts val="1800"/>
              <a:buChar char="–"/>
              <a:defRPr/>
            </a:lvl2pPr>
            <a:lvl3pPr marL="1371600" lvl="2" indent="-342900" algn="l">
              <a:lnSpc>
                <a:spcPct val="85000"/>
              </a:lnSpc>
              <a:spcBef>
                <a:spcPts val="200"/>
              </a:spcBef>
              <a:spcAft>
                <a:spcPts val="0"/>
              </a:spcAft>
              <a:buClr>
                <a:schemeClr val="dk1"/>
              </a:buClr>
              <a:buSzPts val="1800"/>
              <a:buChar char="-"/>
              <a:defRPr/>
            </a:lvl3pPr>
            <a:lvl4pPr marL="1828800" lvl="3" indent="-342900" algn="l">
              <a:lnSpc>
                <a:spcPct val="95000"/>
              </a:lnSpc>
              <a:spcBef>
                <a:spcPts val="600"/>
              </a:spcBef>
              <a:spcAft>
                <a:spcPts val="0"/>
              </a:spcAft>
              <a:buClr>
                <a:schemeClr val="dk1"/>
              </a:buClr>
              <a:buSzPts val="1800"/>
              <a:buChar char="​"/>
              <a:defRPr/>
            </a:lvl4pPr>
            <a:lvl5pPr marL="2286000" lvl="4" indent="-342900" algn="l">
              <a:lnSpc>
                <a:spcPct val="95000"/>
              </a:lnSpc>
              <a:spcBef>
                <a:spcPts val="600"/>
              </a:spcBef>
              <a:spcAft>
                <a:spcPts val="0"/>
              </a:spcAft>
              <a:buClr>
                <a:schemeClr val="accent1"/>
              </a:buClr>
              <a:buSzPts val="1800"/>
              <a:buChar char="​"/>
              <a:defRPr/>
            </a:lvl5pPr>
            <a:lvl6pPr marL="2743200" lvl="5" indent="-342900" algn="l">
              <a:lnSpc>
                <a:spcPct val="95000"/>
              </a:lnSpc>
              <a:spcBef>
                <a:spcPts val="600"/>
              </a:spcBef>
              <a:spcAft>
                <a:spcPts val="0"/>
              </a:spcAft>
              <a:buClr>
                <a:schemeClr val="accent2"/>
              </a:buClr>
              <a:buSzPts val="1800"/>
              <a:buChar char="​"/>
              <a:defRPr/>
            </a:lvl6pPr>
            <a:lvl7pPr marL="3200400" lvl="6" indent="-342900" algn="l">
              <a:lnSpc>
                <a:spcPct val="95000"/>
              </a:lnSpc>
              <a:spcBef>
                <a:spcPts val="1000"/>
              </a:spcBef>
              <a:spcAft>
                <a:spcPts val="0"/>
              </a:spcAft>
              <a:buClr>
                <a:schemeClr val="dk1"/>
              </a:buClr>
              <a:buSzPts val="1800"/>
              <a:buChar char="​"/>
              <a:defRPr/>
            </a:lvl7pPr>
            <a:lvl8pPr marL="3657600" lvl="7" indent="-342900" algn="l">
              <a:lnSpc>
                <a:spcPct val="95000"/>
              </a:lnSpc>
              <a:spcBef>
                <a:spcPts val="200"/>
              </a:spcBef>
              <a:spcAft>
                <a:spcPts val="0"/>
              </a:spcAft>
              <a:buClr>
                <a:schemeClr val="dk1"/>
              </a:buClr>
              <a:buSzPts val="1800"/>
              <a:buAutoNum type="arabicPeriod"/>
              <a:defRPr/>
            </a:lvl8pPr>
            <a:lvl9pPr marL="4114800" lvl="8" indent="-342900" algn="l">
              <a:lnSpc>
                <a:spcPct val="95000"/>
              </a:lnSpc>
              <a:spcBef>
                <a:spcPts val="400"/>
              </a:spcBef>
              <a:spcAft>
                <a:spcPts val="400"/>
              </a:spcAft>
              <a:buClr>
                <a:schemeClr val="accent6"/>
              </a:buClr>
              <a:buSzPts val="1800"/>
              <a:buChar char="​"/>
              <a:defRPr/>
            </a:lvl9pPr>
          </a:lstStyle>
          <a:p>
            <a:endParaRPr/>
          </a:p>
        </p:txBody>
      </p:sp>
      <p:sp>
        <p:nvSpPr>
          <p:cNvPr id="70" name="Google Shape;70;p14"/>
          <p:cNvSpPr txBox="1">
            <a:spLocks noGrp="1"/>
          </p:cNvSpPr>
          <p:nvPr>
            <p:ph type="title"/>
          </p:nvPr>
        </p:nvSpPr>
        <p:spPr>
          <a:xfrm>
            <a:off x="457200" y="164592"/>
            <a:ext cx="8229600" cy="704088"/>
          </a:xfrm>
          <a:prstGeom prst="rect">
            <a:avLst/>
          </a:prstGeom>
          <a:noFill/>
          <a:ln>
            <a:noFill/>
          </a:ln>
        </p:spPr>
        <p:txBody>
          <a:bodyPr spcFirstLastPara="1" wrap="square" lIns="0" tIns="0" rIns="0" bIns="0" anchor="b" anchorCtr="0">
            <a:noAutofit/>
          </a:bodyPr>
          <a:lstStyle>
            <a:lvl1pPr lvl="0" algn="l">
              <a:lnSpc>
                <a:spcPct val="95000"/>
              </a:lnSpc>
              <a:spcBef>
                <a:spcPts val="0"/>
              </a:spcBef>
              <a:spcAft>
                <a:spcPts val="0"/>
              </a:spcAft>
              <a:buClr>
                <a:schemeClr val="accen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matchingName="3_Segue">
  <p:cSld name="3_Segue">
    <p:bg>
      <p:bgPr>
        <a:solidFill>
          <a:schemeClr val="accent1"/>
        </a:solidFill>
        <a:effectLst/>
      </p:bgPr>
    </p:bg>
    <p:spTree>
      <p:nvGrpSpPr>
        <p:cNvPr id="1" name="Shape 71"/>
        <p:cNvGrpSpPr/>
        <p:nvPr/>
      </p:nvGrpSpPr>
      <p:grpSpPr>
        <a:xfrm>
          <a:off x="0" y="0"/>
          <a:ext cx="0" cy="0"/>
          <a:chOff x="0" y="0"/>
          <a:chExt cx="0" cy="0"/>
        </a:xfrm>
      </p:grpSpPr>
      <p:sp>
        <p:nvSpPr>
          <p:cNvPr id="72" name="Google Shape;72;p15"/>
          <p:cNvSpPr txBox="1">
            <a:spLocks noGrp="1"/>
          </p:cNvSpPr>
          <p:nvPr>
            <p:ph type="body" idx="1"/>
          </p:nvPr>
        </p:nvSpPr>
        <p:spPr>
          <a:xfrm>
            <a:off x="0" y="2342217"/>
            <a:ext cx="9144000" cy="459100"/>
          </a:xfrm>
          <a:prstGeom prst="rect">
            <a:avLst/>
          </a:prstGeom>
          <a:solidFill>
            <a:schemeClr val="lt1"/>
          </a:solidFill>
          <a:ln>
            <a:noFill/>
          </a:ln>
        </p:spPr>
        <p:txBody>
          <a:bodyPr spcFirstLastPara="1" wrap="square" lIns="457200" tIns="45700" rIns="457200" bIns="45700" anchor="ctr" anchorCtr="1">
            <a:noAutofit/>
          </a:bodyPr>
          <a:lstStyle>
            <a:lvl1pPr marL="457200" lvl="0" indent="-228600" algn="ctr">
              <a:lnSpc>
                <a:spcPct val="110000"/>
              </a:lnSpc>
              <a:spcBef>
                <a:spcPts val="200"/>
              </a:spcBef>
              <a:spcAft>
                <a:spcPts val="0"/>
              </a:spcAft>
              <a:buClr>
                <a:schemeClr val="accent1"/>
              </a:buClr>
              <a:buSzPts val="2200"/>
              <a:buFont typeface="Century Gothic"/>
              <a:buNone/>
              <a:defRPr sz="2200">
                <a:solidFill>
                  <a:schemeClr val="accent1"/>
                </a:solidFill>
              </a:defRPr>
            </a:lvl1pPr>
            <a:lvl2pPr marL="914400" lvl="1" indent="-342900" algn="ctr">
              <a:lnSpc>
                <a:spcPct val="100000"/>
              </a:lnSpc>
              <a:spcBef>
                <a:spcPts val="200"/>
              </a:spcBef>
              <a:spcAft>
                <a:spcPts val="0"/>
              </a:spcAft>
              <a:buClr>
                <a:schemeClr val="accent1"/>
              </a:buClr>
              <a:buSzPts val="1800"/>
              <a:buFont typeface="Arial"/>
              <a:buChar char="​"/>
              <a:defRPr sz="1800">
                <a:solidFill>
                  <a:schemeClr val="accent1"/>
                </a:solidFill>
              </a:defRPr>
            </a:lvl2pPr>
            <a:lvl3pPr marL="1371600" lvl="2" indent="-317500" algn="ctr">
              <a:lnSpc>
                <a:spcPct val="85000"/>
              </a:lnSpc>
              <a:spcBef>
                <a:spcPts val="600"/>
              </a:spcBef>
              <a:spcAft>
                <a:spcPts val="0"/>
              </a:spcAft>
              <a:buClr>
                <a:schemeClr val="accent1"/>
              </a:buClr>
              <a:buSzPts val="1400"/>
              <a:buFont typeface="Arial"/>
              <a:buChar char="​"/>
              <a:defRPr sz="1400" b="1">
                <a:solidFill>
                  <a:schemeClr val="accent1"/>
                </a:solidFill>
              </a:defRPr>
            </a:lvl3pPr>
            <a:lvl4pPr marL="1828800" lvl="3" indent="-317500" algn="ctr">
              <a:lnSpc>
                <a:spcPct val="85000"/>
              </a:lnSpc>
              <a:spcBef>
                <a:spcPts val="200"/>
              </a:spcBef>
              <a:spcAft>
                <a:spcPts val="0"/>
              </a:spcAft>
              <a:buClr>
                <a:schemeClr val="accent1"/>
              </a:buClr>
              <a:buSzPts val="1400"/>
              <a:buFont typeface="Arial"/>
              <a:buChar char="​"/>
              <a:defRPr sz="1400" b="0">
                <a:solidFill>
                  <a:schemeClr val="accent1"/>
                </a:solidFill>
              </a:defRPr>
            </a:lvl4pPr>
            <a:lvl5pPr marL="2286000" lvl="4" indent="-317500" algn="ctr">
              <a:lnSpc>
                <a:spcPct val="85000"/>
              </a:lnSpc>
              <a:spcBef>
                <a:spcPts val="200"/>
              </a:spcBef>
              <a:spcAft>
                <a:spcPts val="0"/>
              </a:spcAft>
              <a:buClr>
                <a:schemeClr val="accent1"/>
              </a:buClr>
              <a:buSzPts val="1400"/>
              <a:buFont typeface="Arial"/>
              <a:buChar char="​"/>
              <a:defRPr sz="1400" b="0">
                <a:solidFill>
                  <a:schemeClr val="accent1"/>
                </a:solidFill>
              </a:defRPr>
            </a:lvl5pPr>
            <a:lvl6pPr marL="2743200" lvl="5" indent="-342900" algn="l">
              <a:lnSpc>
                <a:spcPct val="95000"/>
              </a:lnSpc>
              <a:spcBef>
                <a:spcPts val="600"/>
              </a:spcBef>
              <a:spcAft>
                <a:spcPts val="0"/>
              </a:spcAft>
              <a:buClr>
                <a:schemeClr val="accent2"/>
              </a:buClr>
              <a:buSzPts val="1800"/>
              <a:buChar char="​"/>
              <a:defRPr/>
            </a:lvl6pPr>
            <a:lvl7pPr marL="3200400" lvl="6" indent="-342900" algn="l">
              <a:lnSpc>
                <a:spcPct val="95000"/>
              </a:lnSpc>
              <a:spcBef>
                <a:spcPts val="1000"/>
              </a:spcBef>
              <a:spcAft>
                <a:spcPts val="0"/>
              </a:spcAft>
              <a:buClr>
                <a:schemeClr val="dk1"/>
              </a:buClr>
              <a:buSzPts val="1800"/>
              <a:buChar char="​"/>
              <a:defRPr/>
            </a:lvl7pPr>
            <a:lvl8pPr marL="3657600" lvl="7" indent="-342900" algn="l">
              <a:lnSpc>
                <a:spcPct val="95000"/>
              </a:lnSpc>
              <a:spcBef>
                <a:spcPts val="200"/>
              </a:spcBef>
              <a:spcAft>
                <a:spcPts val="0"/>
              </a:spcAft>
              <a:buClr>
                <a:schemeClr val="dk1"/>
              </a:buClr>
              <a:buSzPts val="1800"/>
              <a:buAutoNum type="arabicPeriod"/>
              <a:defRPr/>
            </a:lvl8pPr>
            <a:lvl9pPr marL="4114800" lvl="8" indent="-342900" algn="l">
              <a:lnSpc>
                <a:spcPct val="95000"/>
              </a:lnSpc>
              <a:spcBef>
                <a:spcPts val="400"/>
              </a:spcBef>
              <a:spcAft>
                <a:spcPts val="400"/>
              </a:spcAft>
              <a:buClr>
                <a:schemeClr val="accent6"/>
              </a:buClr>
              <a:buSzPts val="1800"/>
              <a:buChar char="​"/>
              <a:defRPr/>
            </a:lvl9pPr>
          </a:lstStyle>
          <a:p>
            <a:endParaRPr/>
          </a:p>
        </p:txBody>
      </p:sp>
      <p:sp>
        <p:nvSpPr>
          <p:cNvPr id="73" name="Google Shape;73;p15"/>
          <p:cNvSpPr txBox="1"/>
          <p:nvPr/>
        </p:nvSpPr>
        <p:spPr>
          <a:xfrm>
            <a:off x="153254" y="4837176"/>
            <a:ext cx="133221" cy="130805"/>
          </a:xfrm>
          <a:prstGeom prst="rect">
            <a:avLst/>
          </a:prstGeom>
          <a:noFill/>
          <a:ln>
            <a:noFill/>
          </a:ln>
        </p:spPr>
        <p:txBody>
          <a:bodyPr spcFirstLastPara="1" wrap="square" lIns="0" tIns="0" rIns="0" bIns="0" anchor="t" anchorCtr="0">
            <a:noAutofit/>
          </a:bodyPr>
          <a:lstStyle/>
          <a:p>
            <a:pPr marL="0" marR="0" lvl="0" indent="0" algn="r" rtl="0">
              <a:spcBef>
                <a:spcPts val="0"/>
              </a:spcBef>
              <a:spcAft>
                <a:spcPts val="0"/>
              </a:spcAft>
              <a:buNone/>
            </a:pPr>
            <a:fld id="{00000000-1234-1234-1234-123412341234}" type="slidenum">
              <a:rPr lang="en-GB" sz="850">
                <a:solidFill>
                  <a:schemeClr val="lt2"/>
                </a:solidFill>
                <a:latin typeface="Century Gothic"/>
                <a:ea typeface="Century Gothic"/>
                <a:cs typeface="Century Gothic"/>
                <a:sym typeface="Century Gothic"/>
              </a:rPr>
              <a:t>‹#›</a:t>
            </a:fld>
            <a:endParaRPr sz="850">
              <a:solidFill>
                <a:schemeClr val="lt2"/>
              </a:solidFill>
              <a:latin typeface="Century Gothic"/>
              <a:ea typeface="Century Gothic"/>
              <a:cs typeface="Century Gothic"/>
              <a:sym typeface="Century Gothic"/>
            </a:endParaRPr>
          </a:p>
        </p:txBody>
      </p:sp>
    </p:spTree>
  </p:cSld>
  <p:clrMapOvr>
    <a:masterClrMapping/>
  </p:clrMapOvr>
  <p:transition spd="med">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matchingName="2_Segue">
  <p:cSld name="2_Segue">
    <p:bg>
      <p:bgPr>
        <a:solidFill>
          <a:schemeClr val="accent1"/>
        </a:solidFill>
        <a:effectLst/>
      </p:bgPr>
    </p:bg>
    <p:spTree>
      <p:nvGrpSpPr>
        <p:cNvPr id="1" name="Shape 74"/>
        <p:cNvGrpSpPr/>
        <p:nvPr/>
      </p:nvGrpSpPr>
      <p:grpSpPr>
        <a:xfrm>
          <a:off x="0" y="0"/>
          <a:ext cx="0" cy="0"/>
          <a:chOff x="0" y="0"/>
          <a:chExt cx="0" cy="0"/>
        </a:xfrm>
      </p:grpSpPr>
      <p:sp>
        <p:nvSpPr>
          <p:cNvPr id="75" name="Google Shape;75;p16"/>
          <p:cNvSpPr txBox="1">
            <a:spLocks noGrp="1"/>
          </p:cNvSpPr>
          <p:nvPr>
            <p:ph type="body" idx="1"/>
          </p:nvPr>
        </p:nvSpPr>
        <p:spPr>
          <a:xfrm>
            <a:off x="0" y="2342217"/>
            <a:ext cx="9144000" cy="459100"/>
          </a:xfrm>
          <a:prstGeom prst="rect">
            <a:avLst/>
          </a:prstGeom>
          <a:solidFill>
            <a:schemeClr val="lt1"/>
          </a:solidFill>
          <a:ln>
            <a:noFill/>
          </a:ln>
        </p:spPr>
        <p:txBody>
          <a:bodyPr spcFirstLastPara="1" wrap="square" lIns="457200" tIns="45700" rIns="457200" bIns="45700" anchor="ctr" anchorCtr="1">
            <a:noAutofit/>
          </a:bodyPr>
          <a:lstStyle>
            <a:lvl1pPr marL="457200" lvl="0" indent="-228600" algn="ctr">
              <a:lnSpc>
                <a:spcPct val="110000"/>
              </a:lnSpc>
              <a:spcBef>
                <a:spcPts val="200"/>
              </a:spcBef>
              <a:spcAft>
                <a:spcPts val="0"/>
              </a:spcAft>
              <a:buClr>
                <a:schemeClr val="accent1"/>
              </a:buClr>
              <a:buSzPts val="2200"/>
              <a:buFont typeface="Century Gothic"/>
              <a:buNone/>
              <a:defRPr sz="2200">
                <a:solidFill>
                  <a:schemeClr val="accent1"/>
                </a:solidFill>
              </a:defRPr>
            </a:lvl1pPr>
            <a:lvl2pPr marL="914400" lvl="1" indent="-342900" algn="ctr">
              <a:lnSpc>
                <a:spcPct val="100000"/>
              </a:lnSpc>
              <a:spcBef>
                <a:spcPts val="200"/>
              </a:spcBef>
              <a:spcAft>
                <a:spcPts val="0"/>
              </a:spcAft>
              <a:buClr>
                <a:schemeClr val="accent1"/>
              </a:buClr>
              <a:buSzPts val="1800"/>
              <a:buFont typeface="Arial"/>
              <a:buChar char="​"/>
              <a:defRPr sz="1800">
                <a:solidFill>
                  <a:schemeClr val="accent1"/>
                </a:solidFill>
              </a:defRPr>
            </a:lvl2pPr>
            <a:lvl3pPr marL="1371600" lvl="2" indent="-317500" algn="ctr">
              <a:lnSpc>
                <a:spcPct val="85000"/>
              </a:lnSpc>
              <a:spcBef>
                <a:spcPts val="600"/>
              </a:spcBef>
              <a:spcAft>
                <a:spcPts val="0"/>
              </a:spcAft>
              <a:buClr>
                <a:schemeClr val="accent1"/>
              </a:buClr>
              <a:buSzPts val="1400"/>
              <a:buFont typeface="Arial"/>
              <a:buChar char="​"/>
              <a:defRPr sz="1400" b="1">
                <a:solidFill>
                  <a:schemeClr val="accent1"/>
                </a:solidFill>
              </a:defRPr>
            </a:lvl3pPr>
            <a:lvl4pPr marL="1828800" lvl="3" indent="-317500" algn="ctr">
              <a:lnSpc>
                <a:spcPct val="85000"/>
              </a:lnSpc>
              <a:spcBef>
                <a:spcPts val="200"/>
              </a:spcBef>
              <a:spcAft>
                <a:spcPts val="0"/>
              </a:spcAft>
              <a:buClr>
                <a:schemeClr val="accent1"/>
              </a:buClr>
              <a:buSzPts val="1400"/>
              <a:buFont typeface="Arial"/>
              <a:buChar char="​"/>
              <a:defRPr sz="1400" b="0">
                <a:solidFill>
                  <a:schemeClr val="accent1"/>
                </a:solidFill>
              </a:defRPr>
            </a:lvl4pPr>
            <a:lvl5pPr marL="2286000" lvl="4" indent="-317500" algn="ctr">
              <a:lnSpc>
                <a:spcPct val="85000"/>
              </a:lnSpc>
              <a:spcBef>
                <a:spcPts val="200"/>
              </a:spcBef>
              <a:spcAft>
                <a:spcPts val="0"/>
              </a:spcAft>
              <a:buClr>
                <a:schemeClr val="accent1"/>
              </a:buClr>
              <a:buSzPts val="1400"/>
              <a:buFont typeface="Arial"/>
              <a:buChar char="​"/>
              <a:defRPr sz="1400" b="0">
                <a:solidFill>
                  <a:schemeClr val="accent1"/>
                </a:solidFill>
              </a:defRPr>
            </a:lvl5pPr>
            <a:lvl6pPr marL="2743200" lvl="5" indent="-342900" algn="l">
              <a:lnSpc>
                <a:spcPct val="95000"/>
              </a:lnSpc>
              <a:spcBef>
                <a:spcPts val="600"/>
              </a:spcBef>
              <a:spcAft>
                <a:spcPts val="0"/>
              </a:spcAft>
              <a:buClr>
                <a:schemeClr val="accent2"/>
              </a:buClr>
              <a:buSzPts val="1800"/>
              <a:buChar char="​"/>
              <a:defRPr/>
            </a:lvl6pPr>
            <a:lvl7pPr marL="3200400" lvl="6" indent="-342900" algn="l">
              <a:lnSpc>
                <a:spcPct val="95000"/>
              </a:lnSpc>
              <a:spcBef>
                <a:spcPts val="1000"/>
              </a:spcBef>
              <a:spcAft>
                <a:spcPts val="0"/>
              </a:spcAft>
              <a:buClr>
                <a:schemeClr val="dk1"/>
              </a:buClr>
              <a:buSzPts val="1800"/>
              <a:buChar char="​"/>
              <a:defRPr/>
            </a:lvl7pPr>
            <a:lvl8pPr marL="3657600" lvl="7" indent="-342900" algn="l">
              <a:lnSpc>
                <a:spcPct val="95000"/>
              </a:lnSpc>
              <a:spcBef>
                <a:spcPts val="200"/>
              </a:spcBef>
              <a:spcAft>
                <a:spcPts val="0"/>
              </a:spcAft>
              <a:buClr>
                <a:schemeClr val="dk1"/>
              </a:buClr>
              <a:buSzPts val="1800"/>
              <a:buAutoNum type="arabicPeriod"/>
              <a:defRPr/>
            </a:lvl8pPr>
            <a:lvl9pPr marL="4114800" lvl="8" indent="-342900" algn="l">
              <a:lnSpc>
                <a:spcPct val="95000"/>
              </a:lnSpc>
              <a:spcBef>
                <a:spcPts val="400"/>
              </a:spcBef>
              <a:spcAft>
                <a:spcPts val="400"/>
              </a:spcAft>
              <a:buClr>
                <a:schemeClr val="accent6"/>
              </a:buClr>
              <a:buSzPts val="1800"/>
              <a:buChar char="​"/>
              <a:defRPr/>
            </a:lvl9pPr>
          </a:lstStyle>
          <a:p>
            <a:endParaRPr/>
          </a:p>
        </p:txBody>
      </p:sp>
      <p:sp>
        <p:nvSpPr>
          <p:cNvPr id="76" name="Google Shape;76;p16"/>
          <p:cNvSpPr txBox="1"/>
          <p:nvPr/>
        </p:nvSpPr>
        <p:spPr>
          <a:xfrm>
            <a:off x="153254" y="4837176"/>
            <a:ext cx="133221" cy="130805"/>
          </a:xfrm>
          <a:prstGeom prst="rect">
            <a:avLst/>
          </a:prstGeom>
          <a:noFill/>
          <a:ln>
            <a:noFill/>
          </a:ln>
        </p:spPr>
        <p:txBody>
          <a:bodyPr spcFirstLastPara="1" wrap="square" lIns="0" tIns="0" rIns="0" bIns="0" anchor="t" anchorCtr="0">
            <a:noAutofit/>
          </a:bodyPr>
          <a:lstStyle/>
          <a:p>
            <a:pPr marL="0" marR="0" lvl="0" indent="0" algn="r" rtl="0">
              <a:spcBef>
                <a:spcPts val="0"/>
              </a:spcBef>
              <a:spcAft>
                <a:spcPts val="0"/>
              </a:spcAft>
              <a:buNone/>
            </a:pPr>
            <a:fld id="{00000000-1234-1234-1234-123412341234}" type="slidenum">
              <a:rPr lang="en-GB" sz="850">
                <a:solidFill>
                  <a:schemeClr val="lt2"/>
                </a:solidFill>
                <a:latin typeface="Century Gothic"/>
                <a:ea typeface="Century Gothic"/>
                <a:cs typeface="Century Gothic"/>
                <a:sym typeface="Century Gothic"/>
              </a:rPr>
              <a:t>‹#›</a:t>
            </a:fld>
            <a:endParaRPr sz="850">
              <a:solidFill>
                <a:schemeClr val="lt2"/>
              </a:solidFill>
              <a:latin typeface="Century Gothic"/>
              <a:ea typeface="Century Gothic"/>
              <a:cs typeface="Century Gothic"/>
              <a:sym typeface="Century Gothic"/>
            </a:endParaRPr>
          </a:p>
        </p:txBody>
      </p:sp>
    </p:spTree>
  </p:cSld>
  <p:clrMapOvr>
    <a:masterClrMapping/>
  </p:clrMapOvr>
  <p:transition spd="med">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_Title, Text, and 2 Content">
  <p:cSld name="1_Title, Text, and 2 Content">
    <p:spTree>
      <p:nvGrpSpPr>
        <p:cNvPr id="1" name="Shape 77"/>
        <p:cNvGrpSpPr/>
        <p:nvPr/>
      </p:nvGrpSpPr>
      <p:grpSpPr>
        <a:xfrm>
          <a:off x="0" y="0"/>
          <a:ext cx="0" cy="0"/>
          <a:chOff x="0" y="0"/>
          <a:chExt cx="0" cy="0"/>
        </a:xfrm>
      </p:grpSpPr>
      <p:sp>
        <p:nvSpPr>
          <p:cNvPr id="78" name="Google Shape;78;p17"/>
          <p:cNvSpPr txBox="1">
            <a:spLocks noGrp="1"/>
          </p:cNvSpPr>
          <p:nvPr>
            <p:ph type="title"/>
          </p:nvPr>
        </p:nvSpPr>
        <p:spPr>
          <a:xfrm>
            <a:off x="466725" y="3747"/>
            <a:ext cx="5087938" cy="617601"/>
          </a:xfrm>
          <a:prstGeom prst="rect">
            <a:avLst/>
          </a:prstGeom>
          <a:noFill/>
          <a:ln>
            <a:noFill/>
          </a:ln>
        </p:spPr>
        <p:txBody>
          <a:bodyPr spcFirstLastPara="1" wrap="square" lIns="0" tIns="0" rIns="0" bIns="0" anchor="b" anchorCtr="0">
            <a:noAutofit/>
          </a:bodyPr>
          <a:lstStyle>
            <a:lvl1pPr lvl="0" algn="l">
              <a:lnSpc>
                <a:spcPct val="95000"/>
              </a:lnSpc>
              <a:spcBef>
                <a:spcPts val="0"/>
              </a:spcBef>
              <a:spcAft>
                <a:spcPts val="0"/>
              </a:spcAft>
              <a:buClr>
                <a:schemeClr val="accen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9" name="Google Shape;79;p17"/>
          <p:cNvSpPr/>
          <p:nvPr/>
        </p:nvSpPr>
        <p:spPr>
          <a:xfrm>
            <a:off x="0" y="777875"/>
            <a:ext cx="7205662" cy="1160709"/>
          </a:xfrm>
          <a:prstGeom prst="rect">
            <a:avLst/>
          </a:prstGeom>
          <a:solidFill>
            <a:srgbClr val="005AA4"/>
          </a:solidFill>
          <a:ln>
            <a:noFill/>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marL="406400" marR="0" lvl="1" indent="0" algn="l" rtl="0">
              <a:spcBef>
                <a:spcPts val="0"/>
              </a:spcBef>
              <a:spcAft>
                <a:spcPts val="0"/>
              </a:spcAft>
              <a:buNone/>
            </a:pPr>
            <a:endParaRPr sz="1400" b="0" i="0" u="none" strike="noStrike" cap="none">
              <a:solidFill>
                <a:schemeClr val="lt1"/>
              </a:solidFill>
              <a:latin typeface="Century Gothic"/>
              <a:ea typeface="Century Gothic"/>
              <a:cs typeface="Century Gothic"/>
              <a:sym typeface="Century Gothic"/>
            </a:endParaRPr>
          </a:p>
        </p:txBody>
      </p:sp>
      <p:sp>
        <p:nvSpPr>
          <p:cNvPr id="80" name="Google Shape;80;p17"/>
          <p:cNvSpPr txBox="1">
            <a:spLocks noGrp="1"/>
          </p:cNvSpPr>
          <p:nvPr>
            <p:ph type="body" idx="1"/>
          </p:nvPr>
        </p:nvSpPr>
        <p:spPr>
          <a:xfrm>
            <a:off x="449263" y="2201863"/>
            <a:ext cx="4866449" cy="2652712"/>
          </a:xfrm>
          <a:prstGeom prst="rect">
            <a:avLst/>
          </a:prstGeom>
          <a:noFill/>
          <a:ln>
            <a:noFill/>
          </a:ln>
        </p:spPr>
        <p:txBody>
          <a:bodyPr spcFirstLastPara="1" wrap="square" lIns="0" tIns="0" rIns="0" bIns="0" anchor="t" anchorCtr="0">
            <a:noAutofit/>
          </a:bodyPr>
          <a:lstStyle>
            <a:lvl1pPr marL="457200" lvl="0" indent="-228600" algn="l">
              <a:lnSpc>
                <a:spcPct val="95000"/>
              </a:lnSpc>
              <a:spcBef>
                <a:spcPts val="600"/>
              </a:spcBef>
              <a:spcAft>
                <a:spcPts val="0"/>
              </a:spcAft>
              <a:buClr>
                <a:schemeClr val="dk2"/>
              </a:buClr>
              <a:buSzPts val="1800"/>
              <a:buNone/>
              <a:defRPr sz="1800">
                <a:solidFill>
                  <a:schemeClr val="dk2"/>
                </a:solidFill>
              </a:defRPr>
            </a:lvl1pPr>
            <a:lvl2pPr marL="914400" lvl="1" indent="-317500" algn="l">
              <a:lnSpc>
                <a:spcPct val="100000"/>
              </a:lnSpc>
              <a:spcBef>
                <a:spcPts val="200"/>
              </a:spcBef>
              <a:spcAft>
                <a:spcPts val="0"/>
              </a:spcAft>
              <a:buClr>
                <a:schemeClr val="dk1"/>
              </a:buClr>
              <a:buSzPts val="1400"/>
              <a:buFont typeface="Arial"/>
              <a:buChar char="•"/>
              <a:defRPr sz="1400"/>
            </a:lvl2pPr>
            <a:lvl3pPr marL="1371600" lvl="2" indent="-342900" algn="l">
              <a:lnSpc>
                <a:spcPct val="85000"/>
              </a:lnSpc>
              <a:spcBef>
                <a:spcPts val="600"/>
              </a:spcBef>
              <a:spcAft>
                <a:spcPts val="0"/>
              </a:spcAft>
              <a:buClr>
                <a:schemeClr val="dk1"/>
              </a:buClr>
              <a:buSzPts val="1800"/>
              <a:buChar char="-"/>
              <a:defRPr/>
            </a:lvl3pPr>
            <a:lvl4pPr marL="1828800" lvl="3" indent="-342900" algn="l">
              <a:lnSpc>
                <a:spcPct val="95000"/>
              </a:lnSpc>
              <a:spcBef>
                <a:spcPts val="600"/>
              </a:spcBef>
              <a:spcAft>
                <a:spcPts val="0"/>
              </a:spcAft>
              <a:buClr>
                <a:schemeClr val="dk1"/>
              </a:buClr>
              <a:buSzPts val="1800"/>
              <a:buChar char="​"/>
              <a:defRPr/>
            </a:lvl4pPr>
            <a:lvl5pPr marL="2286000" lvl="4" indent="-342900" algn="l">
              <a:lnSpc>
                <a:spcPct val="95000"/>
              </a:lnSpc>
              <a:spcBef>
                <a:spcPts val="600"/>
              </a:spcBef>
              <a:spcAft>
                <a:spcPts val="0"/>
              </a:spcAft>
              <a:buClr>
                <a:schemeClr val="accent1"/>
              </a:buClr>
              <a:buSzPts val="1800"/>
              <a:buChar char="​"/>
              <a:defRPr/>
            </a:lvl5pPr>
            <a:lvl6pPr marL="2743200" lvl="5" indent="-342900" algn="l">
              <a:lnSpc>
                <a:spcPct val="95000"/>
              </a:lnSpc>
              <a:spcBef>
                <a:spcPts val="600"/>
              </a:spcBef>
              <a:spcAft>
                <a:spcPts val="0"/>
              </a:spcAft>
              <a:buClr>
                <a:schemeClr val="accent2"/>
              </a:buClr>
              <a:buSzPts val="1800"/>
              <a:buChar char="​"/>
              <a:defRPr/>
            </a:lvl6pPr>
            <a:lvl7pPr marL="3200400" lvl="6" indent="-342900" algn="l">
              <a:lnSpc>
                <a:spcPct val="95000"/>
              </a:lnSpc>
              <a:spcBef>
                <a:spcPts val="1000"/>
              </a:spcBef>
              <a:spcAft>
                <a:spcPts val="0"/>
              </a:spcAft>
              <a:buClr>
                <a:schemeClr val="dk1"/>
              </a:buClr>
              <a:buSzPts val="1800"/>
              <a:buChar char="​"/>
              <a:defRPr/>
            </a:lvl7pPr>
            <a:lvl8pPr marL="3657600" lvl="7" indent="-342900" algn="l">
              <a:lnSpc>
                <a:spcPct val="95000"/>
              </a:lnSpc>
              <a:spcBef>
                <a:spcPts val="200"/>
              </a:spcBef>
              <a:spcAft>
                <a:spcPts val="0"/>
              </a:spcAft>
              <a:buClr>
                <a:schemeClr val="dk1"/>
              </a:buClr>
              <a:buSzPts val="1800"/>
              <a:buAutoNum type="arabicPeriod"/>
              <a:defRPr/>
            </a:lvl8pPr>
            <a:lvl9pPr marL="4114800" lvl="8" indent="-342900" algn="l">
              <a:lnSpc>
                <a:spcPct val="95000"/>
              </a:lnSpc>
              <a:spcBef>
                <a:spcPts val="400"/>
              </a:spcBef>
              <a:spcAft>
                <a:spcPts val="400"/>
              </a:spcAft>
              <a:buClr>
                <a:schemeClr val="accent6"/>
              </a:buClr>
              <a:buSzPts val="1800"/>
              <a:buChar char="​"/>
              <a:defRPr/>
            </a:lvl9pPr>
          </a:lstStyle>
          <a:p>
            <a:endParaRPr/>
          </a:p>
        </p:txBody>
      </p:sp>
      <p:sp>
        <p:nvSpPr>
          <p:cNvPr id="81" name="Google Shape;81;p17"/>
          <p:cNvSpPr txBox="1">
            <a:spLocks noGrp="1"/>
          </p:cNvSpPr>
          <p:nvPr>
            <p:ph type="body" idx="2"/>
          </p:nvPr>
        </p:nvSpPr>
        <p:spPr>
          <a:xfrm>
            <a:off x="449262" y="904312"/>
            <a:ext cx="6622097" cy="1029264"/>
          </a:xfrm>
          <a:prstGeom prst="rect">
            <a:avLst/>
          </a:prstGeom>
          <a:noFill/>
          <a:ln>
            <a:noFill/>
          </a:ln>
        </p:spPr>
        <p:txBody>
          <a:bodyPr spcFirstLastPara="1" wrap="square" lIns="0" tIns="0" rIns="0" bIns="0" anchor="t" anchorCtr="0">
            <a:noAutofit/>
          </a:bodyPr>
          <a:lstStyle>
            <a:lvl1pPr marL="457200" lvl="0" indent="-228600" algn="l">
              <a:lnSpc>
                <a:spcPct val="95000"/>
              </a:lnSpc>
              <a:spcBef>
                <a:spcPts val="600"/>
              </a:spcBef>
              <a:spcAft>
                <a:spcPts val="0"/>
              </a:spcAft>
              <a:buClr>
                <a:schemeClr val="lt1"/>
              </a:buClr>
              <a:buSzPts val="1800"/>
              <a:buNone/>
              <a:defRPr sz="1800">
                <a:solidFill>
                  <a:schemeClr val="lt1"/>
                </a:solidFill>
              </a:defRPr>
            </a:lvl1pPr>
            <a:lvl2pPr marL="914400" lvl="1" indent="-342900" algn="l">
              <a:lnSpc>
                <a:spcPct val="85000"/>
              </a:lnSpc>
              <a:spcBef>
                <a:spcPts val="200"/>
              </a:spcBef>
              <a:spcAft>
                <a:spcPts val="0"/>
              </a:spcAft>
              <a:buClr>
                <a:schemeClr val="dk1"/>
              </a:buClr>
              <a:buSzPts val="1800"/>
              <a:buChar char="–"/>
              <a:defRPr sz="1800"/>
            </a:lvl2pPr>
            <a:lvl3pPr marL="1371600" lvl="2" indent="-342900" algn="l">
              <a:lnSpc>
                <a:spcPct val="85000"/>
              </a:lnSpc>
              <a:spcBef>
                <a:spcPts val="200"/>
              </a:spcBef>
              <a:spcAft>
                <a:spcPts val="0"/>
              </a:spcAft>
              <a:buClr>
                <a:schemeClr val="dk1"/>
              </a:buClr>
              <a:buSzPts val="1800"/>
              <a:buChar char="-"/>
              <a:defRPr sz="1800"/>
            </a:lvl3pPr>
            <a:lvl4pPr marL="1828800" lvl="3" indent="-342900" algn="l">
              <a:lnSpc>
                <a:spcPct val="95000"/>
              </a:lnSpc>
              <a:spcBef>
                <a:spcPts val="600"/>
              </a:spcBef>
              <a:spcAft>
                <a:spcPts val="0"/>
              </a:spcAft>
              <a:buClr>
                <a:schemeClr val="dk1"/>
              </a:buClr>
              <a:buSzPts val="1800"/>
              <a:buChar char="​"/>
              <a:defRPr sz="1800"/>
            </a:lvl4pPr>
            <a:lvl5pPr marL="2286000" lvl="4" indent="-342900" algn="l">
              <a:lnSpc>
                <a:spcPct val="95000"/>
              </a:lnSpc>
              <a:spcBef>
                <a:spcPts val="600"/>
              </a:spcBef>
              <a:spcAft>
                <a:spcPts val="0"/>
              </a:spcAft>
              <a:buClr>
                <a:schemeClr val="accent1"/>
              </a:buClr>
              <a:buSzPts val="1800"/>
              <a:buChar char="​"/>
              <a:defRPr sz="1800"/>
            </a:lvl5pPr>
            <a:lvl6pPr marL="2743200" lvl="5" indent="-342900" algn="l">
              <a:lnSpc>
                <a:spcPct val="95000"/>
              </a:lnSpc>
              <a:spcBef>
                <a:spcPts val="600"/>
              </a:spcBef>
              <a:spcAft>
                <a:spcPts val="0"/>
              </a:spcAft>
              <a:buClr>
                <a:schemeClr val="accent2"/>
              </a:buClr>
              <a:buSzPts val="1800"/>
              <a:buChar char="​"/>
              <a:defRPr/>
            </a:lvl6pPr>
            <a:lvl7pPr marL="3200400" lvl="6" indent="-342900" algn="l">
              <a:lnSpc>
                <a:spcPct val="95000"/>
              </a:lnSpc>
              <a:spcBef>
                <a:spcPts val="1000"/>
              </a:spcBef>
              <a:spcAft>
                <a:spcPts val="0"/>
              </a:spcAft>
              <a:buClr>
                <a:schemeClr val="dk1"/>
              </a:buClr>
              <a:buSzPts val="1800"/>
              <a:buChar char="​"/>
              <a:defRPr/>
            </a:lvl7pPr>
            <a:lvl8pPr marL="3657600" lvl="7" indent="-342900" algn="l">
              <a:lnSpc>
                <a:spcPct val="95000"/>
              </a:lnSpc>
              <a:spcBef>
                <a:spcPts val="200"/>
              </a:spcBef>
              <a:spcAft>
                <a:spcPts val="0"/>
              </a:spcAft>
              <a:buClr>
                <a:schemeClr val="dk1"/>
              </a:buClr>
              <a:buSzPts val="1800"/>
              <a:buAutoNum type="arabicPeriod"/>
              <a:defRPr/>
            </a:lvl8pPr>
            <a:lvl9pPr marL="4114800" lvl="8" indent="-342900" algn="l">
              <a:lnSpc>
                <a:spcPct val="95000"/>
              </a:lnSpc>
              <a:spcBef>
                <a:spcPts val="400"/>
              </a:spcBef>
              <a:spcAft>
                <a:spcPts val="400"/>
              </a:spcAft>
              <a:buClr>
                <a:schemeClr val="accent6"/>
              </a:buClr>
              <a:buSzPts val="1800"/>
              <a:buChar char="​"/>
              <a:defRPr/>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2_Case Study_Option2">
  <p:cSld name="2_Case Study_Option2">
    <p:spTree>
      <p:nvGrpSpPr>
        <p:cNvPr id="1" name="Shape 82"/>
        <p:cNvGrpSpPr/>
        <p:nvPr/>
      </p:nvGrpSpPr>
      <p:grpSpPr>
        <a:xfrm>
          <a:off x="0" y="0"/>
          <a:ext cx="0" cy="0"/>
          <a:chOff x="0" y="0"/>
          <a:chExt cx="0" cy="0"/>
        </a:xfrm>
      </p:grpSpPr>
      <p:sp>
        <p:nvSpPr>
          <p:cNvPr id="83" name="Google Shape;83;p18"/>
          <p:cNvSpPr txBox="1">
            <a:spLocks noGrp="1"/>
          </p:cNvSpPr>
          <p:nvPr>
            <p:ph type="body" idx="1"/>
          </p:nvPr>
        </p:nvSpPr>
        <p:spPr>
          <a:xfrm>
            <a:off x="3495437" y="128016"/>
            <a:ext cx="5648693" cy="914400"/>
          </a:xfrm>
          <a:prstGeom prst="rect">
            <a:avLst/>
          </a:prstGeom>
          <a:solidFill>
            <a:srgbClr val="0079DB"/>
          </a:solidFill>
          <a:ln>
            <a:noFill/>
          </a:ln>
        </p:spPr>
        <p:txBody>
          <a:bodyPr spcFirstLastPara="1" wrap="square" lIns="227825" tIns="136775" rIns="455800" bIns="227825" anchor="b" anchorCtr="0">
            <a:noAutofit/>
          </a:bodyPr>
          <a:lstStyle>
            <a:lvl1pPr marL="457200" lvl="0" indent="-368300" algn="l">
              <a:lnSpc>
                <a:spcPct val="85000"/>
              </a:lnSpc>
              <a:spcBef>
                <a:spcPts val="200"/>
              </a:spcBef>
              <a:spcAft>
                <a:spcPts val="0"/>
              </a:spcAft>
              <a:buClr>
                <a:schemeClr val="lt1"/>
              </a:buClr>
              <a:buSzPts val="2200"/>
              <a:buFont typeface="Arial"/>
              <a:buChar char="​"/>
              <a:defRPr sz="2200">
                <a:solidFill>
                  <a:schemeClr val="lt1"/>
                </a:solidFill>
              </a:defRPr>
            </a:lvl1pPr>
            <a:lvl2pPr marL="914400" lvl="1" indent="-342900" algn="l">
              <a:lnSpc>
                <a:spcPct val="85000"/>
              </a:lnSpc>
              <a:spcBef>
                <a:spcPts val="200"/>
              </a:spcBef>
              <a:spcAft>
                <a:spcPts val="0"/>
              </a:spcAft>
              <a:buClr>
                <a:schemeClr val="lt1"/>
              </a:buClr>
              <a:buSzPts val="1800"/>
              <a:buFont typeface="Arial"/>
              <a:buChar char="​"/>
              <a:defRPr sz="1800">
                <a:solidFill>
                  <a:schemeClr val="lt1"/>
                </a:solidFill>
              </a:defRPr>
            </a:lvl2pPr>
            <a:lvl3pPr marL="1371600" lvl="2" indent="-317500" algn="l">
              <a:lnSpc>
                <a:spcPct val="85000"/>
              </a:lnSpc>
              <a:spcBef>
                <a:spcPts val="600"/>
              </a:spcBef>
              <a:spcAft>
                <a:spcPts val="0"/>
              </a:spcAft>
              <a:buClr>
                <a:schemeClr val="lt1"/>
              </a:buClr>
              <a:buSzPts val="1400"/>
              <a:buFont typeface="Arial"/>
              <a:buChar char="​"/>
              <a:defRPr sz="1400" b="1">
                <a:solidFill>
                  <a:schemeClr val="lt1"/>
                </a:solidFill>
              </a:defRPr>
            </a:lvl3pPr>
            <a:lvl4pPr marL="1828800" lvl="3" indent="-317500" algn="l">
              <a:lnSpc>
                <a:spcPct val="85000"/>
              </a:lnSpc>
              <a:spcBef>
                <a:spcPts val="200"/>
              </a:spcBef>
              <a:spcAft>
                <a:spcPts val="0"/>
              </a:spcAft>
              <a:buClr>
                <a:schemeClr val="lt1"/>
              </a:buClr>
              <a:buSzPts val="1400"/>
              <a:buFont typeface="Arial"/>
              <a:buChar char="​"/>
              <a:defRPr sz="1400" b="0">
                <a:solidFill>
                  <a:schemeClr val="lt1"/>
                </a:solidFill>
              </a:defRPr>
            </a:lvl4pPr>
            <a:lvl5pPr marL="2286000" lvl="4" indent="-317500" algn="l">
              <a:lnSpc>
                <a:spcPct val="85000"/>
              </a:lnSpc>
              <a:spcBef>
                <a:spcPts val="200"/>
              </a:spcBef>
              <a:spcAft>
                <a:spcPts val="0"/>
              </a:spcAft>
              <a:buClr>
                <a:schemeClr val="lt1"/>
              </a:buClr>
              <a:buSzPts val="1400"/>
              <a:buFont typeface="Arial"/>
              <a:buChar char="​"/>
              <a:defRPr sz="1400" b="0">
                <a:solidFill>
                  <a:schemeClr val="lt1"/>
                </a:solidFill>
              </a:defRPr>
            </a:lvl5pPr>
            <a:lvl6pPr marL="2743200" lvl="5" indent="-317500" algn="ctr">
              <a:lnSpc>
                <a:spcPct val="85000"/>
              </a:lnSpc>
              <a:spcBef>
                <a:spcPts val="200"/>
              </a:spcBef>
              <a:spcAft>
                <a:spcPts val="0"/>
              </a:spcAft>
              <a:buClr>
                <a:schemeClr val="lt1"/>
              </a:buClr>
              <a:buSzPts val="1400"/>
              <a:buFont typeface="Arial"/>
              <a:buChar char="​"/>
              <a:defRPr sz="1400" b="0">
                <a:solidFill>
                  <a:schemeClr val="lt1"/>
                </a:solidFill>
              </a:defRPr>
            </a:lvl6pPr>
            <a:lvl7pPr marL="3200400" lvl="6" indent="-317500" algn="ctr">
              <a:lnSpc>
                <a:spcPct val="85000"/>
              </a:lnSpc>
              <a:spcBef>
                <a:spcPts val="200"/>
              </a:spcBef>
              <a:spcAft>
                <a:spcPts val="0"/>
              </a:spcAft>
              <a:buClr>
                <a:schemeClr val="lt1"/>
              </a:buClr>
              <a:buSzPts val="1400"/>
              <a:buFont typeface="Arial"/>
              <a:buChar char="​"/>
              <a:defRPr sz="1400" b="0">
                <a:solidFill>
                  <a:schemeClr val="lt1"/>
                </a:solidFill>
              </a:defRPr>
            </a:lvl7pPr>
            <a:lvl8pPr marL="3657600" lvl="7" indent="-317500" algn="ctr">
              <a:lnSpc>
                <a:spcPct val="85000"/>
              </a:lnSpc>
              <a:spcBef>
                <a:spcPts val="200"/>
              </a:spcBef>
              <a:spcAft>
                <a:spcPts val="0"/>
              </a:spcAft>
              <a:buClr>
                <a:schemeClr val="lt1"/>
              </a:buClr>
              <a:buSzPts val="1400"/>
              <a:buFont typeface="Arial"/>
              <a:buChar char="​"/>
              <a:defRPr sz="1400" b="0">
                <a:solidFill>
                  <a:schemeClr val="lt1"/>
                </a:solidFill>
              </a:defRPr>
            </a:lvl8pPr>
            <a:lvl9pPr marL="4114800" lvl="8" indent="-317500" algn="ctr">
              <a:lnSpc>
                <a:spcPct val="85000"/>
              </a:lnSpc>
              <a:spcBef>
                <a:spcPts val="200"/>
              </a:spcBef>
              <a:spcAft>
                <a:spcPts val="200"/>
              </a:spcAft>
              <a:buClr>
                <a:schemeClr val="lt1"/>
              </a:buClr>
              <a:buSzPts val="1400"/>
              <a:buFont typeface="Arial"/>
              <a:buChar char="​"/>
              <a:defRPr sz="1400" b="0">
                <a:solidFill>
                  <a:schemeClr val="lt1"/>
                </a:solidFill>
              </a:defRPr>
            </a:lvl9pPr>
          </a:lstStyle>
          <a:p>
            <a:endParaRPr/>
          </a:p>
        </p:txBody>
      </p:sp>
      <p:sp>
        <p:nvSpPr>
          <p:cNvPr id="84" name="Google Shape;84;p18"/>
          <p:cNvSpPr>
            <a:spLocks noGrp="1"/>
          </p:cNvSpPr>
          <p:nvPr>
            <p:ph type="pic" idx="2"/>
          </p:nvPr>
        </p:nvSpPr>
        <p:spPr>
          <a:xfrm>
            <a:off x="0" y="0"/>
            <a:ext cx="2971800" cy="5143500"/>
          </a:xfrm>
          <a:prstGeom prst="rect">
            <a:avLst/>
          </a:prstGeom>
          <a:noFill/>
          <a:ln>
            <a:noFill/>
          </a:ln>
        </p:spPr>
        <p:txBody>
          <a:bodyPr spcFirstLastPara="1" wrap="square" lIns="0" tIns="0" rIns="0" bIns="0" anchor="t" anchorCtr="0">
            <a:noAutofit/>
          </a:bodyPr>
          <a:lstStyle>
            <a:lvl1pPr marR="0" lvl="0" algn="ctr" rtl="0">
              <a:lnSpc>
                <a:spcPct val="95000"/>
              </a:lnSpc>
              <a:spcBef>
                <a:spcPts val="600"/>
              </a:spcBef>
              <a:spcAft>
                <a:spcPts val="0"/>
              </a:spcAft>
              <a:buClr>
                <a:schemeClr val="dk1"/>
              </a:buClr>
              <a:buSzPts val="1600"/>
              <a:buFont typeface="Arial"/>
              <a:buNone/>
              <a:defRPr sz="1600" b="0" i="0" u="none" strike="noStrike" cap="none">
                <a:solidFill>
                  <a:schemeClr val="dk1"/>
                </a:solidFill>
                <a:latin typeface="Century Gothic"/>
                <a:ea typeface="Century Gothic"/>
                <a:cs typeface="Century Gothic"/>
                <a:sym typeface="Century Gothic"/>
              </a:defRPr>
            </a:lvl1pPr>
            <a:lvl2pPr marR="0" lvl="1" algn="l" rtl="0">
              <a:lnSpc>
                <a:spcPct val="85000"/>
              </a:lnSpc>
              <a:spcBef>
                <a:spcPts val="200"/>
              </a:spcBef>
              <a:spcAft>
                <a:spcPts val="0"/>
              </a:spcAft>
              <a:buClr>
                <a:schemeClr val="dk1"/>
              </a:buClr>
              <a:buSzPts val="1600"/>
              <a:buFont typeface="Arial"/>
              <a:buChar char="–"/>
              <a:defRPr sz="1600" b="0" i="0" u="none" strike="noStrike" cap="none">
                <a:solidFill>
                  <a:schemeClr val="dk1"/>
                </a:solidFill>
                <a:latin typeface="Century Gothic"/>
                <a:ea typeface="Century Gothic"/>
                <a:cs typeface="Century Gothic"/>
                <a:sym typeface="Century Gothic"/>
              </a:defRPr>
            </a:lvl2pPr>
            <a:lvl3pPr marR="0" lvl="2" algn="l" rtl="0">
              <a:lnSpc>
                <a:spcPct val="85000"/>
              </a:lnSpc>
              <a:spcBef>
                <a:spcPts val="200"/>
              </a:spcBef>
              <a:spcAft>
                <a:spcPts val="0"/>
              </a:spcAft>
              <a:buClr>
                <a:schemeClr val="dk1"/>
              </a:buClr>
              <a:buSzPts val="1400"/>
              <a:buFont typeface="Arial"/>
              <a:buChar char="-"/>
              <a:defRPr sz="1400" b="0" i="0" u="none" strike="noStrike" cap="none">
                <a:solidFill>
                  <a:schemeClr val="dk1"/>
                </a:solidFill>
                <a:latin typeface="Century Gothic"/>
                <a:ea typeface="Century Gothic"/>
                <a:cs typeface="Century Gothic"/>
                <a:sym typeface="Century Gothic"/>
              </a:defRPr>
            </a:lvl3pPr>
            <a:lvl4pPr marR="0" lvl="3" algn="l" rtl="0">
              <a:lnSpc>
                <a:spcPct val="95000"/>
              </a:lnSpc>
              <a:spcBef>
                <a:spcPts val="600"/>
              </a:spcBef>
              <a:spcAft>
                <a:spcPts val="0"/>
              </a:spcAft>
              <a:buClr>
                <a:schemeClr val="dk1"/>
              </a:buClr>
              <a:buSzPts val="1800"/>
              <a:buFont typeface="Arial"/>
              <a:buChar char="​"/>
              <a:defRPr sz="1800" b="0" i="0" u="none" strike="noStrike" cap="none">
                <a:solidFill>
                  <a:schemeClr val="dk1"/>
                </a:solidFill>
                <a:latin typeface="Century Gothic"/>
                <a:ea typeface="Century Gothic"/>
                <a:cs typeface="Century Gothic"/>
                <a:sym typeface="Century Gothic"/>
              </a:defRPr>
            </a:lvl4pPr>
            <a:lvl5pPr marR="0" lvl="4" algn="l" rtl="0">
              <a:lnSpc>
                <a:spcPct val="95000"/>
              </a:lnSpc>
              <a:spcBef>
                <a:spcPts val="600"/>
              </a:spcBef>
              <a:spcAft>
                <a:spcPts val="0"/>
              </a:spcAft>
              <a:buClr>
                <a:schemeClr val="accent1"/>
              </a:buClr>
              <a:buSzPts val="1800"/>
              <a:buFont typeface="Arial"/>
              <a:buChar char="​"/>
              <a:defRPr sz="1800" b="0" i="0" u="none" strike="noStrike" cap="none">
                <a:solidFill>
                  <a:schemeClr val="accent1"/>
                </a:solidFill>
                <a:latin typeface="Century Gothic"/>
                <a:ea typeface="Century Gothic"/>
                <a:cs typeface="Century Gothic"/>
                <a:sym typeface="Century Gothic"/>
              </a:defRPr>
            </a:lvl5pPr>
            <a:lvl6pPr marR="0" lvl="5" algn="l" rtl="0">
              <a:lnSpc>
                <a:spcPct val="95000"/>
              </a:lnSpc>
              <a:spcBef>
                <a:spcPts val="600"/>
              </a:spcBef>
              <a:spcAft>
                <a:spcPts val="0"/>
              </a:spcAft>
              <a:buClr>
                <a:schemeClr val="accent2"/>
              </a:buClr>
              <a:buSzPts val="1800"/>
              <a:buFont typeface="Arial"/>
              <a:buChar char="​"/>
              <a:defRPr sz="1800" b="0" i="0" u="none" strike="noStrike" cap="none">
                <a:solidFill>
                  <a:schemeClr val="accent2"/>
                </a:solidFill>
                <a:latin typeface="Century Gothic"/>
                <a:ea typeface="Century Gothic"/>
                <a:cs typeface="Century Gothic"/>
                <a:sym typeface="Century Gothic"/>
              </a:defRPr>
            </a:lvl6pPr>
            <a:lvl7pPr marR="0" lvl="6" algn="l" rtl="0">
              <a:lnSpc>
                <a:spcPct val="95000"/>
              </a:lnSpc>
              <a:spcBef>
                <a:spcPts val="1000"/>
              </a:spcBef>
              <a:spcAft>
                <a:spcPts val="0"/>
              </a:spcAft>
              <a:buClr>
                <a:schemeClr val="dk1"/>
              </a:buClr>
              <a:buSzPts val="1800"/>
              <a:buFont typeface="Arial"/>
              <a:buChar char="​"/>
              <a:defRPr sz="1800" b="1" i="0" u="none" strike="noStrike" cap="none">
                <a:solidFill>
                  <a:schemeClr val="dk1"/>
                </a:solidFill>
                <a:latin typeface="Century Gothic"/>
                <a:ea typeface="Century Gothic"/>
                <a:cs typeface="Century Gothic"/>
                <a:sym typeface="Century Gothic"/>
              </a:defRPr>
            </a:lvl7pPr>
            <a:lvl8pPr marR="0" lvl="7" algn="l" rtl="0">
              <a:lnSpc>
                <a:spcPct val="95000"/>
              </a:lnSpc>
              <a:spcBef>
                <a:spcPts val="200"/>
              </a:spcBef>
              <a:spcAft>
                <a:spcPts val="0"/>
              </a:spcAft>
              <a:buClr>
                <a:schemeClr val="dk1"/>
              </a:buClr>
              <a:buSzPts val="1800"/>
              <a:buFont typeface="Century Gothic"/>
              <a:buAutoNum type="arabicPeriod"/>
              <a:defRPr sz="1800" b="0" i="0" u="none" strike="noStrike" cap="none">
                <a:solidFill>
                  <a:schemeClr val="dk1"/>
                </a:solidFill>
                <a:latin typeface="Century Gothic"/>
                <a:ea typeface="Century Gothic"/>
                <a:cs typeface="Century Gothic"/>
                <a:sym typeface="Century Gothic"/>
              </a:defRPr>
            </a:lvl8pPr>
            <a:lvl9pPr marR="0" lvl="8" algn="l" rtl="0">
              <a:lnSpc>
                <a:spcPct val="95000"/>
              </a:lnSpc>
              <a:spcBef>
                <a:spcPts val="400"/>
              </a:spcBef>
              <a:spcAft>
                <a:spcPts val="400"/>
              </a:spcAft>
              <a:buClr>
                <a:schemeClr val="accent6"/>
              </a:buClr>
              <a:buSzPts val="900"/>
              <a:buFont typeface="Arial"/>
              <a:buChar char="​"/>
              <a:defRPr sz="900" b="0" i="0" u="none" strike="noStrike" cap="none">
                <a:solidFill>
                  <a:schemeClr val="accent6"/>
                </a:solidFill>
                <a:latin typeface="Century Gothic"/>
                <a:ea typeface="Century Gothic"/>
                <a:cs typeface="Century Gothic"/>
                <a:sym typeface="Century Gothic"/>
              </a:defRPr>
            </a:lvl9pPr>
          </a:lstStyle>
          <a:p>
            <a:endParaRPr/>
          </a:p>
        </p:txBody>
      </p:sp>
      <p:sp>
        <p:nvSpPr>
          <p:cNvPr id="85" name="Google Shape;85;p18"/>
          <p:cNvSpPr txBox="1">
            <a:spLocks noGrp="1"/>
          </p:cNvSpPr>
          <p:nvPr>
            <p:ph type="body" idx="3"/>
          </p:nvPr>
        </p:nvSpPr>
        <p:spPr>
          <a:xfrm>
            <a:off x="3511296" y="1152143"/>
            <a:ext cx="5164694" cy="3511296"/>
          </a:xfrm>
          <a:prstGeom prst="rect">
            <a:avLst/>
          </a:prstGeom>
          <a:noFill/>
          <a:ln>
            <a:noFill/>
          </a:ln>
        </p:spPr>
        <p:txBody>
          <a:bodyPr spcFirstLastPara="1" wrap="square" lIns="0" tIns="0" rIns="0" bIns="0" anchor="t" anchorCtr="0">
            <a:noAutofit/>
          </a:bodyPr>
          <a:lstStyle>
            <a:lvl1pPr marL="457200" lvl="0" indent="-355600" algn="l">
              <a:lnSpc>
                <a:spcPct val="95000"/>
              </a:lnSpc>
              <a:spcBef>
                <a:spcPts val="400"/>
              </a:spcBef>
              <a:spcAft>
                <a:spcPts val="0"/>
              </a:spcAft>
              <a:buClr>
                <a:schemeClr val="dk1"/>
              </a:buClr>
              <a:buSzPts val="2000"/>
              <a:buChar char="•"/>
              <a:defRPr sz="2000"/>
            </a:lvl1pPr>
            <a:lvl2pPr marL="914400" lvl="1" indent="-342900" algn="l">
              <a:lnSpc>
                <a:spcPct val="85000"/>
              </a:lnSpc>
              <a:spcBef>
                <a:spcPts val="200"/>
              </a:spcBef>
              <a:spcAft>
                <a:spcPts val="0"/>
              </a:spcAft>
              <a:buClr>
                <a:schemeClr val="dk1"/>
              </a:buClr>
              <a:buSzPts val="1800"/>
              <a:buChar char="–"/>
              <a:defRPr sz="1800"/>
            </a:lvl2pPr>
            <a:lvl3pPr marL="1371600" lvl="2" indent="-330200" algn="l">
              <a:lnSpc>
                <a:spcPct val="85000"/>
              </a:lnSpc>
              <a:spcBef>
                <a:spcPts val="200"/>
              </a:spcBef>
              <a:spcAft>
                <a:spcPts val="0"/>
              </a:spcAft>
              <a:buClr>
                <a:schemeClr val="dk1"/>
              </a:buClr>
              <a:buSzPts val="1600"/>
              <a:buChar char="-"/>
              <a:defRPr sz="1600"/>
            </a:lvl3pPr>
            <a:lvl4pPr marL="1828800" lvl="3" indent="-342900" algn="l">
              <a:lnSpc>
                <a:spcPct val="95000"/>
              </a:lnSpc>
              <a:spcBef>
                <a:spcPts val="600"/>
              </a:spcBef>
              <a:spcAft>
                <a:spcPts val="0"/>
              </a:spcAft>
              <a:buClr>
                <a:schemeClr val="dk1"/>
              </a:buClr>
              <a:buSzPts val="1800"/>
              <a:buChar char="​"/>
              <a:defRPr sz="1800"/>
            </a:lvl4pPr>
            <a:lvl5pPr marL="2286000" lvl="4" indent="-342900" algn="l">
              <a:lnSpc>
                <a:spcPct val="95000"/>
              </a:lnSpc>
              <a:spcBef>
                <a:spcPts val="600"/>
              </a:spcBef>
              <a:spcAft>
                <a:spcPts val="0"/>
              </a:spcAft>
              <a:buClr>
                <a:schemeClr val="accent1"/>
              </a:buClr>
              <a:buSzPts val="1800"/>
              <a:buChar char="​"/>
              <a:defRPr sz="1800"/>
            </a:lvl5pPr>
            <a:lvl6pPr marL="2743200" lvl="5" indent="-342900" algn="l">
              <a:lnSpc>
                <a:spcPct val="95000"/>
              </a:lnSpc>
              <a:spcBef>
                <a:spcPts val="600"/>
              </a:spcBef>
              <a:spcAft>
                <a:spcPts val="0"/>
              </a:spcAft>
              <a:buClr>
                <a:schemeClr val="accent2"/>
              </a:buClr>
              <a:buSzPts val="1800"/>
              <a:buChar char="​"/>
              <a:defRPr/>
            </a:lvl6pPr>
            <a:lvl7pPr marL="3200400" lvl="6" indent="-342900" algn="l">
              <a:lnSpc>
                <a:spcPct val="95000"/>
              </a:lnSpc>
              <a:spcBef>
                <a:spcPts val="1000"/>
              </a:spcBef>
              <a:spcAft>
                <a:spcPts val="0"/>
              </a:spcAft>
              <a:buClr>
                <a:schemeClr val="dk1"/>
              </a:buClr>
              <a:buSzPts val="1800"/>
              <a:buChar char="​"/>
              <a:defRPr/>
            </a:lvl7pPr>
            <a:lvl8pPr marL="3657600" lvl="7" indent="-342900" algn="l">
              <a:lnSpc>
                <a:spcPct val="95000"/>
              </a:lnSpc>
              <a:spcBef>
                <a:spcPts val="200"/>
              </a:spcBef>
              <a:spcAft>
                <a:spcPts val="0"/>
              </a:spcAft>
              <a:buClr>
                <a:schemeClr val="dk1"/>
              </a:buClr>
              <a:buSzPts val="1800"/>
              <a:buAutoNum type="arabicPeriod"/>
              <a:defRPr/>
            </a:lvl8pPr>
            <a:lvl9pPr marL="4114800" lvl="8" indent="-342900" algn="l">
              <a:lnSpc>
                <a:spcPct val="95000"/>
              </a:lnSpc>
              <a:spcBef>
                <a:spcPts val="400"/>
              </a:spcBef>
              <a:spcAft>
                <a:spcPts val="400"/>
              </a:spcAft>
              <a:buClr>
                <a:schemeClr val="accent6"/>
              </a:buClr>
              <a:buSzPts val="1800"/>
              <a:buChar char="​"/>
              <a:defRPr/>
            </a:lvl9pPr>
          </a:lstStyle>
          <a:p>
            <a:endParaRPr/>
          </a:p>
        </p:txBody>
      </p:sp>
    </p:spTree>
  </p:cSld>
  <p:clrMapOvr>
    <a:masterClrMapping/>
  </p:clrMapOvr>
  <p:transition spd="med">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matchingName="Alternate Title Slide">
  <p:cSld name="Alternate Title Slide">
    <p:spTree>
      <p:nvGrpSpPr>
        <p:cNvPr id="1" name="Shape 86"/>
        <p:cNvGrpSpPr/>
        <p:nvPr/>
      </p:nvGrpSpPr>
      <p:grpSpPr>
        <a:xfrm>
          <a:off x="0" y="0"/>
          <a:ext cx="0" cy="0"/>
          <a:chOff x="0" y="0"/>
          <a:chExt cx="0" cy="0"/>
        </a:xfrm>
      </p:grpSpPr>
      <p:sp>
        <p:nvSpPr>
          <p:cNvPr id="87" name="Google Shape;87;p19"/>
          <p:cNvSpPr txBox="1">
            <a:spLocks noGrp="1"/>
          </p:cNvSpPr>
          <p:nvPr>
            <p:ph type="body" idx="1"/>
          </p:nvPr>
        </p:nvSpPr>
        <p:spPr>
          <a:xfrm>
            <a:off x="0" y="1765763"/>
            <a:ext cx="9144000" cy="1611980"/>
          </a:xfrm>
          <a:prstGeom prst="rect">
            <a:avLst/>
          </a:prstGeom>
          <a:solidFill>
            <a:schemeClr val="accent1">
              <a:alpha val="89803"/>
            </a:schemeClr>
          </a:solidFill>
          <a:ln>
            <a:noFill/>
          </a:ln>
        </p:spPr>
        <p:txBody>
          <a:bodyPr spcFirstLastPara="1" wrap="square" lIns="457200" tIns="137150" rIns="457200" bIns="137150" anchor="ctr" anchorCtr="1">
            <a:noAutofit/>
          </a:bodyPr>
          <a:lstStyle>
            <a:lvl1pPr marL="457200" lvl="0" indent="-381000" algn="ctr">
              <a:lnSpc>
                <a:spcPct val="85000"/>
              </a:lnSpc>
              <a:spcBef>
                <a:spcPts val="200"/>
              </a:spcBef>
              <a:spcAft>
                <a:spcPts val="0"/>
              </a:spcAft>
              <a:buClr>
                <a:schemeClr val="lt1"/>
              </a:buClr>
              <a:buSzPts val="2400"/>
              <a:buFont typeface="Arial"/>
              <a:buChar char="​"/>
              <a:defRPr sz="2400" b="1">
                <a:solidFill>
                  <a:schemeClr val="lt1"/>
                </a:solidFill>
              </a:defRPr>
            </a:lvl1pPr>
            <a:lvl2pPr marL="914400" lvl="1" indent="-342900" algn="ctr">
              <a:lnSpc>
                <a:spcPct val="85000"/>
              </a:lnSpc>
              <a:spcBef>
                <a:spcPts val="200"/>
              </a:spcBef>
              <a:spcAft>
                <a:spcPts val="0"/>
              </a:spcAft>
              <a:buClr>
                <a:schemeClr val="lt1"/>
              </a:buClr>
              <a:buSzPts val="1800"/>
              <a:buFont typeface="Arial"/>
              <a:buChar char="​"/>
              <a:defRPr sz="1800" b="1">
                <a:solidFill>
                  <a:schemeClr val="lt1"/>
                </a:solidFill>
              </a:defRPr>
            </a:lvl2pPr>
            <a:lvl3pPr marL="1371600" lvl="2" indent="-317500" algn="ctr">
              <a:lnSpc>
                <a:spcPct val="85000"/>
              </a:lnSpc>
              <a:spcBef>
                <a:spcPts val="600"/>
              </a:spcBef>
              <a:spcAft>
                <a:spcPts val="0"/>
              </a:spcAft>
              <a:buClr>
                <a:schemeClr val="lt1"/>
              </a:buClr>
              <a:buSzPts val="1400"/>
              <a:buFont typeface="Arial"/>
              <a:buChar char="​"/>
              <a:defRPr sz="1400" b="1">
                <a:solidFill>
                  <a:schemeClr val="lt1"/>
                </a:solidFill>
              </a:defRPr>
            </a:lvl3pPr>
            <a:lvl4pPr marL="1828800" lvl="3" indent="-317500" algn="ctr">
              <a:lnSpc>
                <a:spcPct val="85000"/>
              </a:lnSpc>
              <a:spcBef>
                <a:spcPts val="200"/>
              </a:spcBef>
              <a:spcAft>
                <a:spcPts val="0"/>
              </a:spcAft>
              <a:buClr>
                <a:schemeClr val="lt1"/>
              </a:buClr>
              <a:buSzPts val="1400"/>
              <a:buFont typeface="Arial"/>
              <a:buChar char="​"/>
              <a:defRPr sz="1400" b="0">
                <a:solidFill>
                  <a:schemeClr val="lt1"/>
                </a:solidFill>
              </a:defRPr>
            </a:lvl4pPr>
            <a:lvl5pPr marL="2286000" lvl="4" indent="-317500" algn="ctr">
              <a:lnSpc>
                <a:spcPct val="85000"/>
              </a:lnSpc>
              <a:spcBef>
                <a:spcPts val="200"/>
              </a:spcBef>
              <a:spcAft>
                <a:spcPts val="0"/>
              </a:spcAft>
              <a:buClr>
                <a:schemeClr val="lt1"/>
              </a:buClr>
              <a:buSzPts val="1400"/>
              <a:buFont typeface="Arial"/>
              <a:buChar char="​"/>
              <a:defRPr sz="1400" b="0">
                <a:solidFill>
                  <a:schemeClr val="lt1"/>
                </a:solidFill>
              </a:defRPr>
            </a:lvl5pPr>
            <a:lvl6pPr marL="2743200" lvl="5" indent="-317500" algn="ctr">
              <a:lnSpc>
                <a:spcPct val="85000"/>
              </a:lnSpc>
              <a:spcBef>
                <a:spcPts val="200"/>
              </a:spcBef>
              <a:spcAft>
                <a:spcPts val="0"/>
              </a:spcAft>
              <a:buClr>
                <a:schemeClr val="lt1"/>
              </a:buClr>
              <a:buSzPts val="1400"/>
              <a:buFont typeface="Arial"/>
              <a:buChar char="​"/>
              <a:defRPr sz="1400" b="0">
                <a:solidFill>
                  <a:schemeClr val="lt1"/>
                </a:solidFill>
              </a:defRPr>
            </a:lvl6pPr>
            <a:lvl7pPr marL="3200400" lvl="6" indent="-317500" algn="ctr">
              <a:lnSpc>
                <a:spcPct val="85000"/>
              </a:lnSpc>
              <a:spcBef>
                <a:spcPts val="200"/>
              </a:spcBef>
              <a:spcAft>
                <a:spcPts val="0"/>
              </a:spcAft>
              <a:buClr>
                <a:schemeClr val="lt1"/>
              </a:buClr>
              <a:buSzPts val="1400"/>
              <a:buFont typeface="Arial"/>
              <a:buChar char="​"/>
              <a:defRPr sz="1400" b="0">
                <a:solidFill>
                  <a:schemeClr val="lt1"/>
                </a:solidFill>
              </a:defRPr>
            </a:lvl7pPr>
            <a:lvl8pPr marL="3657600" lvl="7" indent="-317500" algn="ctr">
              <a:lnSpc>
                <a:spcPct val="85000"/>
              </a:lnSpc>
              <a:spcBef>
                <a:spcPts val="200"/>
              </a:spcBef>
              <a:spcAft>
                <a:spcPts val="0"/>
              </a:spcAft>
              <a:buClr>
                <a:schemeClr val="lt1"/>
              </a:buClr>
              <a:buSzPts val="1400"/>
              <a:buFont typeface="Arial"/>
              <a:buChar char="​"/>
              <a:defRPr sz="1400" b="0">
                <a:solidFill>
                  <a:schemeClr val="lt1"/>
                </a:solidFill>
              </a:defRPr>
            </a:lvl8pPr>
            <a:lvl9pPr marL="4114800" lvl="8" indent="-317500" algn="ctr">
              <a:lnSpc>
                <a:spcPct val="85000"/>
              </a:lnSpc>
              <a:spcBef>
                <a:spcPts val="200"/>
              </a:spcBef>
              <a:spcAft>
                <a:spcPts val="200"/>
              </a:spcAft>
              <a:buClr>
                <a:schemeClr val="lt1"/>
              </a:buClr>
              <a:buSzPts val="1400"/>
              <a:buFont typeface="Arial"/>
              <a:buChar char="​"/>
              <a:defRPr sz="1400" b="0">
                <a:solidFill>
                  <a:schemeClr val="lt1"/>
                </a:solidFill>
              </a:defRPr>
            </a:lvl9pPr>
          </a:lstStyle>
          <a:p>
            <a:endParaRPr/>
          </a:p>
        </p:txBody>
      </p:sp>
      <p:sp>
        <p:nvSpPr>
          <p:cNvPr id="88" name="Google Shape;88;p19"/>
          <p:cNvSpPr/>
          <p:nvPr/>
        </p:nvSpPr>
        <p:spPr>
          <a:xfrm>
            <a:off x="457200" y="0"/>
            <a:ext cx="2438400" cy="9144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entury Gothic"/>
              <a:ea typeface="Century Gothic"/>
              <a:cs typeface="Century Gothic"/>
              <a:sym typeface="Century Gothic"/>
            </a:endParaRPr>
          </a:p>
        </p:txBody>
      </p:sp>
      <p:grpSp>
        <p:nvGrpSpPr>
          <p:cNvPr id="89" name="Google Shape;89;p19"/>
          <p:cNvGrpSpPr/>
          <p:nvPr/>
        </p:nvGrpSpPr>
        <p:grpSpPr>
          <a:xfrm>
            <a:off x="994117" y="305466"/>
            <a:ext cx="1362335" cy="305001"/>
            <a:chOff x="5137" y="4139"/>
            <a:chExt cx="335" cy="75"/>
          </a:xfrm>
        </p:grpSpPr>
        <p:sp>
          <p:nvSpPr>
            <p:cNvPr id="90" name="Google Shape;90;p19"/>
            <p:cNvSpPr/>
            <p:nvPr/>
          </p:nvSpPr>
          <p:spPr>
            <a:xfrm>
              <a:off x="5137" y="4139"/>
              <a:ext cx="324" cy="75"/>
            </a:xfrm>
            <a:custGeom>
              <a:avLst/>
              <a:gdLst/>
              <a:ahLst/>
              <a:cxnLst/>
              <a:rect l="l" t="t" r="r" b="b"/>
              <a:pathLst>
                <a:path w="3745" h="863" extrusionOk="0">
                  <a:moveTo>
                    <a:pt x="660" y="0"/>
                  </a:moveTo>
                  <a:lnTo>
                    <a:pt x="660" y="0"/>
                  </a:lnTo>
                  <a:lnTo>
                    <a:pt x="22" y="0"/>
                  </a:lnTo>
                  <a:lnTo>
                    <a:pt x="0" y="73"/>
                  </a:lnTo>
                  <a:lnTo>
                    <a:pt x="292" y="73"/>
                  </a:lnTo>
                  <a:lnTo>
                    <a:pt x="292" y="804"/>
                  </a:lnTo>
                  <a:cubicBezTo>
                    <a:pt x="292" y="843"/>
                    <a:pt x="316" y="863"/>
                    <a:pt x="360" y="863"/>
                  </a:cubicBezTo>
                  <a:lnTo>
                    <a:pt x="399" y="863"/>
                  </a:lnTo>
                  <a:lnTo>
                    <a:pt x="399" y="73"/>
                  </a:lnTo>
                  <a:lnTo>
                    <a:pt x="637" y="73"/>
                  </a:lnTo>
                  <a:lnTo>
                    <a:pt x="660" y="0"/>
                  </a:lnTo>
                  <a:lnTo>
                    <a:pt x="660" y="0"/>
                  </a:lnTo>
                  <a:close/>
                  <a:moveTo>
                    <a:pt x="2673" y="181"/>
                  </a:moveTo>
                  <a:lnTo>
                    <a:pt x="2673" y="181"/>
                  </a:lnTo>
                  <a:cubicBezTo>
                    <a:pt x="2647" y="181"/>
                    <a:pt x="2626" y="190"/>
                    <a:pt x="2621" y="203"/>
                  </a:cubicBezTo>
                  <a:lnTo>
                    <a:pt x="2408" y="768"/>
                  </a:lnTo>
                  <a:lnTo>
                    <a:pt x="2448" y="768"/>
                  </a:lnTo>
                  <a:cubicBezTo>
                    <a:pt x="2491" y="768"/>
                    <a:pt x="2509" y="764"/>
                    <a:pt x="2522" y="729"/>
                  </a:cubicBezTo>
                  <a:lnTo>
                    <a:pt x="2570" y="596"/>
                  </a:lnTo>
                  <a:lnTo>
                    <a:pt x="2698" y="596"/>
                  </a:lnTo>
                  <a:lnTo>
                    <a:pt x="2679" y="533"/>
                  </a:lnTo>
                  <a:lnTo>
                    <a:pt x="2590" y="533"/>
                  </a:lnTo>
                  <a:lnTo>
                    <a:pt x="2669" y="310"/>
                  </a:lnTo>
                  <a:lnTo>
                    <a:pt x="2812" y="729"/>
                  </a:lnTo>
                  <a:cubicBezTo>
                    <a:pt x="2824" y="764"/>
                    <a:pt x="2845" y="768"/>
                    <a:pt x="2891" y="768"/>
                  </a:cubicBezTo>
                  <a:lnTo>
                    <a:pt x="2941" y="768"/>
                  </a:lnTo>
                  <a:lnTo>
                    <a:pt x="2725" y="203"/>
                  </a:lnTo>
                  <a:cubicBezTo>
                    <a:pt x="2720" y="190"/>
                    <a:pt x="2697" y="181"/>
                    <a:pt x="2673" y="181"/>
                  </a:cubicBezTo>
                  <a:close/>
                  <a:moveTo>
                    <a:pt x="3529" y="203"/>
                  </a:moveTo>
                  <a:lnTo>
                    <a:pt x="3529" y="203"/>
                  </a:lnTo>
                  <a:cubicBezTo>
                    <a:pt x="3524" y="190"/>
                    <a:pt x="3501" y="181"/>
                    <a:pt x="3477" y="181"/>
                  </a:cubicBezTo>
                  <a:cubicBezTo>
                    <a:pt x="3451" y="181"/>
                    <a:pt x="3430" y="190"/>
                    <a:pt x="3425" y="203"/>
                  </a:cubicBezTo>
                  <a:lnTo>
                    <a:pt x="3212" y="768"/>
                  </a:lnTo>
                  <a:lnTo>
                    <a:pt x="3252" y="768"/>
                  </a:lnTo>
                  <a:cubicBezTo>
                    <a:pt x="3294" y="768"/>
                    <a:pt x="3313" y="764"/>
                    <a:pt x="3326" y="729"/>
                  </a:cubicBezTo>
                  <a:lnTo>
                    <a:pt x="3374" y="596"/>
                  </a:lnTo>
                  <a:lnTo>
                    <a:pt x="3502" y="596"/>
                  </a:lnTo>
                  <a:lnTo>
                    <a:pt x="3483" y="533"/>
                  </a:lnTo>
                  <a:lnTo>
                    <a:pt x="3394" y="533"/>
                  </a:lnTo>
                  <a:lnTo>
                    <a:pt x="3473" y="310"/>
                  </a:lnTo>
                  <a:lnTo>
                    <a:pt x="3616" y="729"/>
                  </a:lnTo>
                  <a:cubicBezTo>
                    <a:pt x="3628" y="764"/>
                    <a:pt x="3649" y="768"/>
                    <a:pt x="3695" y="768"/>
                  </a:cubicBezTo>
                  <a:lnTo>
                    <a:pt x="3745" y="768"/>
                  </a:lnTo>
                  <a:lnTo>
                    <a:pt x="3529" y="203"/>
                  </a:lnTo>
                  <a:lnTo>
                    <a:pt x="3529" y="203"/>
                  </a:lnTo>
                  <a:close/>
                  <a:moveTo>
                    <a:pt x="1655" y="181"/>
                  </a:moveTo>
                  <a:lnTo>
                    <a:pt x="1655" y="181"/>
                  </a:lnTo>
                  <a:cubicBezTo>
                    <a:pt x="1630" y="181"/>
                    <a:pt x="1608" y="190"/>
                    <a:pt x="1603" y="203"/>
                  </a:cubicBezTo>
                  <a:lnTo>
                    <a:pt x="1399" y="746"/>
                  </a:lnTo>
                  <a:lnTo>
                    <a:pt x="1247" y="515"/>
                  </a:lnTo>
                  <a:cubicBezTo>
                    <a:pt x="1327" y="501"/>
                    <a:pt x="1374" y="459"/>
                    <a:pt x="1374" y="387"/>
                  </a:cubicBezTo>
                  <a:lnTo>
                    <a:pt x="1374" y="336"/>
                  </a:lnTo>
                  <a:cubicBezTo>
                    <a:pt x="1374" y="232"/>
                    <a:pt x="1277" y="189"/>
                    <a:pt x="1149" y="189"/>
                  </a:cubicBezTo>
                  <a:lnTo>
                    <a:pt x="969" y="189"/>
                  </a:lnTo>
                  <a:lnTo>
                    <a:pt x="969" y="704"/>
                  </a:lnTo>
                  <a:lnTo>
                    <a:pt x="737" y="704"/>
                  </a:lnTo>
                  <a:cubicBezTo>
                    <a:pt x="646" y="704"/>
                    <a:pt x="625" y="684"/>
                    <a:pt x="625" y="590"/>
                  </a:cubicBezTo>
                  <a:lnTo>
                    <a:pt x="625" y="488"/>
                  </a:lnTo>
                  <a:lnTo>
                    <a:pt x="797" y="488"/>
                  </a:lnTo>
                  <a:lnTo>
                    <a:pt x="816" y="424"/>
                  </a:lnTo>
                  <a:lnTo>
                    <a:pt x="625" y="424"/>
                  </a:lnTo>
                  <a:lnTo>
                    <a:pt x="625" y="253"/>
                  </a:lnTo>
                  <a:lnTo>
                    <a:pt x="878" y="253"/>
                  </a:lnTo>
                  <a:lnTo>
                    <a:pt x="897" y="189"/>
                  </a:lnTo>
                  <a:lnTo>
                    <a:pt x="520" y="189"/>
                  </a:lnTo>
                  <a:lnTo>
                    <a:pt x="520" y="590"/>
                  </a:lnTo>
                  <a:cubicBezTo>
                    <a:pt x="520" y="724"/>
                    <a:pt x="552" y="768"/>
                    <a:pt x="735" y="768"/>
                  </a:cubicBezTo>
                  <a:lnTo>
                    <a:pt x="1074" y="766"/>
                  </a:lnTo>
                  <a:lnTo>
                    <a:pt x="1074" y="253"/>
                  </a:lnTo>
                  <a:lnTo>
                    <a:pt x="1149" y="253"/>
                  </a:lnTo>
                  <a:cubicBezTo>
                    <a:pt x="1230" y="253"/>
                    <a:pt x="1271" y="282"/>
                    <a:pt x="1271" y="337"/>
                  </a:cubicBezTo>
                  <a:lnTo>
                    <a:pt x="1271" y="387"/>
                  </a:lnTo>
                  <a:cubicBezTo>
                    <a:pt x="1271" y="443"/>
                    <a:pt x="1220" y="461"/>
                    <a:pt x="1157" y="461"/>
                  </a:cubicBezTo>
                  <a:lnTo>
                    <a:pt x="1110" y="461"/>
                  </a:lnTo>
                  <a:lnTo>
                    <a:pt x="1269" y="733"/>
                  </a:lnTo>
                  <a:cubicBezTo>
                    <a:pt x="1287" y="765"/>
                    <a:pt x="1296" y="768"/>
                    <a:pt x="1338" y="768"/>
                  </a:cubicBezTo>
                  <a:lnTo>
                    <a:pt x="1430" y="768"/>
                  </a:lnTo>
                  <a:cubicBezTo>
                    <a:pt x="1473" y="768"/>
                    <a:pt x="1492" y="764"/>
                    <a:pt x="1505" y="729"/>
                  </a:cubicBezTo>
                  <a:lnTo>
                    <a:pt x="1552" y="596"/>
                  </a:lnTo>
                  <a:lnTo>
                    <a:pt x="1680" y="596"/>
                  </a:lnTo>
                  <a:lnTo>
                    <a:pt x="1661" y="533"/>
                  </a:lnTo>
                  <a:lnTo>
                    <a:pt x="1573" y="533"/>
                  </a:lnTo>
                  <a:lnTo>
                    <a:pt x="1652" y="310"/>
                  </a:lnTo>
                  <a:lnTo>
                    <a:pt x="1795" y="729"/>
                  </a:lnTo>
                  <a:cubicBezTo>
                    <a:pt x="1807" y="764"/>
                    <a:pt x="1827" y="768"/>
                    <a:pt x="1873" y="768"/>
                  </a:cubicBezTo>
                  <a:lnTo>
                    <a:pt x="1923" y="768"/>
                  </a:lnTo>
                  <a:lnTo>
                    <a:pt x="1707" y="203"/>
                  </a:lnTo>
                  <a:cubicBezTo>
                    <a:pt x="1702" y="190"/>
                    <a:pt x="1679" y="181"/>
                    <a:pt x="1655" y="181"/>
                  </a:cubicBezTo>
                  <a:close/>
                  <a:moveTo>
                    <a:pt x="2304" y="530"/>
                  </a:moveTo>
                  <a:lnTo>
                    <a:pt x="2304" y="530"/>
                  </a:lnTo>
                  <a:cubicBezTo>
                    <a:pt x="2304" y="647"/>
                    <a:pt x="2266" y="704"/>
                    <a:pt x="2162" y="704"/>
                  </a:cubicBezTo>
                  <a:lnTo>
                    <a:pt x="2068" y="704"/>
                  </a:lnTo>
                  <a:lnTo>
                    <a:pt x="2068" y="253"/>
                  </a:lnTo>
                  <a:lnTo>
                    <a:pt x="2159" y="253"/>
                  </a:lnTo>
                  <a:cubicBezTo>
                    <a:pt x="2266" y="253"/>
                    <a:pt x="2304" y="316"/>
                    <a:pt x="2304" y="433"/>
                  </a:cubicBezTo>
                  <a:lnTo>
                    <a:pt x="2304" y="530"/>
                  </a:lnTo>
                  <a:lnTo>
                    <a:pt x="2304" y="530"/>
                  </a:lnTo>
                  <a:close/>
                  <a:moveTo>
                    <a:pt x="2409" y="432"/>
                  </a:moveTo>
                  <a:lnTo>
                    <a:pt x="2409" y="432"/>
                  </a:lnTo>
                  <a:cubicBezTo>
                    <a:pt x="2409" y="270"/>
                    <a:pt x="2326" y="189"/>
                    <a:pt x="2159" y="189"/>
                  </a:cubicBezTo>
                  <a:lnTo>
                    <a:pt x="1963" y="189"/>
                  </a:lnTo>
                  <a:lnTo>
                    <a:pt x="1963" y="709"/>
                  </a:lnTo>
                  <a:cubicBezTo>
                    <a:pt x="1963" y="748"/>
                    <a:pt x="1984" y="768"/>
                    <a:pt x="2029" y="768"/>
                  </a:cubicBezTo>
                  <a:lnTo>
                    <a:pt x="2159" y="768"/>
                  </a:lnTo>
                  <a:lnTo>
                    <a:pt x="2180" y="767"/>
                  </a:lnTo>
                  <a:cubicBezTo>
                    <a:pt x="2337" y="761"/>
                    <a:pt x="2409" y="693"/>
                    <a:pt x="2409" y="530"/>
                  </a:cubicBezTo>
                  <a:lnTo>
                    <a:pt x="2409" y="432"/>
                  </a:lnTo>
                  <a:lnTo>
                    <a:pt x="2409" y="432"/>
                  </a:lnTo>
                  <a:close/>
                  <a:moveTo>
                    <a:pt x="3332" y="190"/>
                  </a:moveTo>
                  <a:lnTo>
                    <a:pt x="3332" y="190"/>
                  </a:lnTo>
                  <a:lnTo>
                    <a:pt x="2851" y="190"/>
                  </a:lnTo>
                  <a:lnTo>
                    <a:pt x="2831" y="254"/>
                  </a:lnTo>
                  <a:lnTo>
                    <a:pt x="3028" y="254"/>
                  </a:lnTo>
                  <a:lnTo>
                    <a:pt x="3028" y="710"/>
                  </a:lnTo>
                  <a:cubicBezTo>
                    <a:pt x="3028" y="749"/>
                    <a:pt x="3052" y="768"/>
                    <a:pt x="3096" y="768"/>
                  </a:cubicBezTo>
                  <a:lnTo>
                    <a:pt x="3135" y="768"/>
                  </a:lnTo>
                  <a:lnTo>
                    <a:pt x="3135" y="254"/>
                  </a:lnTo>
                  <a:lnTo>
                    <a:pt x="3313" y="254"/>
                  </a:lnTo>
                  <a:lnTo>
                    <a:pt x="3332" y="19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3C3C3B"/>
                </a:solidFill>
                <a:latin typeface="Century Gothic"/>
                <a:ea typeface="Century Gothic"/>
                <a:cs typeface="Century Gothic"/>
                <a:sym typeface="Century Gothic"/>
              </a:endParaRPr>
            </a:p>
          </p:txBody>
        </p:sp>
        <p:sp>
          <p:nvSpPr>
            <p:cNvPr id="91" name="Google Shape;91;p19"/>
            <p:cNvSpPr/>
            <p:nvPr/>
          </p:nvSpPr>
          <p:spPr>
            <a:xfrm>
              <a:off x="5464" y="4197"/>
              <a:ext cx="8" cy="9"/>
            </a:xfrm>
            <a:custGeom>
              <a:avLst/>
              <a:gdLst/>
              <a:ahLst/>
              <a:cxnLst/>
              <a:rect l="l" t="t" r="r" b="b"/>
              <a:pathLst>
                <a:path w="99" h="98" extrusionOk="0">
                  <a:moveTo>
                    <a:pt x="59" y="30"/>
                  </a:moveTo>
                  <a:lnTo>
                    <a:pt x="59" y="30"/>
                  </a:lnTo>
                  <a:cubicBezTo>
                    <a:pt x="57" y="29"/>
                    <a:pt x="53" y="28"/>
                    <a:pt x="47" y="28"/>
                  </a:cubicBezTo>
                  <a:lnTo>
                    <a:pt x="39" y="28"/>
                  </a:lnTo>
                  <a:lnTo>
                    <a:pt x="39" y="48"/>
                  </a:lnTo>
                  <a:lnTo>
                    <a:pt x="48" y="48"/>
                  </a:lnTo>
                  <a:cubicBezTo>
                    <a:pt x="52" y="48"/>
                    <a:pt x="55" y="47"/>
                    <a:pt x="57" y="46"/>
                  </a:cubicBezTo>
                  <a:cubicBezTo>
                    <a:pt x="61" y="45"/>
                    <a:pt x="63" y="42"/>
                    <a:pt x="63" y="38"/>
                  </a:cubicBezTo>
                  <a:cubicBezTo>
                    <a:pt x="63" y="34"/>
                    <a:pt x="61" y="31"/>
                    <a:pt x="59" y="30"/>
                  </a:cubicBezTo>
                  <a:close/>
                  <a:moveTo>
                    <a:pt x="49" y="22"/>
                  </a:moveTo>
                  <a:lnTo>
                    <a:pt x="49" y="22"/>
                  </a:lnTo>
                  <a:cubicBezTo>
                    <a:pt x="55" y="22"/>
                    <a:pt x="60" y="22"/>
                    <a:pt x="63" y="23"/>
                  </a:cubicBezTo>
                  <a:cubicBezTo>
                    <a:pt x="69" y="26"/>
                    <a:pt x="72" y="30"/>
                    <a:pt x="72" y="37"/>
                  </a:cubicBezTo>
                  <a:cubicBezTo>
                    <a:pt x="72" y="42"/>
                    <a:pt x="70" y="46"/>
                    <a:pt x="66" y="48"/>
                  </a:cubicBezTo>
                  <a:cubicBezTo>
                    <a:pt x="65" y="49"/>
                    <a:pt x="62" y="50"/>
                    <a:pt x="59" y="51"/>
                  </a:cubicBezTo>
                  <a:cubicBezTo>
                    <a:pt x="63" y="51"/>
                    <a:pt x="66" y="53"/>
                    <a:pt x="68" y="56"/>
                  </a:cubicBezTo>
                  <a:cubicBezTo>
                    <a:pt x="70" y="59"/>
                    <a:pt x="71" y="62"/>
                    <a:pt x="71" y="64"/>
                  </a:cubicBezTo>
                  <a:lnTo>
                    <a:pt x="71" y="68"/>
                  </a:lnTo>
                  <a:cubicBezTo>
                    <a:pt x="71" y="69"/>
                    <a:pt x="71" y="71"/>
                    <a:pt x="71" y="72"/>
                  </a:cubicBezTo>
                  <a:cubicBezTo>
                    <a:pt x="71" y="74"/>
                    <a:pt x="71" y="75"/>
                    <a:pt x="72" y="75"/>
                  </a:cubicBezTo>
                  <a:lnTo>
                    <a:pt x="72" y="76"/>
                  </a:lnTo>
                  <a:lnTo>
                    <a:pt x="63" y="76"/>
                  </a:lnTo>
                  <a:cubicBezTo>
                    <a:pt x="63" y="76"/>
                    <a:pt x="63" y="75"/>
                    <a:pt x="63" y="75"/>
                  </a:cubicBezTo>
                  <a:cubicBezTo>
                    <a:pt x="63" y="75"/>
                    <a:pt x="63" y="75"/>
                    <a:pt x="63" y="75"/>
                  </a:cubicBezTo>
                  <a:lnTo>
                    <a:pt x="62" y="73"/>
                  </a:lnTo>
                  <a:lnTo>
                    <a:pt x="62" y="69"/>
                  </a:lnTo>
                  <a:cubicBezTo>
                    <a:pt x="62" y="62"/>
                    <a:pt x="61" y="58"/>
                    <a:pt x="57" y="56"/>
                  </a:cubicBezTo>
                  <a:cubicBezTo>
                    <a:pt x="55" y="55"/>
                    <a:pt x="52" y="54"/>
                    <a:pt x="47" y="54"/>
                  </a:cubicBezTo>
                  <a:lnTo>
                    <a:pt x="39" y="54"/>
                  </a:lnTo>
                  <a:lnTo>
                    <a:pt x="39" y="76"/>
                  </a:lnTo>
                  <a:lnTo>
                    <a:pt x="30" y="76"/>
                  </a:lnTo>
                  <a:lnTo>
                    <a:pt x="30" y="22"/>
                  </a:lnTo>
                  <a:lnTo>
                    <a:pt x="49" y="22"/>
                  </a:lnTo>
                  <a:lnTo>
                    <a:pt x="49" y="22"/>
                  </a:lnTo>
                  <a:close/>
                  <a:moveTo>
                    <a:pt x="20" y="19"/>
                  </a:moveTo>
                  <a:lnTo>
                    <a:pt x="20" y="19"/>
                  </a:lnTo>
                  <a:cubicBezTo>
                    <a:pt x="11" y="27"/>
                    <a:pt x="7" y="37"/>
                    <a:pt x="7" y="49"/>
                  </a:cubicBezTo>
                  <a:cubicBezTo>
                    <a:pt x="7" y="61"/>
                    <a:pt x="11" y="71"/>
                    <a:pt x="20" y="79"/>
                  </a:cubicBezTo>
                  <a:cubicBezTo>
                    <a:pt x="28" y="87"/>
                    <a:pt x="38" y="92"/>
                    <a:pt x="50" y="92"/>
                  </a:cubicBezTo>
                  <a:cubicBezTo>
                    <a:pt x="61" y="92"/>
                    <a:pt x="71" y="87"/>
                    <a:pt x="80" y="79"/>
                  </a:cubicBezTo>
                  <a:cubicBezTo>
                    <a:pt x="88" y="71"/>
                    <a:pt x="92" y="61"/>
                    <a:pt x="92" y="49"/>
                  </a:cubicBezTo>
                  <a:cubicBezTo>
                    <a:pt x="92" y="37"/>
                    <a:pt x="88" y="27"/>
                    <a:pt x="80" y="19"/>
                  </a:cubicBezTo>
                  <a:cubicBezTo>
                    <a:pt x="71" y="10"/>
                    <a:pt x="61" y="6"/>
                    <a:pt x="50" y="6"/>
                  </a:cubicBezTo>
                  <a:cubicBezTo>
                    <a:pt x="38" y="6"/>
                    <a:pt x="28" y="10"/>
                    <a:pt x="20" y="19"/>
                  </a:cubicBezTo>
                  <a:close/>
                  <a:moveTo>
                    <a:pt x="85" y="84"/>
                  </a:moveTo>
                  <a:lnTo>
                    <a:pt x="85" y="84"/>
                  </a:lnTo>
                  <a:cubicBezTo>
                    <a:pt x="75" y="94"/>
                    <a:pt x="63" y="98"/>
                    <a:pt x="50" y="98"/>
                  </a:cubicBezTo>
                  <a:cubicBezTo>
                    <a:pt x="36" y="98"/>
                    <a:pt x="24" y="94"/>
                    <a:pt x="15" y="84"/>
                  </a:cubicBezTo>
                  <a:cubicBezTo>
                    <a:pt x="5" y="74"/>
                    <a:pt x="0" y="63"/>
                    <a:pt x="0" y="49"/>
                  </a:cubicBezTo>
                  <a:cubicBezTo>
                    <a:pt x="0" y="35"/>
                    <a:pt x="5" y="24"/>
                    <a:pt x="15" y="14"/>
                  </a:cubicBezTo>
                  <a:cubicBezTo>
                    <a:pt x="24" y="4"/>
                    <a:pt x="36" y="0"/>
                    <a:pt x="50" y="0"/>
                  </a:cubicBezTo>
                  <a:cubicBezTo>
                    <a:pt x="63" y="0"/>
                    <a:pt x="75" y="4"/>
                    <a:pt x="85" y="14"/>
                  </a:cubicBezTo>
                  <a:cubicBezTo>
                    <a:pt x="94" y="24"/>
                    <a:pt x="99" y="35"/>
                    <a:pt x="99" y="49"/>
                  </a:cubicBezTo>
                  <a:cubicBezTo>
                    <a:pt x="99" y="63"/>
                    <a:pt x="94" y="74"/>
                    <a:pt x="85" y="84"/>
                  </a:cubicBez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3C3C3B"/>
                </a:solidFill>
                <a:latin typeface="Century Gothic"/>
                <a:ea typeface="Century Gothic"/>
                <a:cs typeface="Century Gothic"/>
                <a:sym typeface="Century Gothic"/>
              </a:endParaRPr>
            </a:p>
          </p:txBody>
        </p:sp>
      </p:grpSp>
    </p:spTree>
  </p:cSld>
  <p:clrMapOvr>
    <a:masterClrMapping/>
  </p:clrMapOvr>
  <p:transition spd="med">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Agenda/Table Contents">
  <p:cSld name="Agenda/Table Contents">
    <p:spTree>
      <p:nvGrpSpPr>
        <p:cNvPr id="1" name="Shape 92"/>
        <p:cNvGrpSpPr/>
        <p:nvPr/>
      </p:nvGrpSpPr>
      <p:grpSpPr>
        <a:xfrm>
          <a:off x="0" y="0"/>
          <a:ext cx="0" cy="0"/>
          <a:chOff x="0" y="0"/>
          <a:chExt cx="0" cy="0"/>
        </a:xfrm>
      </p:grpSpPr>
      <p:sp>
        <p:nvSpPr>
          <p:cNvPr id="93" name="Google Shape;93;p20"/>
          <p:cNvSpPr txBox="1">
            <a:spLocks noGrp="1"/>
          </p:cNvSpPr>
          <p:nvPr>
            <p:ph type="body" idx="1"/>
          </p:nvPr>
        </p:nvSpPr>
        <p:spPr>
          <a:xfrm>
            <a:off x="4800600" y="1216152"/>
            <a:ext cx="3886200" cy="3349777"/>
          </a:xfrm>
          <a:prstGeom prst="rect">
            <a:avLst/>
          </a:prstGeom>
          <a:noFill/>
          <a:ln>
            <a:noFill/>
          </a:ln>
        </p:spPr>
        <p:txBody>
          <a:bodyPr spcFirstLastPara="1" wrap="square" lIns="0" tIns="0" rIns="0" bIns="0" anchor="t" anchorCtr="0">
            <a:noAutofit/>
          </a:bodyPr>
          <a:lstStyle>
            <a:lvl1pPr marL="457200" lvl="0" indent="-342900" algn="l">
              <a:lnSpc>
                <a:spcPct val="95000"/>
              </a:lnSpc>
              <a:spcBef>
                <a:spcPts val="600"/>
              </a:spcBef>
              <a:spcAft>
                <a:spcPts val="0"/>
              </a:spcAft>
              <a:buClr>
                <a:schemeClr val="dk1"/>
              </a:buClr>
              <a:buSzPts val="1800"/>
              <a:buChar char="•"/>
              <a:defRPr sz="1800">
                <a:solidFill>
                  <a:schemeClr val="dk1"/>
                </a:solidFill>
              </a:defRPr>
            </a:lvl1pPr>
            <a:lvl2pPr marL="914400" lvl="1" indent="-330200" algn="l">
              <a:lnSpc>
                <a:spcPct val="85000"/>
              </a:lnSpc>
              <a:spcBef>
                <a:spcPts val="200"/>
              </a:spcBef>
              <a:spcAft>
                <a:spcPts val="0"/>
              </a:spcAft>
              <a:buClr>
                <a:schemeClr val="dk1"/>
              </a:buClr>
              <a:buSzPts val="1600"/>
              <a:buChar char="–"/>
              <a:defRPr sz="1600">
                <a:solidFill>
                  <a:schemeClr val="dk1"/>
                </a:solidFill>
              </a:defRPr>
            </a:lvl2pPr>
            <a:lvl3pPr marL="1371600" lvl="2" indent="-317500" algn="l">
              <a:lnSpc>
                <a:spcPct val="85000"/>
              </a:lnSpc>
              <a:spcBef>
                <a:spcPts val="200"/>
              </a:spcBef>
              <a:spcAft>
                <a:spcPts val="0"/>
              </a:spcAft>
              <a:buClr>
                <a:schemeClr val="dk1"/>
              </a:buClr>
              <a:buSzPts val="1400"/>
              <a:buChar char="-"/>
              <a:defRPr sz="1400">
                <a:solidFill>
                  <a:schemeClr val="dk1"/>
                </a:solidFill>
              </a:defRPr>
            </a:lvl3pPr>
            <a:lvl4pPr marL="1828800" lvl="3" indent="-342900" algn="l">
              <a:lnSpc>
                <a:spcPct val="95000"/>
              </a:lnSpc>
              <a:spcBef>
                <a:spcPts val="600"/>
              </a:spcBef>
              <a:spcAft>
                <a:spcPts val="0"/>
              </a:spcAft>
              <a:buClr>
                <a:schemeClr val="dk1"/>
              </a:buClr>
              <a:buSzPts val="1800"/>
              <a:buChar char="​"/>
              <a:defRPr sz="1800">
                <a:solidFill>
                  <a:schemeClr val="dk1"/>
                </a:solidFill>
              </a:defRPr>
            </a:lvl4pPr>
            <a:lvl5pPr marL="2286000" lvl="4" indent="-342900" algn="l">
              <a:lnSpc>
                <a:spcPct val="95000"/>
              </a:lnSpc>
              <a:spcBef>
                <a:spcPts val="600"/>
              </a:spcBef>
              <a:spcAft>
                <a:spcPts val="0"/>
              </a:spcAft>
              <a:buClr>
                <a:schemeClr val="accent1"/>
              </a:buClr>
              <a:buSzPts val="1800"/>
              <a:buChar char="​"/>
              <a:defRPr sz="1800"/>
            </a:lvl5pPr>
            <a:lvl6pPr marL="2743200" lvl="5" indent="-342900" algn="l">
              <a:lnSpc>
                <a:spcPct val="95000"/>
              </a:lnSpc>
              <a:spcBef>
                <a:spcPts val="600"/>
              </a:spcBef>
              <a:spcAft>
                <a:spcPts val="0"/>
              </a:spcAft>
              <a:buClr>
                <a:schemeClr val="accent2"/>
              </a:buClr>
              <a:buSzPts val="1800"/>
              <a:buChar char="​"/>
              <a:defRPr/>
            </a:lvl6pPr>
            <a:lvl7pPr marL="3200400" lvl="6" indent="-342900" algn="l">
              <a:lnSpc>
                <a:spcPct val="95000"/>
              </a:lnSpc>
              <a:spcBef>
                <a:spcPts val="1000"/>
              </a:spcBef>
              <a:spcAft>
                <a:spcPts val="0"/>
              </a:spcAft>
              <a:buClr>
                <a:schemeClr val="dk1"/>
              </a:buClr>
              <a:buSzPts val="1800"/>
              <a:buChar char="​"/>
              <a:defRPr/>
            </a:lvl7pPr>
            <a:lvl8pPr marL="3657600" lvl="7" indent="-342900" algn="l">
              <a:lnSpc>
                <a:spcPct val="95000"/>
              </a:lnSpc>
              <a:spcBef>
                <a:spcPts val="200"/>
              </a:spcBef>
              <a:spcAft>
                <a:spcPts val="0"/>
              </a:spcAft>
              <a:buClr>
                <a:schemeClr val="dk1"/>
              </a:buClr>
              <a:buSzPts val="1800"/>
              <a:buAutoNum type="arabicPeriod"/>
              <a:defRPr/>
            </a:lvl8pPr>
            <a:lvl9pPr marL="4114800" lvl="8" indent="-342900" algn="l">
              <a:lnSpc>
                <a:spcPct val="95000"/>
              </a:lnSpc>
              <a:spcBef>
                <a:spcPts val="400"/>
              </a:spcBef>
              <a:spcAft>
                <a:spcPts val="400"/>
              </a:spcAft>
              <a:buClr>
                <a:schemeClr val="accent6"/>
              </a:buClr>
              <a:buSzPts val="1800"/>
              <a:buChar char="​"/>
              <a:defRPr/>
            </a:lvl9pPr>
          </a:lstStyle>
          <a:p>
            <a:endParaRPr/>
          </a:p>
        </p:txBody>
      </p:sp>
      <p:sp>
        <p:nvSpPr>
          <p:cNvPr id="94" name="Google Shape;94;p20"/>
          <p:cNvSpPr txBox="1">
            <a:spLocks noGrp="1"/>
          </p:cNvSpPr>
          <p:nvPr>
            <p:ph type="title"/>
          </p:nvPr>
        </p:nvSpPr>
        <p:spPr>
          <a:xfrm>
            <a:off x="4800600" y="263385"/>
            <a:ext cx="3886200" cy="704088"/>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accent1"/>
              </a:buClr>
              <a:buSzPts val="2200"/>
              <a:buFont typeface="Century Gothic"/>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5" name="Google Shape;95;p20"/>
          <p:cNvSpPr/>
          <p:nvPr/>
        </p:nvSpPr>
        <p:spPr>
          <a:xfrm>
            <a:off x="99060" y="4858087"/>
            <a:ext cx="236220" cy="177165"/>
          </a:xfrm>
          <a:prstGeom prst="rect">
            <a:avLst/>
          </a:prstGeom>
          <a:solidFill>
            <a:schemeClr val="lt1"/>
          </a:solidFill>
          <a:ln>
            <a:noFill/>
          </a:ln>
        </p:spPr>
        <p:txBody>
          <a:bodyPr spcFirstLastPara="1" wrap="square" lIns="91425" tIns="91425" rIns="91425" bIns="91425" anchor="t" anchorCtr="0">
            <a:noAutofit/>
          </a:bodyPr>
          <a:lstStyle/>
          <a:p>
            <a:pPr marL="0" marR="0" lvl="0" indent="0" algn="ctr" rtl="0">
              <a:spcBef>
                <a:spcPts val="0"/>
              </a:spcBef>
              <a:spcAft>
                <a:spcPts val="0"/>
              </a:spcAft>
              <a:buNone/>
            </a:pPr>
            <a:endParaRPr sz="1800">
              <a:solidFill>
                <a:srgbClr val="FFFFFF"/>
              </a:solidFill>
              <a:latin typeface="Century Gothic"/>
              <a:ea typeface="Century Gothic"/>
              <a:cs typeface="Century Gothic"/>
              <a:sym typeface="Century Gothic"/>
            </a:endParaRPr>
          </a:p>
        </p:txBody>
      </p:sp>
      <p:sp>
        <p:nvSpPr>
          <p:cNvPr id="96" name="Google Shape;96;p20"/>
          <p:cNvSpPr>
            <a:spLocks noGrp="1"/>
          </p:cNvSpPr>
          <p:nvPr>
            <p:ph type="pic" idx="2"/>
          </p:nvPr>
        </p:nvSpPr>
        <p:spPr>
          <a:xfrm>
            <a:off x="0" y="0"/>
            <a:ext cx="4343400" cy="5143500"/>
          </a:xfrm>
          <a:prstGeom prst="rect">
            <a:avLst/>
          </a:prstGeom>
          <a:noFill/>
          <a:ln>
            <a:noFill/>
          </a:ln>
        </p:spPr>
        <p:txBody>
          <a:bodyPr spcFirstLastPara="1" wrap="square" lIns="0" tIns="0" rIns="0" bIns="0" anchor="t" anchorCtr="0">
            <a:noAutofit/>
          </a:bodyPr>
          <a:lstStyle>
            <a:lvl1pPr marR="0" lvl="0" algn="ctr" rtl="0">
              <a:lnSpc>
                <a:spcPct val="95000"/>
              </a:lnSpc>
              <a:spcBef>
                <a:spcPts val="600"/>
              </a:spcBef>
              <a:spcAft>
                <a:spcPts val="0"/>
              </a:spcAft>
              <a:buClr>
                <a:schemeClr val="dk1"/>
              </a:buClr>
              <a:buSzPts val="1200"/>
              <a:buFont typeface="Arial"/>
              <a:buNone/>
              <a:defRPr sz="1200" b="0" i="0" u="none" strike="noStrike" cap="none">
                <a:solidFill>
                  <a:schemeClr val="dk1"/>
                </a:solidFill>
                <a:latin typeface="Century Gothic"/>
                <a:ea typeface="Century Gothic"/>
                <a:cs typeface="Century Gothic"/>
                <a:sym typeface="Century Gothic"/>
              </a:defRPr>
            </a:lvl1pPr>
            <a:lvl2pPr marR="0" lvl="1" algn="l" rtl="0">
              <a:lnSpc>
                <a:spcPct val="85000"/>
              </a:lnSpc>
              <a:spcBef>
                <a:spcPts val="200"/>
              </a:spcBef>
              <a:spcAft>
                <a:spcPts val="0"/>
              </a:spcAft>
              <a:buClr>
                <a:schemeClr val="dk1"/>
              </a:buClr>
              <a:buSzPts val="1600"/>
              <a:buFont typeface="Arial"/>
              <a:buChar char="–"/>
              <a:defRPr sz="1600" b="0" i="0" u="none" strike="noStrike" cap="none">
                <a:solidFill>
                  <a:schemeClr val="dk1"/>
                </a:solidFill>
                <a:latin typeface="Century Gothic"/>
                <a:ea typeface="Century Gothic"/>
                <a:cs typeface="Century Gothic"/>
                <a:sym typeface="Century Gothic"/>
              </a:defRPr>
            </a:lvl2pPr>
            <a:lvl3pPr marR="0" lvl="2" algn="l" rtl="0">
              <a:lnSpc>
                <a:spcPct val="85000"/>
              </a:lnSpc>
              <a:spcBef>
                <a:spcPts val="200"/>
              </a:spcBef>
              <a:spcAft>
                <a:spcPts val="0"/>
              </a:spcAft>
              <a:buClr>
                <a:schemeClr val="dk1"/>
              </a:buClr>
              <a:buSzPts val="1400"/>
              <a:buFont typeface="Arial"/>
              <a:buChar char="-"/>
              <a:defRPr sz="1400" b="0" i="0" u="none" strike="noStrike" cap="none">
                <a:solidFill>
                  <a:schemeClr val="dk1"/>
                </a:solidFill>
                <a:latin typeface="Century Gothic"/>
                <a:ea typeface="Century Gothic"/>
                <a:cs typeface="Century Gothic"/>
                <a:sym typeface="Century Gothic"/>
              </a:defRPr>
            </a:lvl3pPr>
            <a:lvl4pPr marR="0" lvl="3" algn="l" rtl="0">
              <a:lnSpc>
                <a:spcPct val="95000"/>
              </a:lnSpc>
              <a:spcBef>
                <a:spcPts val="600"/>
              </a:spcBef>
              <a:spcAft>
                <a:spcPts val="0"/>
              </a:spcAft>
              <a:buClr>
                <a:schemeClr val="dk1"/>
              </a:buClr>
              <a:buSzPts val="1800"/>
              <a:buFont typeface="Arial"/>
              <a:buChar char="​"/>
              <a:defRPr sz="1800" b="0" i="0" u="none" strike="noStrike" cap="none">
                <a:solidFill>
                  <a:schemeClr val="dk1"/>
                </a:solidFill>
                <a:latin typeface="Century Gothic"/>
                <a:ea typeface="Century Gothic"/>
                <a:cs typeface="Century Gothic"/>
                <a:sym typeface="Century Gothic"/>
              </a:defRPr>
            </a:lvl4pPr>
            <a:lvl5pPr marR="0" lvl="4" algn="l" rtl="0">
              <a:lnSpc>
                <a:spcPct val="95000"/>
              </a:lnSpc>
              <a:spcBef>
                <a:spcPts val="600"/>
              </a:spcBef>
              <a:spcAft>
                <a:spcPts val="0"/>
              </a:spcAft>
              <a:buClr>
                <a:schemeClr val="accent1"/>
              </a:buClr>
              <a:buSzPts val="1800"/>
              <a:buFont typeface="Arial"/>
              <a:buChar char="​"/>
              <a:defRPr sz="1800" b="0" i="0" u="none" strike="noStrike" cap="none">
                <a:solidFill>
                  <a:schemeClr val="accent1"/>
                </a:solidFill>
                <a:latin typeface="Century Gothic"/>
                <a:ea typeface="Century Gothic"/>
                <a:cs typeface="Century Gothic"/>
                <a:sym typeface="Century Gothic"/>
              </a:defRPr>
            </a:lvl5pPr>
            <a:lvl6pPr marR="0" lvl="5" algn="l" rtl="0">
              <a:lnSpc>
                <a:spcPct val="95000"/>
              </a:lnSpc>
              <a:spcBef>
                <a:spcPts val="600"/>
              </a:spcBef>
              <a:spcAft>
                <a:spcPts val="0"/>
              </a:spcAft>
              <a:buClr>
                <a:schemeClr val="accent2"/>
              </a:buClr>
              <a:buSzPts val="1800"/>
              <a:buFont typeface="Arial"/>
              <a:buChar char="​"/>
              <a:defRPr sz="1800" b="0" i="0" u="none" strike="noStrike" cap="none">
                <a:solidFill>
                  <a:schemeClr val="accent2"/>
                </a:solidFill>
                <a:latin typeface="Century Gothic"/>
                <a:ea typeface="Century Gothic"/>
                <a:cs typeface="Century Gothic"/>
                <a:sym typeface="Century Gothic"/>
              </a:defRPr>
            </a:lvl6pPr>
            <a:lvl7pPr marR="0" lvl="6" algn="l" rtl="0">
              <a:lnSpc>
                <a:spcPct val="95000"/>
              </a:lnSpc>
              <a:spcBef>
                <a:spcPts val="1000"/>
              </a:spcBef>
              <a:spcAft>
                <a:spcPts val="0"/>
              </a:spcAft>
              <a:buClr>
                <a:schemeClr val="dk1"/>
              </a:buClr>
              <a:buSzPts val="1800"/>
              <a:buFont typeface="Arial"/>
              <a:buChar char="​"/>
              <a:defRPr sz="1800" b="1" i="0" u="none" strike="noStrike" cap="none">
                <a:solidFill>
                  <a:schemeClr val="dk1"/>
                </a:solidFill>
                <a:latin typeface="Century Gothic"/>
                <a:ea typeface="Century Gothic"/>
                <a:cs typeface="Century Gothic"/>
                <a:sym typeface="Century Gothic"/>
              </a:defRPr>
            </a:lvl7pPr>
            <a:lvl8pPr marR="0" lvl="7" algn="l" rtl="0">
              <a:lnSpc>
                <a:spcPct val="95000"/>
              </a:lnSpc>
              <a:spcBef>
                <a:spcPts val="200"/>
              </a:spcBef>
              <a:spcAft>
                <a:spcPts val="0"/>
              </a:spcAft>
              <a:buClr>
                <a:schemeClr val="dk1"/>
              </a:buClr>
              <a:buSzPts val="1800"/>
              <a:buFont typeface="Century Gothic"/>
              <a:buAutoNum type="arabicPeriod"/>
              <a:defRPr sz="1800" b="0" i="0" u="none" strike="noStrike" cap="none">
                <a:solidFill>
                  <a:schemeClr val="dk1"/>
                </a:solidFill>
                <a:latin typeface="Century Gothic"/>
                <a:ea typeface="Century Gothic"/>
                <a:cs typeface="Century Gothic"/>
                <a:sym typeface="Century Gothic"/>
              </a:defRPr>
            </a:lvl8pPr>
            <a:lvl9pPr marR="0" lvl="8" algn="l" rtl="0">
              <a:lnSpc>
                <a:spcPct val="95000"/>
              </a:lnSpc>
              <a:spcBef>
                <a:spcPts val="400"/>
              </a:spcBef>
              <a:spcAft>
                <a:spcPts val="400"/>
              </a:spcAft>
              <a:buClr>
                <a:schemeClr val="accent6"/>
              </a:buClr>
              <a:buSzPts val="900"/>
              <a:buFont typeface="Arial"/>
              <a:buChar char="​"/>
              <a:defRPr sz="900" b="0" i="0" u="none" strike="noStrike" cap="none">
                <a:solidFill>
                  <a:schemeClr val="accent6"/>
                </a:solidFill>
                <a:latin typeface="Century Gothic"/>
                <a:ea typeface="Century Gothic"/>
                <a:cs typeface="Century Gothic"/>
                <a:sym typeface="Century Gothic"/>
              </a:defRPr>
            </a:lvl9pPr>
          </a:lstStyle>
          <a:p>
            <a:endParaRPr/>
          </a:p>
        </p:txBody>
      </p:sp>
    </p:spTree>
  </p:cSld>
  <p:clrMapOvr>
    <a:masterClrMapping/>
  </p:clrMapOvr>
  <p:transition spd="med">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1_Two Content">
  <p:cSld name="1_Two Content">
    <p:spTree>
      <p:nvGrpSpPr>
        <p:cNvPr id="1" name="Shape 97"/>
        <p:cNvGrpSpPr/>
        <p:nvPr/>
      </p:nvGrpSpPr>
      <p:grpSpPr>
        <a:xfrm>
          <a:off x="0" y="0"/>
          <a:ext cx="0" cy="0"/>
          <a:chOff x="0" y="0"/>
          <a:chExt cx="0" cy="0"/>
        </a:xfrm>
      </p:grpSpPr>
      <p:sp>
        <p:nvSpPr>
          <p:cNvPr id="98" name="Google Shape;98;p21"/>
          <p:cNvSpPr txBox="1">
            <a:spLocks noGrp="1"/>
          </p:cNvSpPr>
          <p:nvPr>
            <p:ph type="body" idx="1"/>
          </p:nvPr>
        </p:nvSpPr>
        <p:spPr>
          <a:xfrm>
            <a:off x="4800600" y="1216188"/>
            <a:ext cx="3886200" cy="3343998"/>
          </a:xfrm>
          <a:prstGeom prst="rect">
            <a:avLst/>
          </a:prstGeom>
          <a:noFill/>
          <a:ln>
            <a:noFill/>
          </a:ln>
        </p:spPr>
        <p:txBody>
          <a:bodyPr spcFirstLastPara="1" wrap="square" lIns="0" tIns="0" rIns="0" bIns="0" anchor="t" anchorCtr="0">
            <a:noAutofit/>
          </a:bodyPr>
          <a:lstStyle>
            <a:lvl1pPr marL="457200" lvl="0" indent="-342900" algn="l">
              <a:lnSpc>
                <a:spcPct val="95000"/>
              </a:lnSpc>
              <a:spcBef>
                <a:spcPts val="600"/>
              </a:spcBef>
              <a:spcAft>
                <a:spcPts val="0"/>
              </a:spcAft>
              <a:buClr>
                <a:schemeClr val="dk1"/>
              </a:buClr>
              <a:buSzPts val="1800"/>
              <a:buChar char="•"/>
              <a:defRPr sz="1800"/>
            </a:lvl1pPr>
            <a:lvl2pPr marL="914400" lvl="1" indent="-330200" algn="l">
              <a:lnSpc>
                <a:spcPct val="85000"/>
              </a:lnSpc>
              <a:spcBef>
                <a:spcPts val="200"/>
              </a:spcBef>
              <a:spcAft>
                <a:spcPts val="0"/>
              </a:spcAft>
              <a:buClr>
                <a:schemeClr val="dk1"/>
              </a:buClr>
              <a:buSzPts val="1600"/>
              <a:buChar char="–"/>
              <a:defRPr sz="1600"/>
            </a:lvl2pPr>
            <a:lvl3pPr marL="1371600" lvl="2" indent="-317500" algn="l">
              <a:lnSpc>
                <a:spcPct val="85000"/>
              </a:lnSpc>
              <a:spcBef>
                <a:spcPts val="200"/>
              </a:spcBef>
              <a:spcAft>
                <a:spcPts val="0"/>
              </a:spcAft>
              <a:buClr>
                <a:schemeClr val="dk1"/>
              </a:buClr>
              <a:buSzPts val="1400"/>
              <a:buChar char="-"/>
              <a:defRPr sz="1400"/>
            </a:lvl3pPr>
            <a:lvl4pPr marL="1828800" lvl="3" indent="-342900" algn="l">
              <a:lnSpc>
                <a:spcPct val="95000"/>
              </a:lnSpc>
              <a:spcBef>
                <a:spcPts val="600"/>
              </a:spcBef>
              <a:spcAft>
                <a:spcPts val="0"/>
              </a:spcAft>
              <a:buClr>
                <a:schemeClr val="dk1"/>
              </a:buClr>
              <a:buSzPts val="1800"/>
              <a:buChar char="​"/>
              <a:defRPr sz="1800"/>
            </a:lvl4pPr>
            <a:lvl5pPr marL="2286000" lvl="4" indent="-342900" algn="l">
              <a:lnSpc>
                <a:spcPct val="95000"/>
              </a:lnSpc>
              <a:spcBef>
                <a:spcPts val="600"/>
              </a:spcBef>
              <a:spcAft>
                <a:spcPts val="0"/>
              </a:spcAft>
              <a:buClr>
                <a:schemeClr val="accent1"/>
              </a:buClr>
              <a:buSzPts val="1800"/>
              <a:buChar char="​"/>
              <a:defRPr sz="1800"/>
            </a:lvl5pPr>
            <a:lvl6pPr marL="2743200" lvl="5" indent="-342900" algn="l">
              <a:lnSpc>
                <a:spcPct val="95000"/>
              </a:lnSpc>
              <a:spcBef>
                <a:spcPts val="600"/>
              </a:spcBef>
              <a:spcAft>
                <a:spcPts val="0"/>
              </a:spcAft>
              <a:buClr>
                <a:schemeClr val="accent2"/>
              </a:buClr>
              <a:buSzPts val="1800"/>
              <a:buChar char="​"/>
              <a:defRPr/>
            </a:lvl6pPr>
            <a:lvl7pPr marL="3200400" lvl="6" indent="-342900" algn="l">
              <a:lnSpc>
                <a:spcPct val="95000"/>
              </a:lnSpc>
              <a:spcBef>
                <a:spcPts val="1000"/>
              </a:spcBef>
              <a:spcAft>
                <a:spcPts val="0"/>
              </a:spcAft>
              <a:buClr>
                <a:schemeClr val="dk1"/>
              </a:buClr>
              <a:buSzPts val="1800"/>
              <a:buChar char="​"/>
              <a:defRPr/>
            </a:lvl7pPr>
            <a:lvl8pPr marL="3657600" lvl="7" indent="-342900" algn="l">
              <a:lnSpc>
                <a:spcPct val="95000"/>
              </a:lnSpc>
              <a:spcBef>
                <a:spcPts val="200"/>
              </a:spcBef>
              <a:spcAft>
                <a:spcPts val="0"/>
              </a:spcAft>
              <a:buClr>
                <a:schemeClr val="dk1"/>
              </a:buClr>
              <a:buSzPts val="1800"/>
              <a:buAutoNum type="arabicPeriod"/>
              <a:defRPr/>
            </a:lvl8pPr>
            <a:lvl9pPr marL="4114800" lvl="8" indent="-342900" algn="l">
              <a:lnSpc>
                <a:spcPct val="95000"/>
              </a:lnSpc>
              <a:spcBef>
                <a:spcPts val="400"/>
              </a:spcBef>
              <a:spcAft>
                <a:spcPts val="400"/>
              </a:spcAft>
              <a:buClr>
                <a:schemeClr val="accent6"/>
              </a:buClr>
              <a:buSzPts val="1800"/>
              <a:buChar char="​"/>
              <a:defRPr/>
            </a:lvl9pPr>
          </a:lstStyle>
          <a:p>
            <a:endParaRPr/>
          </a:p>
        </p:txBody>
      </p:sp>
      <p:sp>
        <p:nvSpPr>
          <p:cNvPr id="99" name="Google Shape;99;p21"/>
          <p:cNvSpPr txBox="1">
            <a:spLocks noGrp="1"/>
          </p:cNvSpPr>
          <p:nvPr>
            <p:ph type="body" idx="2"/>
          </p:nvPr>
        </p:nvSpPr>
        <p:spPr>
          <a:xfrm>
            <a:off x="457200" y="1216152"/>
            <a:ext cx="3886200" cy="3344436"/>
          </a:xfrm>
          <a:prstGeom prst="rect">
            <a:avLst/>
          </a:prstGeom>
          <a:noFill/>
          <a:ln>
            <a:noFill/>
          </a:ln>
        </p:spPr>
        <p:txBody>
          <a:bodyPr spcFirstLastPara="1" wrap="square" lIns="0" tIns="0" rIns="0" bIns="0" anchor="t" anchorCtr="0">
            <a:noAutofit/>
          </a:bodyPr>
          <a:lstStyle>
            <a:lvl1pPr marL="457200" lvl="0" indent="-342900" algn="l">
              <a:lnSpc>
                <a:spcPct val="95000"/>
              </a:lnSpc>
              <a:spcBef>
                <a:spcPts val="600"/>
              </a:spcBef>
              <a:spcAft>
                <a:spcPts val="0"/>
              </a:spcAft>
              <a:buClr>
                <a:schemeClr val="dk1"/>
              </a:buClr>
              <a:buSzPts val="1800"/>
              <a:buChar char="•"/>
              <a:defRPr sz="1800"/>
            </a:lvl1pPr>
            <a:lvl2pPr marL="914400" lvl="1" indent="-330200" algn="l">
              <a:lnSpc>
                <a:spcPct val="85000"/>
              </a:lnSpc>
              <a:spcBef>
                <a:spcPts val="200"/>
              </a:spcBef>
              <a:spcAft>
                <a:spcPts val="0"/>
              </a:spcAft>
              <a:buClr>
                <a:schemeClr val="dk1"/>
              </a:buClr>
              <a:buSzPts val="1600"/>
              <a:buChar char="–"/>
              <a:defRPr sz="1600"/>
            </a:lvl2pPr>
            <a:lvl3pPr marL="1371600" lvl="2" indent="-317500" algn="l">
              <a:lnSpc>
                <a:spcPct val="85000"/>
              </a:lnSpc>
              <a:spcBef>
                <a:spcPts val="200"/>
              </a:spcBef>
              <a:spcAft>
                <a:spcPts val="0"/>
              </a:spcAft>
              <a:buClr>
                <a:schemeClr val="dk1"/>
              </a:buClr>
              <a:buSzPts val="1400"/>
              <a:buChar char="-"/>
              <a:defRPr sz="1400"/>
            </a:lvl3pPr>
            <a:lvl4pPr marL="1828800" lvl="3" indent="-342900" algn="l">
              <a:lnSpc>
                <a:spcPct val="95000"/>
              </a:lnSpc>
              <a:spcBef>
                <a:spcPts val="600"/>
              </a:spcBef>
              <a:spcAft>
                <a:spcPts val="0"/>
              </a:spcAft>
              <a:buClr>
                <a:schemeClr val="dk1"/>
              </a:buClr>
              <a:buSzPts val="1800"/>
              <a:buChar char="​"/>
              <a:defRPr sz="1800"/>
            </a:lvl4pPr>
            <a:lvl5pPr marL="2286000" lvl="4" indent="-342900" algn="l">
              <a:lnSpc>
                <a:spcPct val="95000"/>
              </a:lnSpc>
              <a:spcBef>
                <a:spcPts val="600"/>
              </a:spcBef>
              <a:spcAft>
                <a:spcPts val="0"/>
              </a:spcAft>
              <a:buClr>
                <a:schemeClr val="accent1"/>
              </a:buClr>
              <a:buSzPts val="1800"/>
              <a:buChar char="​"/>
              <a:defRPr sz="1800"/>
            </a:lvl5pPr>
            <a:lvl6pPr marL="2743200" lvl="5" indent="-342900" algn="l">
              <a:lnSpc>
                <a:spcPct val="95000"/>
              </a:lnSpc>
              <a:spcBef>
                <a:spcPts val="600"/>
              </a:spcBef>
              <a:spcAft>
                <a:spcPts val="0"/>
              </a:spcAft>
              <a:buClr>
                <a:schemeClr val="accent2"/>
              </a:buClr>
              <a:buSzPts val="1800"/>
              <a:buChar char="​"/>
              <a:defRPr/>
            </a:lvl6pPr>
            <a:lvl7pPr marL="3200400" lvl="6" indent="-342900" algn="l">
              <a:lnSpc>
                <a:spcPct val="95000"/>
              </a:lnSpc>
              <a:spcBef>
                <a:spcPts val="1000"/>
              </a:spcBef>
              <a:spcAft>
                <a:spcPts val="0"/>
              </a:spcAft>
              <a:buClr>
                <a:schemeClr val="dk1"/>
              </a:buClr>
              <a:buSzPts val="1800"/>
              <a:buChar char="​"/>
              <a:defRPr/>
            </a:lvl7pPr>
            <a:lvl8pPr marL="3657600" lvl="7" indent="-342900" algn="l">
              <a:lnSpc>
                <a:spcPct val="95000"/>
              </a:lnSpc>
              <a:spcBef>
                <a:spcPts val="200"/>
              </a:spcBef>
              <a:spcAft>
                <a:spcPts val="0"/>
              </a:spcAft>
              <a:buClr>
                <a:schemeClr val="dk1"/>
              </a:buClr>
              <a:buSzPts val="1800"/>
              <a:buAutoNum type="arabicPeriod"/>
              <a:defRPr/>
            </a:lvl8pPr>
            <a:lvl9pPr marL="4114800" lvl="8" indent="-342900" algn="l">
              <a:lnSpc>
                <a:spcPct val="95000"/>
              </a:lnSpc>
              <a:spcBef>
                <a:spcPts val="400"/>
              </a:spcBef>
              <a:spcAft>
                <a:spcPts val="400"/>
              </a:spcAft>
              <a:buClr>
                <a:schemeClr val="accent6"/>
              </a:buClr>
              <a:buSzPts val="1800"/>
              <a:buChar char="​"/>
              <a:defRPr/>
            </a:lvl9pPr>
          </a:lstStyle>
          <a:p>
            <a:endParaRPr/>
          </a:p>
        </p:txBody>
      </p:sp>
      <p:sp>
        <p:nvSpPr>
          <p:cNvPr id="100" name="Google Shape;100;p21"/>
          <p:cNvSpPr txBox="1">
            <a:spLocks noGrp="1"/>
          </p:cNvSpPr>
          <p:nvPr>
            <p:ph type="body" idx="3"/>
          </p:nvPr>
        </p:nvSpPr>
        <p:spPr>
          <a:xfrm>
            <a:off x="3297994" y="4855464"/>
            <a:ext cx="2548012" cy="106186"/>
          </a:xfrm>
          <a:prstGeom prst="rect">
            <a:avLst/>
          </a:prstGeom>
          <a:noFill/>
          <a:ln>
            <a:noFill/>
          </a:ln>
        </p:spPr>
        <p:txBody>
          <a:bodyPr spcFirstLastPara="1" wrap="square" lIns="0" tIns="0" rIns="0" bIns="0" anchor="t" anchorCtr="0">
            <a:noAutofit/>
          </a:bodyPr>
          <a:lstStyle>
            <a:lvl1pPr marL="457200" lvl="0" indent="-228600" algn="ctr">
              <a:lnSpc>
                <a:spcPct val="85000"/>
              </a:lnSpc>
              <a:spcBef>
                <a:spcPts val="0"/>
              </a:spcBef>
              <a:spcAft>
                <a:spcPts val="0"/>
              </a:spcAft>
              <a:buClr>
                <a:srgbClr val="4FB0FF"/>
              </a:buClr>
              <a:buSzPts val="700"/>
              <a:buFont typeface="Century Gothic"/>
              <a:buNone/>
              <a:defRPr sz="700" b="1">
                <a:solidFill>
                  <a:srgbClr val="4FB0FF"/>
                </a:solidFill>
                <a:latin typeface="Century Gothic"/>
                <a:ea typeface="Century Gothic"/>
                <a:cs typeface="Century Gothic"/>
                <a:sym typeface="Century Gothic"/>
              </a:defRPr>
            </a:lvl1pPr>
            <a:lvl2pPr marL="914400" lvl="1" indent="-228600" algn="l">
              <a:lnSpc>
                <a:spcPct val="85000"/>
              </a:lnSpc>
              <a:spcBef>
                <a:spcPts val="200"/>
              </a:spcBef>
              <a:spcAft>
                <a:spcPts val="0"/>
              </a:spcAft>
              <a:buClr>
                <a:schemeClr val="accent2"/>
              </a:buClr>
              <a:buSzPts val="1600"/>
              <a:buFont typeface="Century Gothic"/>
              <a:buNone/>
              <a:defRPr sz="1600">
                <a:solidFill>
                  <a:schemeClr val="accent2"/>
                </a:solidFill>
              </a:defRPr>
            </a:lvl2pPr>
            <a:lvl3pPr marL="1371600" lvl="2" indent="-228600" algn="l">
              <a:lnSpc>
                <a:spcPct val="85000"/>
              </a:lnSpc>
              <a:spcBef>
                <a:spcPts val="200"/>
              </a:spcBef>
              <a:spcAft>
                <a:spcPts val="0"/>
              </a:spcAft>
              <a:buClr>
                <a:schemeClr val="accent2"/>
              </a:buClr>
              <a:buSzPts val="1600"/>
              <a:buFont typeface="Century Gothic"/>
              <a:buNone/>
              <a:defRPr sz="1600">
                <a:solidFill>
                  <a:schemeClr val="accent2"/>
                </a:solidFill>
              </a:defRPr>
            </a:lvl3pPr>
            <a:lvl4pPr marL="1828800" lvl="3" indent="-228600" algn="l">
              <a:lnSpc>
                <a:spcPct val="95000"/>
              </a:lnSpc>
              <a:spcBef>
                <a:spcPts val="600"/>
              </a:spcBef>
              <a:spcAft>
                <a:spcPts val="0"/>
              </a:spcAft>
              <a:buClr>
                <a:schemeClr val="accent2"/>
              </a:buClr>
              <a:buSzPts val="1600"/>
              <a:buFont typeface="Century Gothic"/>
              <a:buNone/>
              <a:defRPr sz="1600">
                <a:solidFill>
                  <a:schemeClr val="accent2"/>
                </a:solidFill>
              </a:defRPr>
            </a:lvl4pPr>
            <a:lvl5pPr marL="2286000" lvl="4" indent="-228600" algn="l">
              <a:lnSpc>
                <a:spcPct val="95000"/>
              </a:lnSpc>
              <a:spcBef>
                <a:spcPts val="600"/>
              </a:spcBef>
              <a:spcAft>
                <a:spcPts val="0"/>
              </a:spcAft>
              <a:buClr>
                <a:schemeClr val="accent2"/>
              </a:buClr>
              <a:buSzPts val="1600"/>
              <a:buFont typeface="Century Gothic"/>
              <a:buNone/>
              <a:defRPr sz="1600">
                <a:solidFill>
                  <a:schemeClr val="accent2"/>
                </a:solidFill>
              </a:defRPr>
            </a:lvl5pPr>
            <a:lvl6pPr marL="2743200" lvl="5" indent="-342900" algn="l">
              <a:lnSpc>
                <a:spcPct val="95000"/>
              </a:lnSpc>
              <a:spcBef>
                <a:spcPts val="600"/>
              </a:spcBef>
              <a:spcAft>
                <a:spcPts val="0"/>
              </a:spcAft>
              <a:buClr>
                <a:schemeClr val="accent2"/>
              </a:buClr>
              <a:buSzPts val="1800"/>
              <a:buChar char="​"/>
              <a:defRPr/>
            </a:lvl6pPr>
            <a:lvl7pPr marL="3200400" lvl="6" indent="-342900" algn="l">
              <a:lnSpc>
                <a:spcPct val="95000"/>
              </a:lnSpc>
              <a:spcBef>
                <a:spcPts val="1000"/>
              </a:spcBef>
              <a:spcAft>
                <a:spcPts val="0"/>
              </a:spcAft>
              <a:buClr>
                <a:schemeClr val="dk1"/>
              </a:buClr>
              <a:buSzPts val="1800"/>
              <a:buChar char="​"/>
              <a:defRPr/>
            </a:lvl7pPr>
            <a:lvl8pPr marL="3657600" lvl="7" indent="-342900" algn="l">
              <a:lnSpc>
                <a:spcPct val="95000"/>
              </a:lnSpc>
              <a:spcBef>
                <a:spcPts val="200"/>
              </a:spcBef>
              <a:spcAft>
                <a:spcPts val="0"/>
              </a:spcAft>
              <a:buClr>
                <a:schemeClr val="dk1"/>
              </a:buClr>
              <a:buSzPts val="1800"/>
              <a:buAutoNum type="arabicPeriod"/>
              <a:defRPr/>
            </a:lvl8pPr>
            <a:lvl9pPr marL="4114800" lvl="8" indent="-342900" algn="l">
              <a:lnSpc>
                <a:spcPct val="95000"/>
              </a:lnSpc>
              <a:spcBef>
                <a:spcPts val="400"/>
              </a:spcBef>
              <a:spcAft>
                <a:spcPts val="400"/>
              </a:spcAft>
              <a:buClr>
                <a:schemeClr val="accent6"/>
              </a:buClr>
              <a:buSzPts val="1800"/>
              <a:buChar char="​"/>
              <a:defRPr/>
            </a:lvl9pPr>
          </a:lstStyle>
          <a:p>
            <a:endParaRPr/>
          </a:p>
        </p:txBody>
      </p:sp>
      <p:sp>
        <p:nvSpPr>
          <p:cNvPr id="101" name="Google Shape;101;p21"/>
          <p:cNvSpPr txBox="1">
            <a:spLocks noGrp="1"/>
          </p:cNvSpPr>
          <p:nvPr>
            <p:ph type="title"/>
          </p:nvPr>
        </p:nvSpPr>
        <p:spPr>
          <a:xfrm>
            <a:off x="457200" y="173735"/>
            <a:ext cx="8229600" cy="700031"/>
          </a:xfrm>
          <a:prstGeom prst="rect">
            <a:avLst/>
          </a:prstGeom>
          <a:noFill/>
          <a:ln>
            <a:noFill/>
          </a:ln>
        </p:spPr>
        <p:txBody>
          <a:bodyPr spcFirstLastPara="1" wrap="square" lIns="0" tIns="0" rIns="0" bIns="0" anchor="b" anchorCtr="0">
            <a:noAutofit/>
          </a:bodyPr>
          <a:lstStyle>
            <a:lvl1pPr lvl="0" algn="l">
              <a:lnSpc>
                <a:spcPct val="95000"/>
              </a:lnSpc>
              <a:spcBef>
                <a:spcPts val="0"/>
              </a:spcBef>
              <a:spcAft>
                <a:spcPts val="0"/>
              </a:spcAft>
              <a:buClr>
                <a:schemeClr val="accent1"/>
              </a:buClr>
              <a:buSzPts val="2200"/>
              <a:buFont typeface="Century Gothic"/>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transition spd="med">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and Three Content">
  <p:cSld name="Title and Three Content">
    <p:spTree>
      <p:nvGrpSpPr>
        <p:cNvPr id="1" name="Shape 102"/>
        <p:cNvGrpSpPr/>
        <p:nvPr/>
      </p:nvGrpSpPr>
      <p:grpSpPr>
        <a:xfrm>
          <a:off x="0" y="0"/>
          <a:ext cx="0" cy="0"/>
          <a:chOff x="0" y="0"/>
          <a:chExt cx="0" cy="0"/>
        </a:xfrm>
      </p:grpSpPr>
      <p:sp>
        <p:nvSpPr>
          <p:cNvPr id="103" name="Google Shape;103;p22"/>
          <p:cNvSpPr txBox="1">
            <a:spLocks noGrp="1"/>
          </p:cNvSpPr>
          <p:nvPr>
            <p:ph type="body" idx="1"/>
          </p:nvPr>
        </p:nvSpPr>
        <p:spPr>
          <a:xfrm>
            <a:off x="457200" y="1216152"/>
            <a:ext cx="2438400" cy="3344034"/>
          </a:xfrm>
          <a:prstGeom prst="rect">
            <a:avLst/>
          </a:prstGeom>
          <a:noFill/>
          <a:ln>
            <a:noFill/>
          </a:ln>
        </p:spPr>
        <p:txBody>
          <a:bodyPr spcFirstLastPara="1" wrap="square" lIns="0" tIns="0" rIns="0" bIns="0" anchor="t" anchorCtr="0">
            <a:noAutofit/>
          </a:bodyPr>
          <a:lstStyle>
            <a:lvl1pPr marL="457200" lvl="0" indent="-342900" algn="l">
              <a:lnSpc>
                <a:spcPct val="95000"/>
              </a:lnSpc>
              <a:spcBef>
                <a:spcPts val="600"/>
              </a:spcBef>
              <a:spcAft>
                <a:spcPts val="0"/>
              </a:spcAft>
              <a:buClr>
                <a:schemeClr val="dk1"/>
              </a:buClr>
              <a:buSzPts val="1800"/>
              <a:buChar char="•"/>
              <a:defRPr sz="1800"/>
            </a:lvl1pPr>
            <a:lvl2pPr marL="914400" lvl="1" indent="-330200" algn="l">
              <a:lnSpc>
                <a:spcPct val="85000"/>
              </a:lnSpc>
              <a:spcBef>
                <a:spcPts val="200"/>
              </a:spcBef>
              <a:spcAft>
                <a:spcPts val="0"/>
              </a:spcAft>
              <a:buClr>
                <a:schemeClr val="dk1"/>
              </a:buClr>
              <a:buSzPts val="1600"/>
              <a:buChar char="–"/>
              <a:defRPr sz="1600"/>
            </a:lvl2pPr>
            <a:lvl3pPr marL="1371600" lvl="2" indent="-317500" algn="l">
              <a:lnSpc>
                <a:spcPct val="85000"/>
              </a:lnSpc>
              <a:spcBef>
                <a:spcPts val="200"/>
              </a:spcBef>
              <a:spcAft>
                <a:spcPts val="0"/>
              </a:spcAft>
              <a:buClr>
                <a:schemeClr val="dk1"/>
              </a:buClr>
              <a:buSzPts val="1400"/>
              <a:buChar char="-"/>
              <a:defRPr sz="1400"/>
            </a:lvl3pPr>
            <a:lvl4pPr marL="1828800" lvl="3" indent="-342900" algn="l">
              <a:lnSpc>
                <a:spcPct val="95000"/>
              </a:lnSpc>
              <a:spcBef>
                <a:spcPts val="600"/>
              </a:spcBef>
              <a:spcAft>
                <a:spcPts val="0"/>
              </a:spcAft>
              <a:buClr>
                <a:schemeClr val="dk1"/>
              </a:buClr>
              <a:buSzPts val="1800"/>
              <a:buChar char="​"/>
              <a:defRPr sz="1800"/>
            </a:lvl4pPr>
            <a:lvl5pPr marL="2286000" lvl="4" indent="-342900" algn="l">
              <a:lnSpc>
                <a:spcPct val="95000"/>
              </a:lnSpc>
              <a:spcBef>
                <a:spcPts val="600"/>
              </a:spcBef>
              <a:spcAft>
                <a:spcPts val="0"/>
              </a:spcAft>
              <a:buClr>
                <a:schemeClr val="accent1"/>
              </a:buClr>
              <a:buSzPts val="1800"/>
              <a:buChar char="​"/>
              <a:defRPr sz="1800"/>
            </a:lvl5pPr>
            <a:lvl6pPr marL="2743200" lvl="5" indent="-342900" algn="l">
              <a:lnSpc>
                <a:spcPct val="95000"/>
              </a:lnSpc>
              <a:spcBef>
                <a:spcPts val="600"/>
              </a:spcBef>
              <a:spcAft>
                <a:spcPts val="0"/>
              </a:spcAft>
              <a:buClr>
                <a:schemeClr val="accent2"/>
              </a:buClr>
              <a:buSzPts val="1800"/>
              <a:buChar char="​"/>
              <a:defRPr/>
            </a:lvl6pPr>
            <a:lvl7pPr marL="3200400" lvl="6" indent="-342900" algn="l">
              <a:lnSpc>
                <a:spcPct val="95000"/>
              </a:lnSpc>
              <a:spcBef>
                <a:spcPts val="1000"/>
              </a:spcBef>
              <a:spcAft>
                <a:spcPts val="0"/>
              </a:spcAft>
              <a:buClr>
                <a:schemeClr val="dk1"/>
              </a:buClr>
              <a:buSzPts val="1800"/>
              <a:buChar char="​"/>
              <a:defRPr/>
            </a:lvl7pPr>
            <a:lvl8pPr marL="3657600" lvl="7" indent="-342900" algn="l">
              <a:lnSpc>
                <a:spcPct val="95000"/>
              </a:lnSpc>
              <a:spcBef>
                <a:spcPts val="200"/>
              </a:spcBef>
              <a:spcAft>
                <a:spcPts val="0"/>
              </a:spcAft>
              <a:buClr>
                <a:schemeClr val="dk1"/>
              </a:buClr>
              <a:buSzPts val="1800"/>
              <a:buAutoNum type="arabicPeriod"/>
              <a:defRPr/>
            </a:lvl8pPr>
            <a:lvl9pPr marL="4114800" lvl="8" indent="-342900" algn="l">
              <a:lnSpc>
                <a:spcPct val="95000"/>
              </a:lnSpc>
              <a:spcBef>
                <a:spcPts val="400"/>
              </a:spcBef>
              <a:spcAft>
                <a:spcPts val="400"/>
              </a:spcAft>
              <a:buClr>
                <a:schemeClr val="accent6"/>
              </a:buClr>
              <a:buSzPts val="1800"/>
              <a:buChar char="​"/>
              <a:defRPr/>
            </a:lvl9pPr>
          </a:lstStyle>
          <a:p>
            <a:endParaRPr/>
          </a:p>
        </p:txBody>
      </p:sp>
      <p:sp>
        <p:nvSpPr>
          <p:cNvPr id="104" name="Google Shape;104;p22"/>
          <p:cNvSpPr txBox="1">
            <a:spLocks noGrp="1"/>
          </p:cNvSpPr>
          <p:nvPr>
            <p:ph type="body" idx="2"/>
          </p:nvPr>
        </p:nvSpPr>
        <p:spPr>
          <a:xfrm>
            <a:off x="3352800" y="1216152"/>
            <a:ext cx="2438400" cy="3344034"/>
          </a:xfrm>
          <a:prstGeom prst="rect">
            <a:avLst/>
          </a:prstGeom>
          <a:noFill/>
          <a:ln>
            <a:noFill/>
          </a:ln>
        </p:spPr>
        <p:txBody>
          <a:bodyPr spcFirstLastPara="1" wrap="square" lIns="0" tIns="0" rIns="0" bIns="0" anchor="t" anchorCtr="0">
            <a:noAutofit/>
          </a:bodyPr>
          <a:lstStyle>
            <a:lvl1pPr marL="457200" lvl="0" indent="-342900" algn="l">
              <a:lnSpc>
                <a:spcPct val="95000"/>
              </a:lnSpc>
              <a:spcBef>
                <a:spcPts val="600"/>
              </a:spcBef>
              <a:spcAft>
                <a:spcPts val="0"/>
              </a:spcAft>
              <a:buClr>
                <a:schemeClr val="dk1"/>
              </a:buClr>
              <a:buSzPts val="1800"/>
              <a:buChar char="•"/>
              <a:defRPr sz="1800"/>
            </a:lvl1pPr>
            <a:lvl2pPr marL="914400" lvl="1" indent="-330200" algn="l">
              <a:lnSpc>
                <a:spcPct val="85000"/>
              </a:lnSpc>
              <a:spcBef>
                <a:spcPts val="200"/>
              </a:spcBef>
              <a:spcAft>
                <a:spcPts val="0"/>
              </a:spcAft>
              <a:buClr>
                <a:schemeClr val="dk1"/>
              </a:buClr>
              <a:buSzPts val="1600"/>
              <a:buChar char="–"/>
              <a:defRPr sz="1600"/>
            </a:lvl2pPr>
            <a:lvl3pPr marL="1371600" lvl="2" indent="-317500" algn="l">
              <a:lnSpc>
                <a:spcPct val="85000"/>
              </a:lnSpc>
              <a:spcBef>
                <a:spcPts val="200"/>
              </a:spcBef>
              <a:spcAft>
                <a:spcPts val="0"/>
              </a:spcAft>
              <a:buClr>
                <a:schemeClr val="dk1"/>
              </a:buClr>
              <a:buSzPts val="1400"/>
              <a:buChar char="-"/>
              <a:defRPr sz="1400"/>
            </a:lvl3pPr>
            <a:lvl4pPr marL="1828800" lvl="3" indent="-342900" algn="l">
              <a:lnSpc>
                <a:spcPct val="95000"/>
              </a:lnSpc>
              <a:spcBef>
                <a:spcPts val="600"/>
              </a:spcBef>
              <a:spcAft>
                <a:spcPts val="0"/>
              </a:spcAft>
              <a:buClr>
                <a:schemeClr val="dk1"/>
              </a:buClr>
              <a:buSzPts val="1800"/>
              <a:buChar char="​"/>
              <a:defRPr sz="1800"/>
            </a:lvl4pPr>
            <a:lvl5pPr marL="2286000" lvl="4" indent="-342900" algn="l">
              <a:lnSpc>
                <a:spcPct val="95000"/>
              </a:lnSpc>
              <a:spcBef>
                <a:spcPts val="600"/>
              </a:spcBef>
              <a:spcAft>
                <a:spcPts val="0"/>
              </a:spcAft>
              <a:buClr>
                <a:schemeClr val="accent1"/>
              </a:buClr>
              <a:buSzPts val="1800"/>
              <a:buChar char="​"/>
              <a:defRPr sz="1800"/>
            </a:lvl5pPr>
            <a:lvl6pPr marL="2743200" lvl="5" indent="-342900" algn="l">
              <a:lnSpc>
                <a:spcPct val="95000"/>
              </a:lnSpc>
              <a:spcBef>
                <a:spcPts val="600"/>
              </a:spcBef>
              <a:spcAft>
                <a:spcPts val="0"/>
              </a:spcAft>
              <a:buClr>
                <a:schemeClr val="accent2"/>
              </a:buClr>
              <a:buSzPts val="1800"/>
              <a:buChar char="​"/>
              <a:defRPr/>
            </a:lvl6pPr>
            <a:lvl7pPr marL="3200400" lvl="6" indent="-342900" algn="l">
              <a:lnSpc>
                <a:spcPct val="95000"/>
              </a:lnSpc>
              <a:spcBef>
                <a:spcPts val="1000"/>
              </a:spcBef>
              <a:spcAft>
                <a:spcPts val="0"/>
              </a:spcAft>
              <a:buClr>
                <a:schemeClr val="dk1"/>
              </a:buClr>
              <a:buSzPts val="1800"/>
              <a:buChar char="​"/>
              <a:defRPr/>
            </a:lvl7pPr>
            <a:lvl8pPr marL="3657600" lvl="7" indent="-342900" algn="l">
              <a:lnSpc>
                <a:spcPct val="95000"/>
              </a:lnSpc>
              <a:spcBef>
                <a:spcPts val="200"/>
              </a:spcBef>
              <a:spcAft>
                <a:spcPts val="0"/>
              </a:spcAft>
              <a:buClr>
                <a:schemeClr val="dk1"/>
              </a:buClr>
              <a:buSzPts val="1800"/>
              <a:buAutoNum type="arabicPeriod"/>
              <a:defRPr/>
            </a:lvl8pPr>
            <a:lvl9pPr marL="4114800" lvl="8" indent="-342900" algn="l">
              <a:lnSpc>
                <a:spcPct val="95000"/>
              </a:lnSpc>
              <a:spcBef>
                <a:spcPts val="400"/>
              </a:spcBef>
              <a:spcAft>
                <a:spcPts val="400"/>
              </a:spcAft>
              <a:buClr>
                <a:schemeClr val="accent6"/>
              </a:buClr>
              <a:buSzPts val="1800"/>
              <a:buChar char="​"/>
              <a:defRPr/>
            </a:lvl9pPr>
          </a:lstStyle>
          <a:p>
            <a:endParaRPr/>
          </a:p>
        </p:txBody>
      </p:sp>
      <p:sp>
        <p:nvSpPr>
          <p:cNvPr id="105" name="Google Shape;105;p22"/>
          <p:cNvSpPr txBox="1">
            <a:spLocks noGrp="1"/>
          </p:cNvSpPr>
          <p:nvPr>
            <p:ph type="body" idx="3"/>
          </p:nvPr>
        </p:nvSpPr>
        <p:spPr>
          <a:xfrm>
            <a:off x="6248400" y="1216152"/>
            <a:ext cx="2438400" cy="3344034"/>
          </a:xfrm>
          <a:prstGeom prst="rect">
            <a:avLst/>
          </a:prstGeom>
          <a:noFill/>
          <a:ln>
            <a:noFill/>
          </a:ln>
        </p:spPr>
        <p:txBody>
          <a:bodyPr spcFirstLastPara="1" wrap="square" lIns="0" tIns="0" rIns="0" bIns="0" anchor="t" anchorCtr="0">
            <a:noAutofit/>
          </a:bodyPr>
          <a:lstStyle>
            <a:lvl1pPr marL="457200" lvl="0" indent="-342900" algn="l">
              <a:lnSpc>
                <a:spcPct val="95000"/>
              </a:lnSpc>
              <a:spcBef>
                <a:spcPts val="600"/>
              </a:spcBef>
              <a:spcAft>
                <a:spcPts val="0"/>
              </a:spcAft>
              <a:buClr>
                <a:schemeClr val="dk1"/>
              </a:buClr>
              <a:buSzPts val="1800"/>
              <a:buChar char="•"/>
              <a:defRPr sz="1800"/>
            </a:lvl1pPr>
            <a:lvl2pPr marL="914400" lvl="1" indent="-330200" algn="l">
              <a:lnSpc>
                <a:spcPct val="85000"/>
              </a:lnSpc>
              <a:spcBef>
                <a:spcPts val="200"/>
              </a:spcBef>
              <a:spcAft>
                <a:spcPts val="0"/>
              </a:spcAft>
              <a:buClr>
                <a:schemeClr val="dk1"/>
              </a:buClr>
              <a:buSzPts val="1600"/>
              <a:buChar char="–"/>
              <a:defRPr sz="1600"/>
            </a:lvl2pPr>
            <a:lvl3pPr marL="1371600" lvl="2" indent="-317500" algn="l">
              <a:lnSpc>
                <a:spcPct val="85000"/>
              </a:lnSpc>
              <a:spcBef>
                <a:spcPts val="200"/>
              </a:spcBef>
              <a:spcAft>
                <a:spcPts val="0"/>
              </a:spcAft>
              <a:buClr>
                <a:schemeClr val="dk1"/>
              </a:buClr>
              <a:buSzPts val="1400"/>
              <a:buChar char="-"/>
              <a:defRPr sz="1400"/>
            </a:lvl3pPr>
            <a:lvl4pPr marL="1828800" lvl="3" indent="-342900" algn="l">
              <a:lnSpc>
                <a:spcPct val="95000"/>
              </a:lnSpc>
              <a:spcBef>
                <a:spcPts val="600"/>
              </a:spcBef>
              <a:spcAft>
                <a:spcPts val="0"/>
              </a:spcAft>
              <a:buClr>
                <a:schemeClr val="dk1"/>
              </a:buClr>
              <a:buSzPts val="1800"/>
              <a:buChar char="​"/>
              <a:defRPr sz="1800"/>
            </a:lvl4pPr>
            <a:lvl5pPr marL="2286000" lvl="4" indent="-342900" algn="l">
              <a:lnSpc>
                <a:spcPct val="95000"/>
              </a:lnSpc>
              <a:spcBef>
                <a:spcPts val="600"/>
              </a:spcBef>
              <a:spcAft>
                <a:spcPts val="0"/>
              </a:spcAft>
              <a:buClr>
                <a:schemeClr val="accent1"/>
              </a:buClr>
              <a:buSzPts val="1800"/>
              <a:buChar char="​"/>
              <a:defRPr sz="1800"/>
            </a:lvl5pPr>
            <a:lvl6pPr marL="2743200" lvl="5" indent="-342900" algn="l">
              <a:lnSpc>
                <a:spcPct val="95000"/>
              </a:lnSpc>
              <a:spcBef>
                <a:spcPts val="600"/>
              </a:spcBef>
              <a:spcAft>
                <a:spcPts val="0"/>
              </a:spcAft>
              <a:buClr>
                <a:schemeClr val="accent2"/>
              </a:buClr>
              <a:buSzPts val="1800"/>
              <a:buChar char="​"/>
              <a:defRPr/>
            </a:lvl6pPr>
            <a:lvl7pPr marL="3200400" lvl="6" indent="-342900" algn="l">
              <a:lnSpc>
                <a:spcPct val="95000"/>
              </a:lnSpc>
              <a:spcBef>
                <a:spcPts val="1000"/>
              </a:spcBef>
              <a:spcAft>
                <a:spcPts val="0"/>
              </a:spcAft>
              <a:buClr>
                <a:schemeClr val="dk1"/>
              </a:buClr>
              <a:buSzPts val="1800"/>
              <a:buChar char="​"/>
              <a:defRPr/>
            </a:lvl7pPr>
            <a:lvl8pPr marL="3657600" lvl="7" indent="-342900" algn="l">
              <a:lnSpc>
                <a:spcPct val="95000"/>
              </a:lnSpc>
              <a:spcBef>
                <a:spcPts val="200"/>
              </a:spcBef>
              <a:spcAft>
                <a:spcPts val="0"/>
              </a:spcAft>
              <a:buClr>
                <a:schemeClr val="dk1"/>
              </a:buClr>
              <a:buSzPts val="1800"/>
              <a:buAutoNum type="arabicPeriod"/>
              <a:defRPr/>
            </a:lvl8pPr>
            <a:lvl9pPr marL="4114800" lvl="8" indent="-342900" algn="l">
              <a:lnSpc>
                <a:spcPct val="95000"/>
              </a:lnSpc>
              <a:spcBef>
                <a:spcPts val="400"/>
              </a:spcBef>
              <a:spcAft>
                <a:spcPts val="400"/>
              </a:spcAft>
              <a:buClr>
                <a:schemeClr val="accent6"/>
              </a:buClr>
              <a:buSzPts val="1800"/>
              <a:buChar char="​"/>
              <a:defRPr/>
            </a:lvl9pPr>
          </a:lstStyle>
          <a:p>
            <a:endParaRPr/>
          </a:p>
        </p:txBody>
      </p:sp>
      <p:sp>
        <p:nvSpPr>
          <p:cNvPr id="106" name="Google Shape;106;p22"/>
          <p:cNvSpPr txBox="1">
            <a:spLocks noGrp="1"/>
          </p:cNvSpPr>
          <p:nvPr>
            <p:ph type="body" idx="4"/>
          </p:nvPr>
        </p:nvSpPr>
        <p:spPr>
          <a:xfrm>
            <a:off x="3297994" y="4855464"/>
            <a:ext cx="2548012" cy="106186"/>
          </a:xfrm>
          <a:prstGeom prst="rect">
            <a:avLst/>
          </a:prstGeom>
          <a:noFill/>
          <a:ln>
            <a:noFill/>
          </a:ln>
        </p:spPr>
        <p:txBody>
          <a:bodyPr spcFirstLastPara="1" wrap="square" lIns="0" tIns="0" rIns="0" bIns="0" anchor="t" anchorCtr="0">
            <a:noAutofit/>
          </a:bodyPr>
          <a:lstStyle>
            <a:lvl1pPr marL="457200" lvl="0" indent="-228600" algn="ctr">
              <a:lnSpc>
                <a:spcPct val="85000"/>
              </a:lnSpc>
              <a:spcBef>
                <a:spcPts val="0"/>
              </a:spcBef>
              <a:spcAft>
                <a:spcPts val="0"/>
              </a:spcAft>
              <a:buClr>
                <a:srgbClr val="4FB0FF"/>
              </a:buClr>
              <a:buSzPts val="700"/>
              <a:buFont typeface="Century Gothic"/>
              <a:buNone/>
              <a:defRPr sz="700" b="1">
                <a:solidFill>
                  <a:srgbClr val="4FB0FF"/>
                </a:solidFill>
                <a:latin typeface="Century Gothic"/>
                <a:ea typeface="Century Gothic"/>
                <a:cs typeface="Century Gothic"/>
                <a:sym typeface="Century Gothic"/>
              </a:defRPr>
            </a:lvl1pPr>
            <a:lvl2pPr marL="914400" lvl="1" indent="-228600" algn="l">
              <a:lnSpc>
                <a:spcPct val="85000"/>
              </a:lnSpc>
              <a:spcBef>
                <a:spcPts val="200"/>
              </a:spcBef>
              <a:spcAft>
                <a:spcPts val="0"/>
              </a:spcAft>
              <a:buClr>
                <a:schemeClr val="accent2"/>
              </a:buClr>
              <a:buSzPts val="1600"/>
              <a:buFont typeface="Century Gothic"/>
              <a:buNone/>
              <a:defRPr sz="1600">
                <a:solidFill>
                  <a:schemeClr val="accent2"/>
                </a:solidFill>
              </a:defRPr>
            </a:lvl2pPr>
            <a:lvl3pPr marL="1371600" lvl="2" indent="-228600" algn="l">
              <a:lnSpc>
                <a:spcPct val="85000"/>
              </a:lnSpc>
              <a:spcBef>
                <a:spcPts val="200"/>
              </a:spcBef>
              <a:spcAft>
                <a:spcPts val="0"/>
              </a:spcAft>
              <a:buClr>
                <a:schemeClr val="accent2"/>
              </a:buClr>
              <a:buSzPts val="1600"/>
              <a:buFont typeface="Century Gothic"/>
              <a:buNone/>
              <a:defRPr sz="1600">
                <a:solidFill>
                  <a:schemeClr val="accent2"/>
                </a:solidFill>
              </a:defRPr>
            </a:lvl3pPr>
            <a:lvl4pPr marL="1828800" lvl="3" indent="-228600" algn="l">
              <a:lnSpc>
                <a:spcPct val="95000"/>
              </a:lnSpc>
              <a:spcBef>
                <a:spcPts val="600"/>
              </a:spcBef>
              <a:spcAft>
                <a:spcPts val="0"/>
              </a:spcAft>
              <a:buClr>
                <a:schemeClr val="accent2"/>
              </a:buClr>
              <a:buSzPts val="1600"/>
              <a:buFont typeface="Century Gothic"/>
              <a:buNone/>
              <a:defRPr sz="1600">
                <a:solidFill>
                  <a:schemeClr val="accent2"/>
                </a:solidFill>
              </a:defRPr>
            </a:lvl4pPr>
            <a:lvl5pPr marL="2286000" lvl="4" indent="-228600" algn="l">
              <a:lnSpc>
                <a:spcPct val="95000"/>
              </a:lnSpc>
              <a:spcBef>
                <a:spcPts val="600"/>
              </a:spcBef>
              <a:spcAft>
                <a:spcPts val="0"/>
              </a:spcAft>
              <a:buClr>
                <a:schemeClr val="accent2"/>
              </a:buClr>
              <a:buSzPts val="1600"/>
              <a:buFont typeface="Century Gothic"/>
              <a:buNone/>
              <a:defRPr sz="1600">
                <a:solidFill>
                  <a:schemeClr val="accent2"/>
                </a:solidFill>
              </a:defRPr>
            </a:lvl5pPr>
            <a:lvl6pPr marL="2743200" lvl="5" indent="-342900" algn="l">
              <a:lnSpc>
                <a:spcPct val="95000"/>
              </a:lnSpc>
              <a:spcBef>
                <a:spcPts val="600"/>
              </a:spcBef>
              <a:spcAft>
                <a:spcPts val="0"/>
              </a:spcAft>
              <a:buClr>
                <a:schemeClr val="accent2"/>
              </a:buClr>
              <a:buSzPts val="1800"/>
              <a:buChar char="​"/>
              <a:defRPr/>
            </a:lvl6pPr>
            <a:lvl7pPr marL="3200400" lvl="6" indent="-342900" algn="l">
              <a:lnSpc>
                <a:spcPct val="95000"/>
              </a:lnSpc>
              <a:spcBef>
                <a:spcPts val="1000"/>
              </a:spcBef>
              <a:spcAft>
                <a:spcPts val="0"/>
              </a:spcAft>
              <a:buClr>
                <a:schemeClr val="dk1"/>
              </a:buClr>
              <a:buSzPts val="1800"/>
              <a:buChar char="​"/>
              <a:defRPr/>
            </a:lvl7pPr>
            <a:lvl8pPr marL="3657600" lvl="7" indent="-342900" algn="l">
              <a:lnSpc>
                <a:spcPct val="95000"/>
              </a:lnSpc>
              <a:spcBef>
                <a:spcPts val="200"/>
              </a:spcBef>
              <a:spcAft>
                <a:spcPts val="0"/>
              </a:spcAft>
              <a:buClr>
                <a:schemeClr val="dk1"/>
              </a:buClr>
              <a:buSzPts val="1800"/>
              <a:buAutoNum type="arabicPeriod"/>
              <a:defRPr/>
            </a:lvl8pPr>
            <a:lvl9pPr marL="4114800" lvl="8" indent="-342900" algn="l">
              <a:lnSpc>
                <a:spcPct val="95000"/>
              </a:lnSpc>
              <a:spcBef>
                <a:spcPts val="400"/>
              </a:spcBef>
              <a:spcAft>
                <a:spcPts val="400"/>
              </a:spcAft>
              <a:buClr>
                <a:schemeClr val="accent6"/>
              </a:buClr>
              <a:buSzPts val="1800"/>
              <a:buChar char="​"/>
              <a:defRPr/>
            </a:lvl9pPr>
          </a:lstStyle>
          <a:p>
            <a:endParaRPr/>
          </a:p>
        </p:txBody>
      </p:sp>
      <p:sp>
        <p:nvSpPr>
          <p:cNvPr id="107" name="Google Shape;107;p22"/>
          <p:cNvSpPr txBox="1">
            <a:spLocks noGrp="1"/>
          </p:cNvSpPr>
          <p:nvPr>
            <p:ph type="title"/>
          </p:nvPr>
        </p:nvSpPr>
        <p:spPr>
          <a:xfrm>
            <a:off x="457200" y="173736"/>
            <a:ext cx="8229600" cy="704088"/>
          </a:xfrm>
          <a:prstGeom prst="rect">
            <a:avLst/>
          </a:prstGeom>
          <a:noFill/>
          <a:ln>
            <a:noFill/>
          </a:ln>
        </p:spPr>
        <p:txBody>
          <a:bodyPr spcFirstLastPara="1" wrap="square" lIns="0" tIns="0" rIns="0" bIns="0" anchor="b" anchorCtr="0">
            <a:noAutofit/>
          </a:bodyPr>
          <a:lstStyle>
            <a:lvl1pPr lvl="0" algn="l">
              <a:lnSpc>
                <a:spcPct val="95000"/>
              </a:lnSpc>
              <a:spcBef>
                <a:spcPts val="0"/>
              </a:spcBef>
              <a:spcAft>
                <a:spcPts val="0"/>
              </a:spcAft>
              <a:buClr>
                <a:schemeClr val="accent1"/>
              </a:buClr>
              <a:buSzPts val="2200"/>
              <a:buFont typeface="Century Gothic"/>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transition spd="med">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and Two Left Weighted">
  <p:cSld name="Title and Two Left Weighted">
    <p:spTree>
      <p:nvGrpSpPr>
        <p:cNvPr id="1" name="Shape 108"/>
        <p:cNvGrpSpPr/>
        <p:nvPr/>
      </p:nvGrpSpPr>
      <p:grpSpPr>
        <a:xfrm>
          <a:off x="0" y="0"/>
          <a:ext cx="0" cy="0"/>
          <a:chOff x="0" y="0"/>
          <a:chExt cx="0" cy="0"/>
        </a:xfrm>
      </p:grpSpPr>
      <p:sp>
        <p:nvSpPr>
          <p:cNvPr id="109" name="Google Shape;109;p23"/>
          <p:cNvSpPr>
            <a:spLocks noGrp="1"/>
          </p:cNvSpPr>
          <p:nvPr>
            <p:ph type="pic" idx="2"/>
          </p:nvPr>
        </p:nvSpPr>
        <p:spPr>
          <a:xfrm>
            <a:off x="6258796" y="1216152"/>
            <a:ext cx="2438400" cy="3068356"/>
          </a:xfrm>
          <a:prstGeom prst="rect">
            <a:avLst/>
          </a:prstGeom>
          <a:noFill/>
          <a:ln>
            <a:noFill/>
          </a:ln>
        </p:spPr>
        <p:txBody>
          <a:bodyPr spcFirstLastPara="1" wrap="square" lIns="0" tIns="0" rIns="0" bIns="0" anchor="t" anchorCtr="0">
            <a:noAutofit/>
          </a:bodyPr>
          <a:lstStyle>
            <a:lvl1pPr marR="0" lvl="0" algn="l" rtl="0">
              <a:lnSpc>
                <a:spcPct val="95000"/>
              </a:lnSpc>
              <a:spcBef>
                <a:spcPts val="600"/>
              </a:spcBef>
              <a:spcAft>
                <a:spcPts val="0"/>
              </a:spcAft>
              <a:buClr>
                <a:schemeClr val="dk1"/>
              </a:buClr>
              <a:buSzPts val="1800"/>
              <a:buFont typeface="Arial"/>
              <a:buChar char="•"/>
              <a:defRPr sz="1800" b="0" i="0" u="none" strike="noStrike" cap="none">
                <a:solidFill>
                  <a:schemeClr val="dk1"/>
                </a:solidFill>
                <a:latin typeface="Century Gothic"/>
                <a:ea typeface="Century Gothic"/>
                <a:cs typeface="Century Gothic"/>
                <a:sym typeface="Century Gothic"/>
              </a:defRPr>
            </a:lvl1pPr>
            <a:lvl2pPr marR="0" lvl="1" algn="l" rtl="0">
              <a:lnSpc>
                <a:spcPct val="85000"/>
              </a:lnSpc>
              <a:spcBef>
                <a:spcPts val="200"/>
              </a:spcBef>
              <a:spcAft>
                <a:spcPts val="0"/>
              </a:spcAft>
              <a:buClr>
                <a:schemeClr val="dk1"/>
              </a:buClr>
              <a:buSzPts val="1600"/>
              <a:buFont typeface="Arial"/>
              <a:buChar char="–"/>
              <a:defRPr sz="1600" b="0" i="0" u="none" strike="noStrike" cap="none">
                <a:solidFill>
                  <a:schemeClr val="dk1"/>
                </a:solidFill>
                <a:latin typeface="Century Gothic"/>
                <a:ea typeface="Century Gothic"/>
                <a:cs typeface="Century Gothic"/>
                <a:sym typeface="Century Gothic"/>
              </a:defRPr>
            </a:lvl2pPr>
            <a:lvl3pPr marR="0" lvl="2" algn="l" rtl="0">
              <a:lnSpc>
                <a:spcPct val="85000"/>
              </a:lnSpc>
              <a:spcBef>
                <a:spcPts val="200"/>
              </a:spcBef>
              <a:spcAft>
                <a:spcPts val="0"/>
              </a:spcAft>
              <a:buClr>
                <a:schemeClr val="dk1"/>
              </a:buClr>
              <a:buSzPts val="1400"/>
              <a:buFont typeface="Arial"/>
              <a:buChar char="-"/>
              <a:defRPr sz="1400" b="0" i="0" u="none" strike="noStrike" cap="none">
                <a:solidFill>
                  <a:schemeClr val="dk1"/>
                </a:solidFill>
                <a:latin typeface="Century Gothic"/>
                <a:ea typeface="Century Gothic"/>
                <a:cs typeface="Century Gothic"/>
                <a:sym typeface="Century Gothic"/>
              </a:defRPr>
            </a:lvl3pPr>
            <a:lvl4pPr marR="0" lvl="3" algn="l" rtl="0">
              <a:lnSpc>
                <a:spcPct val="95000"/>
              </a:lnSpc>
              <a:spcBef>
                <a:spcPts val="600"/>
              </a:spcBef>
              <a:spcAft>
                <a:spcPts val="0"/>
              </a:spcAft>
              <a:buClr>
                <a:schemeClr val="dk1"/>
              </a:buClr>
              <a:buSzPts val="1800"/>
              <a:buFont typeface="Arial"/>
              <a:buChar char="​"/>
              <a:defRPr sz="1800" b="0" i="0" u="none" strike="noStrike" cap="none">
                <a:solidFill>
                  <a:schemeClr val="dk1"/>
                </a:solidFill>
                <a:latin typeface="Century Gothic"/>
                <a:ea typeface="Century Gothic"/>
                <a:cs typeface="Century Gothic"/>
                <a:sym typeface="Century Gothic"/>
              </a:defRPr>
            </a:lvl4pPr>
            <a:lvl5pPr marR="0" lvl="4" algn="l" rtl="0">
              <a:lnSpc>
                <a:spcPct val="95000"/>
              </a:lnSpc>
              <a:spcBef>
                <a:spcPts val="600"/>
              </a:spcBef>
              <a:spcAft>
                <a:spcPts val="0"/>
              </a:spcAft>
              <a:buClr>
                <a:schemeClr val="accent1"/>
              </a:buClr>
              <a:buSzPts val="1800"/>
              <a:buFont typeface="Arial"/>
              <a:buChar char="​"/>
              <a:defRPr sz="1800" b="0" i="0" u="none" strike="noStrike" cap="none">
                <a:solidFill>
                  <a:schemeClr val="accent1"/>
                </a:solidFill>
                <a:latin typeface="Century Gothic"/>
                <a:ea typeface="Century Gothic"/>
                <a:cs typeface="Century Gothic"/>
                <a:sym typeface="Century Gothic"/>
              </a:defRPr>
            </a:lvl5pPr>
            <a:lvl6pPr marR="0" lvl="5" algn="l" rtl="0">
              <a:lnSpc>
                <a:spcPct val="95000"/>
              </a:lnSpc>
              <a:spcBef>
                <a:spcPts val="600"/>
              </a:spcBef>
              <a:spcAft>
                <a:spcPts val="0"/>
              </a:spcAft>
              <a:buClr>
                <a:schemeClr val="accent2"/>
              </a:buClr>
              <a:buSzPts val="1800"/>
              <a:buFont typeface="Arial"/>
              <a:buChar char="​"/>
              <a:defRPr sz="1800" b="0" i="0" u="none" strike="noStrike" cap="none">
                <a:solidFill>
                  <a:schemeClr val="accent2"/>
                </a:solidFill>
                <a:latin typeface="Century Gothic"/>
                <a:ea typeface="Century Gothic"/>
                <a:cs typeface="Century Gothic"/>
                <a:sym typeface="Century Gothic"/>
              </a:defRPr>
            </a:lvl6pPr>
            <a:lvl7pPr marR="0" lvl="6" algn="l" rtl="0">
              <a:lnSpc>
                <a:spcPct val="95000"/>
              </a:lnSpc>
              <a:spcBef>
                <a:spcPts val="1000"/>
              </a:spcBef>
              <a:spcAft>
                <a:spcPts val="0"/>
              </a:spcAft>
              <a:buClr>
                <a:schemeClr val="dk1"/>
              </a:buClr>
              <a:buSzPts val="1800"/>
              <a:buFont typeface="Arial"/>
              <a:buChar char="​"/>
              <a:defRPr sz="1800" b="1" i="0" u="none" strike="noStrike" cap="none">
                <a:solidFill>
                  <a:schemeClr val="dk1"/>
                </a:solidFill>
                <a:latin typeface="Century Gothic"/>
                <a:ea typeface="Century Gothic"/>
                <a:cs typeface="Century Gothic"/>
                <a:sym typeface="Century Gothic"/>
              </a:defRPr>
            </a:lvl7pPr>
            <a:lvl8pPr marR="0" lvl="7" algn="l" rtl="0">
              <a:lnSpc>
                <a:spcPct val="95000"/>
              </a:lnSpc>
              <a:spcBef>
                <a:spcPts val="200"/>
              </a:spcBef>
              <a:spcAft>
                <a:spcPts val="0"/>
              </a:spcAft>
              <a:buClr>
                <a:schemeClr val="dk1"/>
              </a:buClr>
              <a:buSzPts val="1800"/>
              <a:buFont typeface="Century Gothic"/>
              <a:buAutoNum type="arabicPeriod"/>
              <a:defRPr sz="1800" b="0" i="0" u="none" strike="noStrike" cap="none">
                <a:solidFill>
                  <a:schemeClr val="dk1"/>
                </a:solidFill>
                <a:latin typeface="Century Gothic"/>
                <a:ea typeface="Century Gothic"/>
                <a:cs typeface="Century Gothic"/>
                <a:sym typeface="Century Gothic"/>
              </a:defRPr>
            </a:lvl8pPr>
            <a:lvl9pPr marR="0" lvl="8" algn="l" rtl="0">
              <a:lnSpc>
                <a:spcPct val="95000"/>
              </a:lnSpc>
              <a:spcBef>
                <a:spcPts val="400"/>
              </a:spcBef>
              <a:spcAft>
                <a:spcPts val="400"/>
              </a:spcAft>
              <a:buClr>
                <a:schemeClr val="accent6"/>
              </a:buClr>
              <a:buSzPts val="900"/>
              <a:buFont typeface="Arial"/>
              <a:buChar char="​"/>
              <a:defRPr sz="900" b="0" i="0" u="none" strike="noStrike" cap="none">
                <a:solidFill>
                  <a:schemeClr val="accent6"/>
                </a:solidFill>
                <a:latin typeface="Century Gothic"/>
                <a:ea typeface="Century Gothic"/>
                <a:cs typeface="Century Gothic"/>
                <a:sym typeface="Century Gothic"/>
              </a:defRPr>
            </a:lvl9pPr>
          </a:lstStyle>
          <a:p>
            <a:endParaRPr/>
          </a:p>
        </p:txBody>
      </p:sp>
      <p:sp>
        <p:nvSpPr>
          <p:cNvPr id="110" name="Google Shape;110;p23"/>
          <p:cNvSpPr txBox="1">
            <a:spLocks noGrp="1"/>
          </p:cNvSpPr>
          <p:nvPr>
            <p:ph type="body" idx="1"/>
          </p:nvPr>
        </p:nvSpPr>
        <p:spPr>
          <a:xfrm>
            <a:off x="457200" y="1216152"/>
            <a:ext cx="5334000" cy="3344035"/>
          </a:xfrm>
          <a:prstGeom prst="rect">
            <a:avLst/>
          </a:prstGeom>
          <a:noFill/>
          <a:ln>
            <a:noFill/>
          </a:ln>
        </p:spPr>
        <p:txBody>
          <a:bodyPr spcFirstLastPara="1" wrap="square" lIns="0" tIns="0" rIns="0" bIns="0" anchor="t" anchorCtr="0">
            <a:noAutofit/>
          </a:bodyPr>
          <a:lstStyle>
            <a:lvl1pPr marL="457200" lvl="0" indent="-342900" algn="l">
              <a:lnSpc>
                <a:spcPct val="95000"/>
              </a:lnSpc>
              <a:spcBef>
                <a:spcPts val="600"/>
              </a:spcBef>
              <a:spcAft>
                <a:spcPts val="0"/>
              </a:spcAft>
              <a:buClr>
                <a:schemeClr val="dk1"/>
              </a:buClr>
              <a:buSzPts val="1800"/>
              <a:buChar char="•"/>
              <a:defRPr sz="1800"/>
            </a:lvl1pPr>
            <a:lvl2pPr marL="914400" lvl="1" indent="-330200" algn="l">
              <a:lnSpc>
                <a:spcPct val="85000"/>
              </a:lnSpc>
              <a:spcBef>
                <a:spcPts val="200"/>
              </a:spcBef>
              <a:spcAft>
                <a:spcPts val="0"/>
              </a:spcAft>
              <a:buClr>
                <a:schemeClr val="dk1"/>
              </a:buClr>
              <a:buSzPts val="1600"/>
              <a:buChar char="–"/>
              <a:defRPr sz="1600"/>
            </a:lvl2pPr>
            <a:lvl3pPr marL="1371600" lvl="2" indent="-317500" algn="l">
              <a:lnSpc>
                <a:spcPct val="85000"/>
              </a:lnSpc>
              <a:spcBef>
                <a:spcPts val="200"/>
              </a:spcBef>
              <a:spcAft>
                <a:spcPts val="0"/>
              </a:spcAft>
              <a:buClr>
                <a:schemeClr val="dk1"/>
              </a:buClr>
              <a:buSzPts val="1400"/>
              <a:buChar char="-"/>
              <a:defRPr sz="1400"/>
            </a:lvl3pPr>
            <a:lvl4pPr marL="1828800" lvl="3" indent="-342900" algn="l">
              <a:lnSpc>
                <a:spcPct val="95000"/>
              </a:lnSpc>
              <a:spcBef>
                <a:spcPts val="600"/>
              </a:spcBef>
              <a:spcAft>
                <a:spcPts val="0"/>
              </a:spcAft>
              <a:buClr>
                <a:schemeClr val="dk1"/>
              </a:buClr>
              <a:buSzPts val="1800"/>
              <a:buChar char="​"/>
              <a:defRPr sz="1800"/>
            </a:lvl4pPr>
            <a:lvl5pPr marL="2286000" lvl="4" indent="-342900" algn="l">
              <a:lnSpc>
                <a:spcPct val="95000"/>
              </a:lnSpc>
              <a:spcBef>
                <a:spcPts val="600"/>
              </a:spcBef>
              <a:spcAft>
                <a:spcPts val="0"/>
              </a:spcAft>
              <a:buClr>
                <a:schemeClr val="accent1"/>
              </a:buClr>
              <a:buSzPts val="1800"/>
              <a:buChar char="​"/>
              <a:defRPr sz="1800"/>
            </a:lvl5pPr>
            <a:lvl6pPr marL="2743200" lvl="5" indent="-342900" algn="l">
              <a:lnSpc>
                <a:spcPct val="95000"/>
              </a:lnSpc>
              <a:spcBef>
                <a:spcPts val="600"/>
              </a:spcBef>
              <a:spcAft>
                <a:spcPts val="0"/>
              </a:spcAft>
              <a:buClr>
                <a:schemeClr val="accent2"/>
              </a:buClr>
              <a:buSzPts val="1800"/>
              <a:buChar char="​"/>
              <a:defRPr/>
            </a:lvl6pPr>
            <a:lvl7pPr marL="3200400" lvl="6" indent="-342900" algn="l">
              <a:lnSpc>
                <a:spcPct val="95000"/>
              </a:lnSpc>
              <a:spcBef>
                <a:spcPts val="1000"/>
              </a:spcBef>
              <a:spcAft>
                <a:spcPts val="0"/>
              </a:spcAft>
              <a:buClr>
                <a:schemeClr val="dk1"/>
              </a:buClr>
              <a:buSzPts val="1800"/>
              <a:buChar char="​"/>
              <a:defRPr/>
            </a:lvl7pPr>
            <a:lvl8pPr marL="3657600" lvl="7" indent="-342900" algn="l">
              <a:lnSpc>
                <a:spcPct val="95000"/>
              </a:lnSpc>
              <a:spcBef>
                <a:spcPts val="200"/>
              </a:spcBef>
              <a:spcAft>
                <a:spcPts val="0"/>
              </a:spcAft>
              <a:buClr>
                <a:schemeClr val="dk1"/>
              </a:buClr>
              <a:buSzPts val="1800"/>
              <a:buAutoNum type="arabicPeriod"/>
              <a:defRPr/>
            </a:lvl8pPr>
            <a:lvl9pPr marL="4114800" lvl="8" indent="-342900" algn="l">
              <a:lnSpc>
                <a:spcPct val="95000"/>
              </a:lnSpc>
              <a:spcBef>
                <a:spcPts val="400"/>
              </a:spcBef>
              <a:spcAft>
                <a:spcPts val="400"/>
              </a:spcAft>
              <a:buClr>
                <a:schemeClr val="accent6"/>
              </a:buClr>
              <a:buSzPts val="1800"/>
              <a:buChar char="​"/>
              <a:defRPr/>
            </a:lvl9pPr>
          </a:lstStyle>
          <a:p>
            <a:endParaRPr/>
          </a:p>
        </p:txBody>
      </p:sp>
      <p:sp>
        <p:nvSpPr>
          <p:cNvPr id="111" name="Google Shape;111;p23"/>
          <p:cNvSpPr txBox="1">
            <a:spLocks noGrp="1"/>
          </p:cNvSpPr>
          <p:nvPr>
            <p:ph type="body" idx="3"/>
          </p:nvPr>
        </p:nvSpPr>
        <p:spPr>
          <a:xfrm>
            <a:off x="3297994" y="4855464"/>
            <a:ext cx="2548012" cy="106186"/>
          </a:xfrm>
          <a:prstGeom prst="rect">
            <a:avLst/>
          </a:prstGeom>
          <a:noFill/>
          <a:ln>
            <a:noFill/>
          </a:ln>
        </p:spPr>
        <p:txBody>
          <a:bodyPr spcFirstLastPara="1" wrap="square" lIns="0" tIns="0" rIns="0" bIns="0" anchor="t" anchorCtr="0">
            <a:noAutofit/>
          </a:bodyPr>
          <a:lstStyle>
            <a:lvl1pPr marL="457200" lvl="0" indent="-228600" algn="ctr">
              <a:lnSpc>
                <a:spcPct val="85000"/>
              </a:lnSpc>
              <a:spcBef>
                <a:spcPts val="0"/>
              </a:spcBef>
              <a:spcAft>
                <a:spcPts val="0"/>
              </a:spcAft>
              <a:buClr>
                <a:srgbClr val="4FB0FF"/>
              </a:buClr>
              <a:buSzPts val="700"/>
              <a:buFont typeface="Century Gothic"/>
              <a:buNone/>
              <a:defRPr sz="700" b="1">
                <a:solidFill>
                  <a:srgbClr val="4FB0FF"/>
                </a:solidFill>
                <a:latin typeface="Century Gothic"/>
                <a:ea typeface="Century Gothic"/>
                <a:cs typeface="Century Gothic"/>
                <a:sym typeface="Century Gothic"/>
              </a:defRPr>
            </a:lvl1pPr>
            <a:lvl2pPr marL="914400" lvl="1" indent="-228600" algn="l">
              <a:lnSpc>
                <a:spcPct val="85000"/>
              </a:lnSpc>
              <a:spcBef>
                <a:spcPts val="200"/>
              </a:spcBef>
              <a:spcAft>
                <a:spcPts val="0"/>
              </a:spcAft>
              <a:buClr>
                <a:schemeClr val="accent2"/>
              </a:buClr>
              <a:buSzPts val="1600"/>
              <a:buFont typeface="Century Gothic"/>
              <a:buNone/>
              <a:defRPr sz="1600">
                <a:solidFill>
                  <a:schemeClr val="accent2"/>
                </a:solidFill>
              </a:defRPr>
            </a:lvl2pPr>
            <a:lvl3pPr marL="1371600" lvl="2" indent="-228600" algn="l">
              <a:lnSpc>
                <a:spcPct val="85000"/>
              </a:lnSpc>
              <a:spcBef>
                <a:spcPts val="200"/>
              </a:spcBef>
              <a:spcAft>
                <a:spcPts val="0"/>
              </a:spcAft>
              <a:buClr>
                <a:schemeClr val="accent2"/>
              </a:buClr>
              <a:buSzPts val="1600"/>
              <a:buFont typeface="Century Gothic"/>
              <a:buNone/>
              <a:defRPr sz="1600">
                <a:solidFill>
                  <a:schemeClr val="accent2"/>
                </a:solidFill>
              </a:defRPr>
            </a:lvl3pPr>
            <a:lvl4pPr marL="1828800" lvl="3" indent="-228600" algn="l">
              <a:lnSpc>
                <a:spcPct val="95000"/>
              </a:lnSpc>
              <a:spcBef>
                <a:spcPts val="600"/>
              </a:spcBef>
              <a:spcAft>
                <a:spcPts val="0"/>
              </a:spcAft>
              <a:buClr>
                <a:schemeClr val="accent2"/>
              </a:buClr>
              <a:buSzPts val="1600"/>
              <a:buFont typeface="Century Gothic"/>
              <a:buNone/>
              <a:defRPr sz="1600">
                <a:solidFill>
                  <a:schemeClr val="accent2"/>
                </a:solidFill>
              </a:defRPr>
            </a:lvl4pPr>
            <a:lvl5pPr marL="2286000" lvl="4" indent="-228600" algn="l">
              <a:lnSpc>
                <a:spcPct val="95000"/>
              </a:lnSpc>
              <a:spcBef>
                <a:spcPts val="600"/>
              </a:spcBef>
              <a:spcAft>
                <a:spcPts val="0"/>
              </a:spcAft>
              <a:buClr>
                <a:schemeClr val="accent2"/>
              </a:buClr>
              <a:buSzPts val="1600"/>
              <a:buFont typeface="Century Gothic"/>
              <a:buNone/>
              <a:defRPr sz="1600">
                <a:solidFill>
                  <a:schemeClr val="accent2"/>
                </a:solidFill>
              </a:defRPr>
            </a:lvl5pPr>
            <a:lvl6pPr marL="2743200" lvl="5" indent="-342900" algn="l">
              <a:lnSpc>
                <a:spcPct val="95000"/>
              </a:lnSpc>
              <a:spcBef>
                <a:spcPts val="600"/>
              </a:spcBef>
              <a:spcAft>
                <a:spcPts val="0"/>
              </a:spcAft>
              <a:buClr>
                <a:schemeClr val="accent2"/>
              </a:buClr>
              <a:buSzPts val="1800"/>
              <a:buChar char="​"/>
              <a:defRPr/>
            </a:lvl6pPr>
            <a:lvl7pPr marL="3200400" lvl="6" indent="-342900" algn="l">
              <a:lnSpc>
                <a:spcPct val="95000"/>
              </a:lnSpc>
              <a:spcBef>
                <a:spcPts val="1000"/>
              </a:spcBef>
              <a:spcAft>
                <a:spcPts val="0"/>
              </a:spcAft>
              <a:buClr>
                <a:schemeClr val="dk1"/>
              </a:buClr>
              <a:buSzPts val="1800"/>
              <a:buChar char="​"/>
              <a:defRPr/>
            </a:lvl7pPr>
            <a:lvl8pPr marL="3657600" lvl="7" indent="-342900" algn="l">
              <a:lnSpc>
                <a:spcPct val="95000"/>
              </a:lnSpc>
              <a:spcBef>
                <a:spcPts val="200"/>
              </a:spcBef>
              <a:spcAft>
                <a:spcPts val="0"/>
              </a:spcAft>
              <a:buClr>
                <a:schemeClr val="dk1"/>
              </a:buClr>
              <a:buSzPts val="1800"/>
              <a:buAutoNum type="arabicPeriod"/>
              <a:defRPr/>
            </a:lvl8pPr>
            <a:lvl9pPr marL="4114800" lvl="8" indent="-342900" algn="l">
              <a:lnSpc>
                <a:spcPct val="95000"/>
              </a:lnSpc>
              <a:spcBef>
                <a:spcPts val="400"/>
              </a:spcBef>
              <a:spcAft>
                <a:spcPts val="400"/>
              </a:spcAft>
              <a:buClr>
                <a:schemeClr val="accent6"/>
              </a:buClr>
              <a:buSzPts val="1800"/>
              <a:buChar char="​"/>
              <a:defRPr/>
            </a:lvl9pPr>
          </a:lstStyle>
          <a:p>
            <a:endParaRPr/>
          </a:p>
        </p:txBody>
      </p:sp>
      <p:sp>
        <p:nvSpPr>
          <p:cNvPr id="112" name="Google Shape;112;p23"/>
          <p:cNvSpPr txBox="1">
            <a:spLocks noGrp="1"/>
          </p:cNvSpPr>
          <p:nvPr>
            <p:ph type="title"/>
          </p:nvPr>
        </p:nvSpPr>
        <p:spPr>
          <a:xfrm>
            <a:off x="457200" y="173736"/>
            <a:ext cx="8229600" cy="704088"/>
          </a:xfrm>
          <a:prstGeom prst="rect">
            <a:avLst/>
          </a:prstGeom>
          <a:noFill/>
          <a:ln>
            <a:noFill/>
          </a:ln>
        </p:spPr>
        <p:txBody>
          <a:bodyPr spcFirstLastPara="1" wrap="square" lIns="0" tIns="0" rIns="0" bIns="0" anchor="b" anchorCtr="0">
            <a:noAutofit/>
          </a:bodyPr>
          <a:lstStyle>
            <a:lvl1pPr lvl="0" algn="l">
              <a:lnSpc>
                <a:spcPct val="95000"/>
              </a:lnSpc>
              <a:spcBef>
                <a:spcPts val="0"/>
              </a:spcBef>
              <a:spcAft>
                <a:spcPts val="0"/>
              </a:spcAft>
              <a:buClr>
                <a:schemeClr val="accent1"/>
              </a:buClr>
              <a:buSzPts val="2200"/>
              <a:buFont typeface="Century Gothic"/>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transition spd="med">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and Two Right Weighted">
  <p:cSld name="Title and Two Right Weighted">
    <p:spTree>
      <p:nvGrpSpPr>
        <p:cNvPr id="1" name="Shape 113"/>
        <p:cNvGrpSpPr/>
        <p:nvPr/>
      </p:nvGrpSpPr>
      <p:grpSpPr>
        <a:xfrm>
          <a:off x="0" y="0"/>
          <a:ext cx="0" cy="0"/>
          <a:chOff x="0" y="0"/>
          <a:chExt cx="0" cy="0"/>
        </a:xfrm>
      </p:grpSpPr>
      <p:sp>
        <p:nvSpPr>
          <p:cNvPr id="114" name="Google Shape;114;p24"/>
          <p:cNvSpPr>
            <a:spLocks noGrp="1"/>
          </p:cNvSpPr>
          <p:nvPr>
            <p:ph type="pic" idx="2"/>
          </p:nvPr>
        </p:nvSpPr>
        <p:spPr>
          <a:xfrm>
            <a:off x="457200" y="1216152"/>
            <a:ext cx="2438400" cy="3070129"/>
          </a:xfrm>
          <a:prstGeom prst="rect">
            <a:avLst/>
          </a:prstGeom>
          <a:noFill/>
          <a:ln>
            <a:noFill/>
          </a:ln>
        </p:spPr>
        <p:txBody>
          <a:bodyPr spcFirstLastPara="1" wrap="square" lIns="0" tIns="0" rIns="0" bIns="0" anchor="t" anchorCtr="0">
            <a:noAutofit/>
          </a:bodyPr>
          <a:lstStyle>
            <a:lvl1pPr marR="0" lvl="0" algn="l" rtl="0">
              <a:lnSpc>
                <a:spcPct val="95000"/>
              </a:lnSpc>
              <a:spcBef>
                <a:spcPts val="600"/>
              </a:spcBef>
              <a:spcAft>
                <a:spcPts val="0"/>
              </a:spcAft>
              <a:buClr>
                <a:schemeClr val="dk1"/>
              </a:buClr>
              <a:buSzPts val="1800"/>
              <a:buFont typeface="Arial"/>
              <a:buChar char="•"/>
              <a:defRPr sz="1800" b="0" i="0" u="none" strike="noStrike" cap="none">
                <a:solidFill>
                  <a:schemeClr val="dk1"/>
                </a:solidFill>
                <a:latin typeface="Century Gothic"/>
                <a:ea typeface="Century Gothic"/>
                <a:cs typeface="Century Gothic"/>
                <a:sym typeface="Century Gothic"/>
              </a:defRPr>
            </a:lvl1pPr>
            <a:lvl2pPr marR="0" lvl="1" algn="l" rtl="0">
              <a:lnSpc>
                <a:spcPct val="85000"/>
              </a:lnSpc>
              <a:spcBef>
                <a:spcPts val="200"/>
              </a:spcBef>
              <a:spcAft>
                <a:spcPts val="0"/>
              </a:spcAft>
              <a:buClr>
                <a:schemeClr val="dk1"/>
              </a:buClr>
              <a:buSzPts val="1600"/>
              <a:buFont typeface="Arial"/>
              <a:buChar char="–"/>
              <a:defRPr sz="1600" b="0" i="0" u="none" strike="noStrike" cap="none">
                <a:solidFill>
                  <a:schemeClr val="dk1"/>
                </a:solidFill>
                <a:latin typeface="Century Gothic"/>
                <a:ea typeface="Century Gothic"/>
                <a:cs typeface="Century Gothic"/>
                <a:sym typeface="Century Gothic"/>
              </a:defRPr>
            </a:lvl2pPr>
            <a:lvl3pPr marR="0" lvl="2" algn="l" rtl="0">
              <a:lnSpc>
                <a:spcPct val="85000"/>
              </a:lnSpc>
              <a:spcBef>
                <a:spcPts val="200"/>
              </a:spcBef>
              <a:spcAft>
                <a:spcPts val="0"/>
              </a:spcAft>
              <a:buClr>
                <a:schemeClr val="dk1"/>
              </a:buClr>
              <a:buSzPts val="1400"/>
              <a:buFont typeface="Arial"/>
              <a:buChar char="-"/>
              <a:defRPr sz="1400" b="0" i="0" u="none" strike="noStrike" cap="none">
                <a:solidFill>
                  <a:schemeClr val="dk1"/>
                </a:solidFill>
                <a:latin typeface="Century Gothic"/>
                <a:ea typeface="Century Gothic"/>
                <a:cs typeface="Century Gothic"/>
                <a:sym typeface="Century Gothic"/>
              </a:defRPr>
            </a:lvl3pPr>
            <a:lvl4pPr marR="0" lvl="3" algn="l" rtl="0">
              <a:lnSpc>
                <a:spcPct val="95000"/>
              </a:lnSpc>
              <a:spcBef>
                <a:spcPts val="600"/>
              </a:spcBef>
              <a:spcAft>
                <a:spcPts val="0"/>
              </a:spcAft>
              <a:buClr>
                <a:schemeClr val="dk1"/>
              </a:buClr>
              <a:buSzPts val="1800"/>
              <a:buFont typeface="Arial"/>
              <a:buChar char="​"/>
              <a:defRPr sz="1800" b="0" i="0" u="none" strike="noStrike" cap="none">
                <a:solidFill>
                  <a:schemeClr val="dk1"/>
                </a:solidFill>
                <a:latin typeface="Century Gothic"/>
                <a:ea typeface="Century Gothic"/>
                <a:cs typeface="Century Gothic"/>
                <a:sym typeface="Century Gothic"/>
              </a:defRPr>
            </a:lvl4pPr>
            <a:lvl5pPr marR="0" lvl="4" algn="l" rtl="0">
              <a:lnSpc>
                <a:spcPct val="95000"/>
              </a:lnSpc>
              <a:spcBef>
                <a:spcPts val="600"/>
              </a:spcBef>
              <a:spcAft>
                <a:spcPts val="0"/>
              </a:spcAft>
              <a:buClr>
                <a:schemeClr val="accent1"/>
              </a:buClr>
              <a:buSzPts val="1800"/>
              <a:buFont typeface="Arial"/>
              <a:buChar char="​"/>
              <a:defRPr sz="1800" b="0" i="0" u="none" strike="noStrike" cap="none">
                <a:solidFill>
                  <a:schemeClr val="accent1"/>
                </a:solidFill>
                <a:latin typeface="Century Gothic"/>
                <a:ea typeface="Century Gothic"/>
                <a:cs typeface="Century Gothic"/>
                <a:sym typeface="Century Gothic"/>
              </a:defRPr>
            </a:lvl5pPr>
            <a:lvl6pPr marR="0" lvl="5" algn="l" rtl="0">
              <a:lnSpc>
                <a:spcPct val="95000"/>
              </a:lnSpc>
              <a:spcBef>
                <a:spcPts val="600"/>
              </a:spcBef>
              <a:spcAft>
                <a:spcPts val="0"/>
              </a:spcAft>
              <a:buClr>
                <a:schemeClr val="accent2"/>
              </a:buClr>
              <a:buSzPts val="1800"/>
              <a:buFont typeface="Arial"/>
              <a:buChar char="​"/>
              <a:defRPr sz="1800" b="0" i="0" u="none" strike="noStrike" cap="none">
                <a:solidFill>
                  <a:schemeClr val="accent2"/>
                </a:solidFill>
                <a:latin typeface="Century Gothic"/>
                <a:ea typeface="Century Gothic"/>
                <a:cs typeface="Century Gothic"/>
                <a:sym typeface="Century Gothic"/>
              </a:defRPr>
            </a:lvl6pPr>
            <a:lvl7pPr marR="0" lvl="6" algn="l" rtl="0">
              <a:lnSpc>
                <a:spcPct val="95000"/>
              </a:lnSpc>
              <a:spcBef>
                <a:spcPts val="1000"/>
              </a:spcBef>
              <a:spcAft>
                <a:spcPts val="0"/>
              </a:spcAft>
              <a:buClr>
                <a:schemeClr val="dk1"/>
              </a:buClr>
              <a:buSzPts val="1800"/>
              <a:buFont typeface="Arial"/>
              <a:buChar char="​"/>
              <a:defRPr sz="1800" b="1" i="0" u="none" strike="noStrike" cap="none">
                <a:solidFill>
                  <a:schemeClr val="dk1"/>
                </a:solidFill>
                <a:latin typeface="Century Gothic"/>
                <a:ea typeface="Century Gothic"/>
                <a:cs typeface="Century Gothic"/>
                <a:sym typeface="Century Gothic"/>
              </a:defRPr>
            </a:lvl7pPr>
            <a:lvl8pPr marR="0" lvl="7" algn="l" rtl="0">
              <a:lnSpc>
                <a:spcPct val="95000"/>
              </a:lnSpc>
              <a:spcBef>
                <a:spcPts val="200"/>
              </a:spcBef>
              <a:spcAft>
                <a:spcPts val="0"/>
              </a:spcAft>
              <a:buClr>
                <a:schemeClr val="dk1"/>
              </a:buClr>
              <a:buSzPts val="1800"/>
              <a:buFont typeface="Century Gothic"/>
              <a:buAutoNum type="arabicPeriod"/>
              <a:defRPr sz="1800" b="0" i="0" u="none" strike="noStrike" cap="none">
                <a:solidFill>
                  <a:schemeClr val="dk1"/>
                </a:solidFill>
                <a:latin typeface="Century Gothic"/>
                <a:ea typeface="Century Gothic"/>
                <a:cs typeface="Century Gothic"/>
                <a:sym typeface="Century Gothic"/>
              </a:defRPr>
            </a:lvl8pPr>
            <a:lvl9pPr marR="0" lvl="8" algn="l" rtl="0">
              <a:lnSpc>
                <a:spcPct val="95000"/>
              </a:lnSpc>
              <a:spcBef>
                <a:spcPts val="400"/>
              </a:spcBef>
              <a:spcAft>
                <a:spcPts val="400"/>
              </a:spcAft>
              <a:buClr>
                <a:schemeClr val="accent6"/>
              </a:buClr>
              <a:buSzPts val="900"/>
              <a:buFont typeface="Arial"/>
              <a:buChar char="​"/>
              <a:defRPr sz="900" b="0" i="0" u="none" strike="noStrike" cap="none">
                <a:solidFill>
                  <a:schemeClr val="accent6"/>
                </a:solidFill>
                <a:latin typeface="Century Gothic"/>
                <a:ea typeface="Century Gothic"/>
                <a:cs typeface="Century Gothic"/>
                <a:sym typeface="Century Gothic"/>
              </a:defRPr>
            </a:lvl9pPr>
          </a:lstStyle>
          <a:p>
            <a:endParaRPr/>
          </a:p>
        </p:txBody>
      </p:sp>
      <p:sp>
        <p:nvSpPr>
          <p:cNvPr id="115" name="Google Shape;115;p24"/>
          <p:cNvSpPr txBox="1">
            <a:spLocks noGrp="1"/>
          </p:cNvSpPr>
          <p:nvPr>
            <p:ph type="body" idx="1"/>
          </p:nvPr>
        </p:nvSpPr>
        <p:spPr>
          <a:xfrm>
            <a:off x="3352800" y="1216152"/>
            <a:ext cx="5334000" cy="3344034"/>
          </a:xfrm>
          <a:prstGeom prst="rect">
            <a:avLst/>
          </a:prstGeom>
          <a:noFill/>
          <a:ln>
            <a:noFill/>
          </a:ln>
        </p:spPr>
        <p:txBody>
          <a:bodyPr spcFirstLastPara="1" wrap="square" lIns="0" tIns="0" rIns="0" bIns="0" anchor="t" anchorCtr="0">
            <a:noAutofit/>
          </a:bodyPr>
          <a:lstStyle>
            <a:lvl1pPr marL="457200" lvl="0" indent="-342900" algn="l">
              <a:lnSpc>
                <a:spcPct val="95000"/>
              </a:lnSpc>
              <a:spcBef>
                <a:spcPts val="600"/>
              </a:spcBef>
              <a:spcAft>
                <a:spcPts val="0"/>
              </a:spcAft>
              <a:buClr>
                <a:schemeClr val="dk1"/>
              </a:buClr>
              <a:buSzPts val="1800"/>
              <a:buChar char="•"/>
              <a:defRPr sz="1800"/>
            </a:lvl1pPr>
            <a:lvl2pPr marL="914400" lvl="1" indent="-330200" algn="l">
              <a:lnSpc>
                <a:spcPct val="85000"/>
              </a:lnSpc>
              <a:spcBef>
                <a:spcPts val="200"/>
              </a:spcBef>
              <a:spcAft>
                <a:spcPts val="0"/>
              </a:spcAft>
              <a:buClr>
                <a:schemeClr val="dk1"/>
              </a:buClr>
              <a:buSzPts val="1600"/>
              <a:buChar char="–"/>
              <a:defRPr sz="1600"/>
            </a:lvl2pPr>
            <a:lvl3pPr marL="1371600" lvl="2" indent="-317500" algn="l">
              <a:lnSpc>
                <a:spcPct val="85000"/>
              </a:lnSpc>
              <a:spcBef>
                <a:spcPts val="200"/>
              </a:spcBef>
              <a:spcAft>
                <a:spcPts val="0"/>
              </a:spcAft>
              <a:buClr>
                <a:schemeClr val="dk1"/>
              </a:buClr>
              <a:buSzPts val="1400"/>
              <a:buChar char="-"/>
              <a:defRPr sz="1400"/>
            </a:lvl3pPr>
            <a:lvl4pPr marL="1828800" lvl="3" indent="-342900" algn="l">
              <a:lnSpc>
                <a:spcPct val="95000"/>
              </a:lnSpc>
              <a:spcBef>
                <a:spcPts val="600"/>
              </a:spcBef>
              <a:spcAft>
                <a:spcPts val="0"/>
              </a:spcAft>
              <a:buClr>
                <a:schemeClr val="dk1"/>
              </a:buClr>
              <a:buSzPts val="1800"/>
              <a:buChar char="​"/>
              <a:defRPr sz="1800"/>
            </a:lvl4pPr>
            <a:lvl5pPr marL="2286000" lvl="4" indent="-342900" algn="l">
              <a:lnSpc>
                <a:spcPct val="95000"/>
              </a:lnSpc>
              <a:spcBef>
                <a:spcPts val="600"/>
              </a:spcBef>
              <a:spcAft>
                <a:spcPts val="0"/>
              </a:spcAft>
              <a:buClr>
                <a:schemeClr val="accent1"/>
              </a:buClr>
              <a:buSzPts val="1800"/>
              <a:buChar char="​"/>
              <a:defRPr sz="1800"/>
            </a:lvl5pPr>
            <a:lvl6pPr marL="2743200" lvl="5" indent="-342900" algn="l">
              <a:lnSpc>
                <a:spcPct val="95000"/>
              </a:lnSpc>
              <a:spcBef>
                <a:spcPts val="600"/>
              </a:spcBef>
              <a:spcAft>
                <a:spcPts val="0"/>
              </a:spcAft>
              <a:buClr>
                <a:schemeClr val="accent2"/>
              </a:buClr>
              <a:buSzPts val="1800"/>
              <a:buChar char="​"/>
              <a:defRPr/>
            </a:lvl6pPr>
            <a:lvl7pPr marL="3200400" lvl="6" indent="-342900" algn="l">
              <a:lnSpc>
                <a:spcPct val="95000"/>
              </a:lnSpc>
              <a:spcBef>
                <a:spcPts val="1000"/>
              </a:spcBef>
              <a:spcAft>
                <a:spcPts val="0"/>
              </a:spcAft>
              <a:buClr>
                <a:schemeClr val="dk1"/>
              </a:buClr>
              <a:buSzPts val="1800"/>
              <a:buChar char="​"/>
              <a:defRPr/>
            </a:lvl7pPr>
            <a:lvl8pPr marL="3657600" lvl="7" indent="-342900" algn="l">
              <a:lnSpc>
                <a:spcPct val="95000"/>
              </a:lnSpc>
              <a:spcBef>
                <a:spcPts val="200"/>
              </a:spcBef>
              <a:spcAft>
                <a:spcPts val="0"/>
              </a:spcAft>
              <a:buClr>
                <a:schemeClr val="dk1"/>
              </a:buClr>
              <a:buSzPts val="1800"/>
              <a:buAutoNum type="arabicPeriod"/>
              <a:defRPr/>
            </a:lvl8pPr>
            <a:lvl9pPr marL="4114800" lvl="8" indent="-342900" algn="l">
              <a:lnSpc>
                <a:spcPct val="95000"/>
              </a:lnSpc>
              <a:spcBef>
                <a:spcPts val="400"/>
              </a:spcBef>
              <a:spcAft>
                <a:spcPts val="400"/>
              </a:spcAft>
              <a:buClr>
                <a:schemeClr val="accent6"/>
              </a:buClr>
              <a:buSzPts val="1800"/>
              <a:buChar char="​"/>
              <a:defRPr/>
            </a:lvl9pPr>
          </a:lstStyle>
          <a:p>
            <a:endParaRPr/>
          </a:p>
        </p:txBody>
      </p:sp>
      <p:sp>
        <p:nvSpPr>
          <p:cNvPr id="116" name="Google Shape;116;p24"/>
          <p:cNvSpPr txBox="1">
            <a:spLocks noGrp="1"/>
          </p:cNvSpPr>
          <p:nvPr>
            <p:ph type="body" idx="3"/>
          </p:nvPr>
        </p:nvSpPr>
        <p:spPr>
          <a:xfrm>
            <a:off x="3297994" y="4855464"/>
            <a:ext cx="2548012" cy="106186"/>
          </a:xfrm>
          <a:prstGeom prst="rect">
            <a:avLst/>
          </a:prstGeom>
          <a:noFill/>
          <a:ln>
            <a:noFill/>
          </a:ln>
        </p:spPr>
        <p:txBody>
          <a:bodyPr spcFirstLastPara="1" wrap="square" lIns="0" tIns="0" rIns="0" bIns="0" anchor="t" anchorCtr="0">
            <a:noAutofit/>
          </a:bodyPr>
          <a:lstStyle>
            <a:lvl1pPr marL="457200" lvl="0" indent="-228600" algn="ctr">
              <a:lnSpc>
                <a:spcPct val="85000"/>
              </a:lnSpc>
              <a:spcBef>
                <a:spcPts val="0"/>
              </a:spcBef>
              <a:spcAft>
                <a:spcPts val="0"/>
              </a:spcAft>
              <a:buClr>
                <a:srgbClr val="4FB0FF"/>
              </a:buClr>
              <a:buSzPts val="700"/>
              <a:buFont typeface="Century Gothic"/>
              <a:buNone/>
              <a:defRPr sz="700" b="1">
                <a:solidFill>
                  <a:srgbClr val="4FB0FF"/>
                </a:solidFill>
                <a:latin typeface="Century Gothic"/>
                <a:ea typeface="Century Gothic"/>
                <a:cs typeface="Century Gothic"/>
                <a:sym typeface="Century Gothic"/>
              </a:defRPr>
            </a:lvl1pPr>
            <a:lvl2pPr marL="914400" lvl="1" indent="-228600" algn="l">
              <a:lnSpc>
                <a:spcPct val="85000"/>
              </a:lnSpc>
              <a:spcBef>
                <a:spcPts val="200"/>
              </a:spcBef>
              <a:spcAft>
                <a:spcPts val="0"/>
              </a:spcAft>
              <a:buClr>
                <a:schemeClr val="accent2"/>
              </a:buClr>
              <a:buSzPts val="1600"/>
              <a:buFont typeface="Century Gothic"/>
              <a:buNone/>
              <a:defRPr sz="1600">
                <a:solidFill>
                  <a:schemeClr val="accent2"/>
                </a:solidFill>
              </a:defRPr>
            </a:lvl2pPr>
            <a:lvl3pPr marL="1371600" lvl="2" indent="-228600" algn="l">
              <a:lnSpc>
                <a:spcPct val="85000"/>
              </a:lnSpc>
              <a:spcBef>
                <a:spcPts val="200"/>
              </a:spcBef>
              <a:spcAft>
                <a:spcPts val="0"/>
              </a:spcAft>
              <a:buClr>
                <a:schemeClr val="accent2"/>
              </a:buClr>
              <a:buSzPts val="1600"/>
              <a:buFont typeface="Century Gothic"/>
              <a:buNone/>
              <a:defRPr sz="1600">
                <a:solidFill>
                  <a:schemeClr val="accent2"/>
                </a:solidFill>
              </a:defRPr>
            </a:lvl3pPr>
            <a:lvl4pPr marL="1828800" lvl="3" indent="-228600" algn="l">
              <a:lnSpc>
                <a:spcPct val="95000"/>
              </a:lnSpc>
              <a:spcBef>
                <a:spcPts val="600"/>
              </a:spcBef>
              <a:spcAft>
                <a:spcPts val="0"/>
              </a:spcAft>
              <a:buClr>
                <a:schemeClr val="accent2"/>
              </a:buClr>
              <a:buSzPts val="1600"/>
              <a:buFont typeface="Century Gothic"/>
              <a:buNone/>
              <a:defRPr sz="1600">
                <a:solidFill>
                  <a:schemeClr val="accent2"/>
                </a:solidFill>
              </a:defRPr>
            </a:lvl4pPr>
            <a:lvl5pPr marL="2286000" lvl="4" indent="-228600" algn="l">
              <a:lnSpc>
                <a:spcPct val="95000"/>
              </a:lnSpc>
              <a:spcBef>
                <a:spcPts val="600"/>
              </a:spcBef>
              <a:spcAft>
                <a:spcPts val="0"/>
              </a:spcAft>
              <a:buClr>
                <a:schemeClr val="accent2"/>
              </a:buClr>
              <a:buSzPts val="1600"/>
              <a:buFont typeface="Century Gothic"/>
              <a:buNone/>
              <a:defRPr sz="1600">
                <a:solidFill>
                  <a:schemeClr val="accent2"/>
                </a:solidFill>
              </a:defRPr>
            </a:lvl5pPr>
            <a:lvl6pPr marL="2743200" lvl="5" indent="-342900" algn="l">
              <a:lnSpc>
                <a:spcPct val="95000"/>
              </a:lnSpc>
              <a:spcBef>
                <a:spcPts val="600"/>
              </a:spcBef>
              <a:spcAft>
                <a:spcPts val="0"/>
              </a:spcAft>
              <a:buClr>
                <a:schemeClr val="accent2"/>
              </a:buClr>
              <a:buSzPts val="1800"/>
              <a:buChar char="​"/>
              <a:defRPr/>
            </a:lvl6pPr>
            <a:lvl7pPr marL="3200400" lvl="6" indent="-342900" algn="l">
              <a:lnSpc>
                <a:spcPct val="95000"/>
              </a:lnSpc>
              <a:spcBef>
                <a:spcPts val="1000"/>
              </a:spcBef>
              <a:spcAft>
                <a:spcPts val="0"/>
              </a:spcAft>
              <a:buClr>
                <a:schemeClr val="dk1"/>
              </a:buClr>
              <a:buSzPts val="1800"/>
              <a:buChar char="​"/>
              <a:defRPr/>
            </a:lvl7pPr>
            <a:lvl8pPr marL="3657600" lvl="7" indent="-342900" algn="l">
              <a:lnSpc>
                <a:spcPct val="95000"/>
              </a:lnSpc>
              <a:spcBef>
                <a:spcPts val="200"/>
              </a:spcBef>
              <a:spcAft>
                <a:spcPts val="0"/>
              </a:spcAft>
              <a:buClr>
                <a:schemeClr val="dk1"/>
              </a:buClr>
              <a:buSzPts val="1800"/>
              <a:buAutoNum type="arabicPeriod"/>
              <a:defRPr/>
            </a:lvl8pPr>
            <a:lvl9pPr marL="4114800" lvl="8" indent="-342900" algn="l">
              <a:lnSpc>
                <a:spcPct val="95000"/>
              </a:lnSpc>
              <a:spcBef>
                <a:spcPts val="400"/>
              </a:spcBef>
              <a:spcAft>
                <a:spcPts val="400"/>
              </a:spcAft>
              <a:buClr>
                <a:schemeClr val="accent6"/>
              </a:buClr>
              <a:buSzPts val="1800"/>
              <a:buChar char="​"/>
              <a:defRPr/>
            </a:lvl9pPr>
          </a:lstStyle>
          <a:p>
            <a:endParaRPr/>
          </a:p>
        </p:txBody>
      </p:sp>
      <p:sp>
        <p:nvSpPr>
          <p:cNvPr id="117" name="Google Shape;117;p24"/>
          <p:cNvSpPr txBox="1">
            <a:spLocks noGrp="1"/>
          </p:cNvSpPr>
          <p:nvPr>
            <p:ph type="title"/>
          </p:nvPr>
        </p:nvSpPr>
        <p:spPr>
          <a:xfrm>
            <a:off x="457200" y="173736"/>
            <a:ext cx="8229600" cy="704088"/>
          </a:xfrm>
          <a:prstGeom prst="rect">
            <a:avLst/>
          </a:prstGeom>
          <a:noFill/>
          <a:ln>
            <a:noFill/>
          </a:ln>
        </p:spPr>
        <p:txBody>
          <a:bodyPr spcFirstLastPara="1" wrap="square" lIns="0" tIns="0" rIns="0" bIns="0" anchor="b" anchorCtr="0">
            <a:noAutofit/>
          </a:bodyPr>
          <a:lstStyle>
            <a:lvl1pPr lvl="0" algn="l">
              <a:lnSpc>
                <a:spcPct val="95000"/>
              </a:lnSpc>
              <a:spcBef>
                <a:spcPts val="0"/>
              </a:spcBef>
              <a:spcAft>
                <a:spcPts val="0"/>
              </a:spcAft>
              <a:buClr>
                <a:schemeClr val="accent1"/>
              </a:buClr>
              <a:buSzPts val="2200"/>
              <a:buFont typeface="Century Gothic"/>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transition spd="med">
    <p:fad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and Subtitle Only">
  <p:cSld name="Title and Subtitle Only">
    <p:spTree>
      <p:nvGrpSpPr>
        <p:cNvPr id="1" name="Shape 118"/>
        <p:cNvGrpSpPr/>
        <p:nvPr/>
      </p:nvGrpSpPr>
      <p:grpSpPr>
        <a:xfrm>
          <a:off x="0" y="0"/>
          <a:ext cx="0" cy="0"/>
          <a:chOff x="0" y="0"/>
          <a:chExt cx="0" cy="0"/>
        </a:xfrm>
      </p:grpSpPr>
      <p:sp>
        <p:nvSpPr>
          <p:cNvPr id="119" name="Google Shape;119;p25"/>
          <p:cNvSpPr txBox="1">
            <a:spLocks noGrp="1"/>
          </p:cNvSpPr>
          <p:nvPr>
            <p:ph type="body" idx="1"/>
          </p:nvPr>
        </p:nvSpPr>
        <p:spPr>
          <a:xfrm>
            <a:off x="3297994" y="4855464"/>
            <a:ext cx="2548012" cy="106186"/>
          </a:xfrm>
          <a:prstGeom prst="rect">
            <a:avLst/>
          </a:prstGeom>
          <a:noFill/>
          <a:ln>
            <a:noFill/>
          </a:ln>
        </p:spPr>
        <p:txBody>
          <a:bodyPr spcFirstLastPara="1" wrap="square" lIns="0" tIns="0" rIns="0" bIns="0" anchor="t" anchorCtr="0">
            <a:noAutofit/>
          </a:bodyPr>
          <a:lstStyle>
            <a:lvl1pPr marL="457200" lvl="0" indent="-228600" algn="ctr">
              <a:lnSpc>
                <a:spcPct val="85000"/>
              </a:lnSpc>
              <a:spcBef>
                <a:spcPts val="0"/>
              </a:spcBef>
              <a:spcAft>
                <a:spcPts val="0"/>
              </a:spcAft>
              <a:buClr>
                <a:srgbClr val="4FB0FF"/>
              </a:buClr>
              <a:buSzPts val="700"/>
              <a:buFont typeface="Century Gothic"/>
              <a:buNone/>
              <a:defRPr sz="700" b="1">
                <a:solidFill>
                  <a:srgbClr val="4FB0FF"/>
                </a:solidFill>
                <a:latin typeface="Century Gothic"/>
                <a:ea typeface="Century Gothic"/>
                <a:cs typeface="Century Gothic"/>
                <a:sym typeface="Century Gothic"/>
              </a:defRPr>
            </a:lvl1pPr>
            <a:lvl2pPr marL="914400" lvl="1" indent="-228600" algn="l">
              <a:lnSpc>
                <a:spcPct val="85000"/>
              </a:lnSpc>
              <a:spcBef>
                <a:spcPts val="200"/>
              </a:spcBef>
              <a:spcAft>
                <a:spcPts val="0"/>
              </a:spcAft>
              <a:buClr>
                <a:schemeClr val="accent2"/>
              </a:buClr>
              <a:buSzPts val="1600"/>
              <a:buFont typeface="Century Gothic"/>
              <a:buNone/>
              <a:defRPr sz="1600">
                <a:solidFill>
                  <a:schemeClr val="accent2"/>
                </a:solidFill>
              </a:defRPr>
            </a:lvl2pPr>
            <a:lvl3pPr marL="1371600" lvl="2" indent="-228600" algn="l">
              <a:lnSpc>
                <a:spcPct val="85000"/>
              </a:lnSpc>
              <a:spcBef>
                <a:spcPts val="200"/>
              </a:spcBef>
              <a:spcAft>
                <a:spcPts val="0"/>
              </a:spcAft>
              <a:buClr>
                <a:schemeClr val="accent2"/>
              </a:buClr>
              <a:buSzPts val="1600"/>
              <a:buFont typeface="Century Gothic"/>
              <a:buNone/>
              <a:defRPr sz="1600">
                <a:solidFill>
                  <a:schemeClr val="accent2"/>
                </a:solidFill>
              </a:defRPr>
            </a:lvl3pPr>
            <a:lvl4pPr marL="1828800" lvl="3" indent="-228600" algn="l">
              <a:lnSpc>
                <a:spcPct val="95000"/>
              </a:lnSpc>
              <a:spcBef>
                <a:spcPts val="600"/>
              </a:spcBef>
              <a:spcAft>
                <a:spcPts val="0"/>
              </a:spcAft>
              <a:buClr>
                <a:schemeClr val="accent2"/>
              </a:buClr>
              <a:buSzPts val="1600"/>
              <a:buFont typeface="Century Gothic"/>
              <a:buNone/>
              <a:defRPr sz="1600">
                <a:solidFill>
                  <a:schemeClr val="accent2"/>
                </a:solidFill>
              </a:defRPr>
            </a:lvl4pPr>
            <a:lvl5pPr marL="2286000" lvl="4" indent="-228600" algn="l">
              <a:lnSpc>
                <a:spcPct val="95000"/>
              </a:lnSpc>
              <a:spcBef>
                <a:spcPts val="600"/>
              </a:spcBef>
              <a:spcAft>
                <a:spcPts val="0"/>
              </a:spcAft>
              <a:buClr>
                <a:schemeClr val="accent2"/>
              </a:buClr>
              <a:buSzPts val="1600"/>
              <a:buFont typeface="Century Gothic"/>
              <a:buNone/>
              <a:defRPr sz="1600">
                <a:solidFill>
                  <a:schemeClr val="accent2"/>
                </a:solidFill>
              </a:defRPr>
            </a:lvl5pPr>
            <a:lvl6pPr marL="2743200" lvl="5" indent="-342900" algn="l">
              <a:lnSpc>
                <a:spcPct val="95000"/>
              </a:lnSpc>
              <a:spcBef>
                <a:spcPts val="600"/>
              </a:spcBef>
              <a:spcAft>
                <a:spcPts val="0"/>
              </a:spcAft>
              <a:buClr>
                <a:schemeClr val="accent2"/>
              </a:buClr>
              <a:buSzPts val="1800"/>
              <a:buChar char="​"/>
              <a:defRPr/>
            </a:lvl6pPr>
            <a:lvl7pPr marL="3200400" lvl="6" indent="-342900" algn="l">
              <a:lnSpc>
                <a:spcPct val="95000"/>
              </a:lnSpc>
              <a:spcBef>
                <a:spcPts val="1000"/>
              </a:spcBef>
              <a:spcAft>
                <a:spcPts val="0"/>
              </a:spcAft>
              <a:buClr>
                <a:schemeClr val="dk1"/>
              </a:buClr>
              <a:buSzPts val="1800"/>
              <a:buChar char="​"/>
              <a:defRPr/>
            </a:lvl7pPr>
            <a:lvl8pPr marL="3657600" lvl="7" indent="-342900" algn="l">
              <a:lnSpc>
                <a:spcPct val="95000"/>
              </a:lnSpc>
              <a:spcBef>
                <a:spcPts val="200"/>
              </a:spcBef>
              <a:spcAft>
                <a:spcPts val="0"/>
              </a:spcAft>
              <a:buClr>
                <a:schemeClr val="dk1"/>
              </a:buClr>
              <a:buSzPts val="1800"/>
              <a:buAutoNum type="arabicPeriod"/>
              <a:defRPr/>
            </a:lvl8pPr>
            <a:lvl9pPr marL="4114800" lvl="8" indent="-342900" algn="l">
              <a:lnSpc>
                <a:spcPct val="95000"/>
              </a:lnSpc>
              <a:spcBef>
                <a:spcPts val="400"/>
              </a:spcBef>
              <a:spcAft>
                <a:spcPts val="400"/>
              </a:spcAft>
              <a:buClr>
                <a:schemeClr val="accent6"/>
              </a:buClr>
              <a:buSzPts val="1800"/>
              <a:buChar char="​"/>
              <a:defRPr/>
            </a:lvl9pPr>
          </a:lstStyle>
          <a:p>
            <a:endParaRPr/>
          </a:p>
        </p:txBody>
      </p:sp>
      <p:sp>
        <p:nvSpPr>
          <p:cNvPr id="120" name="Google Shape;120;p25"/>
          <p:cNvSpPr txBox="1">
            <a:spLocks noGrp="1"/>
          </p:cNvSpPr>
          <p:nvPr>
            <p:ph type="title"/>
          </p:nvPr>
        </p:nvSpPr>
        <p:spPr>
          <a:xfrm>
            <a:off x="457200" y="173736"/>
            <a:ext cx="8229600" cy="413639"/>
          </a:xfrm>
          <a:prstGeom prst="rect">
            <a:avLst/>
          </a:prstGeom>
          <a:noFill/>
          <a:ln>
            <a:noFill/>
          </a:ln>
        </p:spPr>
        <p:txBody>
          <a:bodyPr spcFirstLastPara="1" wrap="square" lIns="0" tIns="0" rIns="0" bIns="0" anchor="b" anchorCtr="0">
            <a:noAutofit/>
          </a:bodyPr>
          <a:lstStyle>
            <a:lvl1pPr lvl="0" algn="l">
              <a:lnSpc>
                <a:spcPct val="95000"/>
              </a:lnSpc>
              <a:spcBef>
                <a:spcPts val="0"/>
              </a:spcBef>
              <a:spcAft>
                <a:spcPts val="0"/>
              </a:spcAft>
              <a:buClr>
                <a:schemeClr val="accent1"/>
              </a:buClr>
              <a:buSzPts val="2200"/>
              <a:buFont typeface="Century Gothic"/>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transition spd="med">
    <p:fad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121"/>
        <p:cNvGrpSpPr/>
        <p:nvPr/>
      </p:nvGrpSpPr>
      <p:grpSpPr>
        <a:xfrm>
          <a:off x="0" y="0"/>
          <a:ext cx="0" cy="0"/>
          <a:chOff x="0" y="0"/>
          <a:chExt cx="0" cy="0"/>
        </a:xfrm>
      </p:grpSpPr>
      <p:sp>
        <p:nvSpPr>
          <p:cNvPr id="122" name="Google Shape;122;p26"/>
          <p:cNvSpPr txBox="1">
            <a:spLocks noGrp="1"/>
          </p:cNvSpPr>
          <p:nvPr>
            <p:ph type="body" idx="1"/>
          </p:nvPr>
        </p:nvSpPr>
        <p:spPr>
          <a:xfrm>
            <a:off x="3297994" y="4855464"/>
            <a:ext cx="2548012" cy="106186"/>
          </a:xfrm>
          <a:prstGeom prst="rect">
            <a:avLst/>
          </a:prstGeom>
          <a:noFill/>
          <a:ln>
            <a:noFill/>
          </a:ln>
        </p:spPr>
        <p:txBody>
          <a:bodyPr spcFirstLastPara="1" wrap="square" lIns="0" tIns="0" rIns="0" bIns="0" anchor="t" anchorCtr="0">
            <a:noAutofit/>
          </a:bodyPr>
          <a:lstStyle>
            <a:lvl1pPr marL="457200" lvl="0" indent="-228600" algn="ctr">
              <a:lnSpc>
                <a:spcPct val="85000"/>
              </a:lnSpc>
              <a:spcBef>
                <a:spcPts val="0"/>
              </a:spcBef>
              <a:spcAft>
                <a:spcPts val="0"/>
              </a:spcAft>
              <a:buClr>
                <a:srgbClr val="4FB0FF"/>
              </a:buClr>
              <a:buSzPts val="700"/>
              <a:buFont typeface="Century Gothic"/>
              <a:buNone/>
              <a:defRPr sz="700" b="1">
                <a:solidFill>
                  <a:srgbClr val="4FB0FF"/>
                </a:solidFill>
                <a:latin typeface="Century Gothic"/>
                <a:ea typeface="Century Gothic"/>
                <a:cs typeface="Century Gothic"/>
                <a:sym typeface="Century Gothic"/>
              </a:defRPr>
            </a:lvl1pPr>
            <a:lvl2pPr marL="914400" lvl="1" indent="-228600" algn="l">
              <a:lnSpc>
                <a:spcPct val="85000"/>
              </a:lnSpc>
              <a:spcBef>
                <a:spcPts val="200"/>
              </a:spcBef>
              <a:spcAft>
                <a:spcPts val="0"/>
              </a:spcAft>
              <a:buClr>
                <a:schemeClr val="accent2"/>
              </a:buClr>
              <a:buSzPts val="1600"/>
              <a:buFont typeface="Century Gothic"/>
              <a:buNone/>
              <a:defRPr sz="1600">
                <a:solidFill>
                  <a:schemeClr val="accent2"/>
                </a:solidFill>
              </a:defRPr>
            </a:lvl2pPr>
            <a:lvl3pPr marL="1371600" lvl="2" indent="-228600" algn="l">
              <a:lnSpc>
                <a:spcPct val="85000"/>
              </a:lnSpc>
              <a:spcBef>
                <a:spcPts val="200"/>
              </a:spcBef>
              <a:spcAft>
                <a:spcPts val="0"/>
              </a:spcAft>
              <a:buClr>
                <a:schemeClr val="accent2"/>
              </a:buClr>
              <a:buSzPts val="1600"/>
              <a:buFont typeface="Century Gothic"/>
              <a:buNone/>
              <a:defRPr sz="1600">
                <a:solidFill>
                  <a:schemeClr val="accent2"/>
                </a:solidFill>
              </a:defRPr>
            </a:lvl3pPr>
            <a:lvl4pPr marL="1828800" lvl="3" indent="-228600" algn="l">
              <a:lnSpc>
                <a:spcPct val="95000"/>
              </a:lnSpc>
              <a:spcBef>
                <a:spcPts val="600"/>
              </a:spcBef>
              <a:spcAft>
                <a:spcPts val="0"/>
              </a:spcAft>
              <a:buClr>
                <a:schemeClr val="accent2"/>
              </a:buClr>
              <a:buSzPts val="1600"/>
              <a:buFont typeface="Century Gothic"/>
              <a:buNone/>
              <a:defRPr sz="1600">
                <a:solidFill>
                  <a:schemeClr val="accent2"/>
                </a:solidFill>
              </a:defRPr>
            </a:lvl4pPr>
            <a:lvl5pPr marL="2286000" lvl="4" indent="-228600" algn="l">
              <a:lnSpc>
                <a:spcPct val="95000"/>
              </a:lnSpc>
              <a:spcBef>
                <a:spcPts val="600"/>
              </a:spcBef>
              <a:spcAft>
                <a:spcPts val="0"/>
              </a:spcAft>
              <a:buClr>
                <a:schemeClr val="accent2"/>
              </a:buClr>
              <a:buSzPts val="1600"/>
              <a:buFont typeface="Century Gothic"/>
              <a:buNone/>
              <a:defRPr sz="1600">
                <a:solidFill>
                  <a:schemeClr val="accent2"/>
                </a:solidFill>
              </a:defRPr>
            </a:lvl5pPr>
            <a:lvl6pPr marL="2743200" lvl="5" indent="-342900" algn="l">
              <a:lnSpc>
                <a:spcPct val="95000"/>
              </a:lnSpc>
              <a:spcBef>
                <a:spcPts val="600"/>
              </a:spcBef>
              <a:spcAft>
                <a:spcPts val="0"/>
              </a:spcAft>
              <a:buClr>
                <a:schemeClr val="accent2"/>
              </a:buClr>
              <a:buSzPts val="1800"/>
              <a:buChar char="​"/>
              <a:defRPr/>
            </a:lvl6pPr>
            <a:lvl7pPr marL="3200400" lvl="6" indent="-342900" algn="l">
              <a:lnSpc>
                <a:spcPct val="95000"/>
              </a:lnSpc>
              <a:spcBef>
                <a:spcPts val="1000"/>
              </a:spcBef>
              <a:spcAft>
                <a:spcPts val="0"/>
              </a:spcAft>
              <a:buClr>
                <a:schemeClr val="dk1"/>
              </a:buClr>
              <a:buSzPts val="1800"/>
              <a:buChar char="​"/>
              <a:defRPr/>
            </a:lvl7pPr>
            <a:lvl8pPr marL="3657600" lvl="7" indent="-342900" algn="l">
              <a:lnSpc>
                <a:spcPct val="95000"/>
              </a:lnSpc>
              <a:spcBef>
                <a:spcPts val="200"/>
              </a:spcBef>
              <a:spcAft>
                <a:spcPts val="0"/>
              </a:spcAft>
              <a:buClr>
                <a:schemeClr val="dk1"/>
              </a:buClr>
              <a:buSzPts val="1800"/>
              <a:buAutoNum type="arabicPeriod"/>
              <a:defRPr/>
            </a:lvl8pPr>
            <a:lvl9pPr marL="4114800" lvl="8" indent="-342900" algn="l">
              <a:lnSpc>
                <a:spcPct val="95000"/>
              </a:lnSpc>
              <a:spcBef>
                <a:spcPts val="400"/>
              </a:spcBef>
              <a:spcAft>
                <a:spcPts val="400"/>
              </a:spcAft>
              <a:buClr>
                <a:schemeClr val="accent6"/>
              </a:buClr>
              <a:buSzPts val="1800"/>
              <a:buChar char="​"/>
              <a:defRPr/>
            </a:lvl9pPr>
          </a:lstStyle>
          <a:p>
            <a:endParaRPr/>
          </a:p>
        </p:txBody>
      </p:sp>
    </p:spTree>
  </p:cSld>
  <p:clrMapOvr>
    <a:masterClrMapping/>
  </p:clrMapOvr>
  <p:transition spd="med">
    <p:fad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Case Study">
  <p:cSld name="Case Study">
    <p:spTree>
      <p:nvGrpSpPr>
        <p:cNvPr id="1" name="Shape 123"/>
        <p:cNvGrpSpPr/>
        <p:nvPr/>
      </p:nvGrpSpPr>
      <p:grpSpPr>
        <a:xfrm>
          <a:off x="0" y="0"/>
          <a:ext cx="0" cy="0"/>
          <a:chOff x="0" y="0"/>
          <a:chExt cx="0" cy="0"/>
        </a:xfrm>
      </p:grpSpPr>
      <p:sp>
        <p:nvSpPr>
          <p:cNvPr id="124" name="Google Shape;124;p27"/>
          <p:cNvSpPr txBox="1">
            <a:spLocks noGrp="1"/>
          </p:cNvSpPr>
          <p:nvPr>
            <p:ph type="body" idx="1"/>
          </p:nvPr>
        </p:nvSpPr>
        <p:spPr>
          <a:xfrm>
            <a:off x="3514722" y="777240"/>
            <a:ext cx="5629278" cy="914400"/>
          </a:xfrm>
          <a:prstGeom prst="rect">
            <a:avLst/>
          </a:prstGeom>
          <a:solidFill>
            <a:srgbClr val="0079DB"/>
          </a:solidFill>
          <a:ln>
            <a:noFill/>
          </a:ln>
        </p:spPr>
        <p:txBody>
          <a:bodyPr spcFirstLastPara="1" wrap="square" lIns="228600" tIns="137150" rIns="457200" bIns="228600" anchor="b" anchorCtr="0">
            <a:noAutofit/>
          </a:bodyPr>
          <a:lstStyle>
            <a:lvl1pPr marL="457200" lvl="0" indent="-368300" algn="l">
              <a:lnSpc>
                <a:spcPct val="85000"/>
              </a:lnSpc>
              <a:spcBef>
                <a:spcPts val="200"/>
              </a:spcBef>
              <a:spcAft>
                <a:spcPts val="0"/>
              </a:spcAft>
              <a:buClr>
                <a:schemeClr val="lt1"/>
              </a:buClr>
              <a:buSzPts val="2200"/>
              <a:buFont typeface="Arial"/>
              <a:buChar char="​"/>
              <a:defRPr sz="2200">
                <a:solidFill>
                  <a:schemeClr val="lt1"/>
                </a:solidFill>
              </a:defRPr>
            </a:lvl1pPr>
            <a:lvl2pPr marL="914400" lvl="1" indent="-342900" algn="l">
              <a:lnSpc>
                <a:spcPct val="85000"/>
              </a:lnSpc>
              <a:spcBef>
                <a:spcPts val="200"/>
              </a:spcBef>
              <a:spcAft>
                <a:spcPts val="0"/>
              </a:spcAft>
              <a:buClr>
                <a:schemeClr val="lt1"/>
              </a:buClr>
              <a:buSzPts val="1800"/>
              <a:buFont typeface="Arial"/>
              <a:buChar char="​"/>
              <a:defRPr sz="1800">
                <a:solidFill>
                  <a:schemeClr val="lt1"/>
                </a:solidFill>
              </a:defRPr>
            </a:lvl2pPr>
            <a:lvl3pPr marL="1371600" lvl="2" indent="-317500" algn="l">
              <a:lnSpc>
                <a:spcPct val="85000"/>
              </a:lnSpc>
              <a:spcBef>
                <a:spcPts val="600"/>
              </a:spcBef>
              <a:spcAft>
                <a:spcPts val="0"/>
              </a:spcAft>
              <a:buClr>
                <a:schemeClr val="lt1"/>
              </a:buClr>
              <a:buSzPts val="1400"/>
              <a:buFont typeface="Arial"/>
              <a:buChar char="​"/>
              <a:defRPr sz="1400" b="1">
                <a:solidFill>
                  <a:schemeClr val="lt1"/>
                </a:solidFill>
              </a:defRPr>
            </a:lvl3pPr>
            <a:lvl4pPr marL="1828800" lvl="3" indent="-317500" algn="l">
              <a:lnSpc>
                <a:spcPct val="85000"/>
              </a:lnSpc>
              <a:spcBef>
                <a:spcPts val="200"/>
              </a:spcBef>
              <a:spcAft>
                <a:spcPts val="0"/>
              </a:spcAft>
              <a:buClr>
                <a:schemeClr val="lt1"/>
              </a:buClr>
              <a:buSzPts val="1400"/>
              <a:buFont typeface="Arial"/>
              <a:buChar char="​"/>
              <a:defRPr sz="1400" b="0">
                <a:solidFill>
                  <a:schemeClr val="lt1"/>
                </a:solidFill>
              </a:defRPr>
            </a:lvl4pPr>
            <a:lvl5pPr marL="2286000" lvl="4" indent="-317500" algn="l">
              <a:lnSpc>
                <a:spcPct val="85000"/>
              </a:lnSpc>
              <a:spcBef>
                <a:spcPts val="200"/>
              </a:spcBef>
              <a:spcAft>
                <a:spcPts val="0"/>
              </a:spcAft>
              <a:buClr>
                <a:schemeClr val="lt1"/>
              </a:buClr>
              <a:buSzPts val="1400"/>
              <a:buFont typeface="Arial"/>
              <a:buChar char="​"/>
              <a:defRPr sz="1400" b="0">
                <a:solidFill>
                  <a:schemeClr val="lt1"/>
                </a:solidFill>
              </a:defRPr>
            </a:lvl5pPr>
            <a:lvl6pPr marL="2743200" lvl="5" indent="-317500" algn="ctr">
              <a:lnSpc>
                <a:spcPct val="85000"/>
              </a:lnSpc>
              <a:spcBef>
                <a:spcPts val="200"/>
              </a:spcBef>
              <a:spcAft>
                <a:spcPts val="0"/>
              </a:spcAft>
              <a:buClr>
                <a:schemeClr val="lt1"/>
              </a:buClr>
              <a:buSzPts val="1400"/>
              <a:buFont typeface="Arial"/>
              <a:buChar char="​"/>
              <a:defRPr sz="1400" b="0">
                <a:solidFill>
                  <a:schemeClr val="lt1"/>
                </a:solidFill>
              </a:defRPr>
            </a:lvl6pPr>
            <a:lvl7pPr marL="3200400" lvl="6" indent="-317500" algn="ctr">
              <a:lnSpc>
                <a:spcPct val="85000"/>
              </a:lnSpc>
              <a:spcBef>
                <a:spcPts val="200"/>
              </a:spcBef>
              <a:spcAft>
                <a:spcPts val="0"/>
              </a:spcAft>
              <a:buClr>
                <a:schemeClr val="lt1"/>
              </a:buClr>
              <a:buSzPts val="1400"/>
              <a:buFont typeface="Arial"/>
              <a:buChar char="​"/>
              <a:defRPr sz="1400" b="0">
                <a:solidFill>
                  <a:schemeClr val="lt1"/>
                </a:solidFill>
              </a:defRPr>
            </a:lvl7pPr>
            <a:lvl8pPr marL="3657600" lvl="7" indent="-317500" algn="ctr">
              <a:lnSpc>
                <a:spcPct val="85000"/>
              </a:lnSpc>
              <a:spcBef>
                <a:spcPts val="200"/>
              </a:spcBef>
              <a:spcAft>
                <a:spcPts val="0"/>
              </a:spcAft>
              <a:buClr>
                <a:schemeClr val="lt1"/>
              </a:buClr>
              <a:buSzPts val="1400"/>
              <a:buFont typeface="Arial"/>
              <a:buChar char="​"/>
              <a:defRPr sz="1400" b="0">
                <a:solidFill>
                  <a:schemeClr val="lt1"/>
                </a:solidFill>
              </a:defRPr>
            </a:lvl8pPr>
            <a:lvl9pPr marL="4114800" lvl="8" indent="-317500" algn="ctr">
              <a:lnSpc>
                <a:spcPct val="85000"/>
              </a:lnSpc>
              <a:spcBef>
                <a:spcPts val="200"/>
              </a:spcBef>
              <a:spcAft>
                <a:spcPts val="200"/>
              </a:spcAft>
              <a:buClr>
                <a:schemeClr val="lt1"/>
              </a:buClr>
              <a:buSzPts val="1400"/>
              <a:buFont typeface="Arial"/>
              <a:buChar char="​"/>
              <a:defRPr sz="1400" b="0">
                <a:solidFill>
                  <a:schemeClr val="lt1"/>
                </a:solidFill>
              </a:defRPr>
            </a:lvl9pPr>
          </a:lstStyle>
          <a:p>
            <a:endParaRPr/>
          </a:p>
        </p:txBody>
      </p:sp>
      <p:sp>
        <p:nvSpPr>
          <p:cNvPr id="125" name="Google Shape;125;p27"/>
          <p:cNvSpPr>
            <a:spLocks noGrp="1"/>
          </p:cNvSpPr>
          <p:nvPr>
            <p:ph type="pic" idx="2"/>
          </p:nvPr>
        </p:nvSpPr>
        <p:spPr>
          <a:xfrm>
            <a:off x="0" y="0"/>
            <a:ext cx="2971800" cy="5143500"/>
          </a:xfrm>
          <a:prstGeom prst="rect">
            <a:avLst/>
          </a:prstGeom>
          <a:noFill/>
          <a:ln>
            <a:noFill/>
          </a:ln>
        </p:spPr>
        <p:txBody>
          <a:bodyPr spcFirstLastPara="1" wrap="square" lIns="0" tIns="0" rIns="0" bIns="0" anchor="t" anchorCtr="0">
            <a:noAutofit/>
          </a:bodyPr>
          <a:lstStyle>
            <a:lvl1pPr marR="0" lvl="0" algn="ctr" rtl="0">
              <a:lnSpc>
                <a:spcPct val="95000"/>
              </a:lnSpc>
              <a:spcBef>
                <a:spcPts val="600"/>
              </a:spcBef>
              <a:spcAft>
                <a:spcPts val="0"/>
              </a:spcAft>
              <a:buClr>
                <a:schemeClr val="dk1"/>
              </a:buClr>
              <a:buSzPts val="1600"/>
              <a:buFont typeface="Arial"/>
              <a:buNone/>
              <a:defRPr sz="1600" b="0" i="0" u="none" strike="noStrike" cap="none">
                <a:solidFill>
                  <a:schemeClr val="dk1"/>
                </a:solidFill>
                <a:latin typeface="Century Gothic"/>
                <a:ea typeface="Century Gothic"/>
                <a:cs typeface="Century Gothic"/>
                <a:sym typeface="Century Gothic"/>
              </a:defRPr>
            </a:lvl1pPr>
            <a:lvl2pPr marR="0" lvl="1" algn="l" rtl="0">
              <a:lnSpc>
                <a:spcPct val="85000"/>
              </a:lnSpc>
              <a:spcBef>
                <a:spcPts val="200"/>
              </a:spcBef>
              <a:spcAft>
                <a:spcPts val="0"/>
              </a:spcAft>
              <a:buClr>
                <a:schemeClr val="dk1"/>
              </a:buClr>
              <a:buSzPts val="1600"/>
              <a:buFont typeface="Arial"/>
              <a:buChar char="–"/>
              <a:defRPr sz="1600" b="0" i="0" u="none" strike="noStrike" cap="none">
                <a:solidFill>
                  <a:schemeClr val="dk1"/>
                </a:solidFill>
                <a:latin typeface="Century Gothic"/>
                <a:ea typeface="Century Gothic"/>
                <a:cs typeface="Century Gothic"/>
                <a:sym typeface="Century Gothic"/>
              </a:defRPr>
            </a:lvl2pPr>
            <a:lvl3pPr marR="0" lvl="2" algn="l" rtl="0">
              <a:lnSpc>
                <a:spcPct val="85000"/>
              </a:lnSpc>
              <a:spcBef>
                <a:spcPts val="200"/>
              </a:spcBef>
              <a:spcAft>
                <a:spcPts val="0"/>
              </a:spcAft>
              <a:buClr>
                <a:schemeClr val="dk1"/>
              </a:buClr>
              <a:buSzPts val="1400"/>
              <a:buFont typeface="Arial"/>
              <a:buChar char="-"/>
              <a:defRPr sz="1400" b="0" i="0" u="none" strike="noStrike" cap="none">
                <a:solidFill>
                  <a:schemeClr val="dk1"/>
                </a:solidFill>
                <a:latin typeface="Century Gothic"/>
                <a:ea typeface="Century Gothic"/>
                <a:cs typeface="Century Gothic"/>
                <a:sym typeface="Century Gothic"/>
              </a:defRPr>
            </a:lvl3pPr>
            <a:lvl4pPr marR="0" lvl="3" algn="l" rtl="0">
              <a:lnSpc>
                <a:spcPct val="95000"/>
              </a:lnSpc>
              <a:spcBef>
                <a:spcPts val="600"/>
              </a:spcBef>
              <a:spcAft>
                <a:spcPts val="0"/>
              </a:spcAft>
              <a:buClr>
                <a:schemeClr val="dk1"/>
              </a:buClr>
              <a:buSzPts val="1800"/>
              <a:buFont typeface="Arial"/>
              <a:buChar char="​"/>
              <a:defRPr sz="1800" b="0" i="0" u="none" strike="noStrike" cap="none">
                <a:solidFill>
                  <a:schemeClr val="dk1"/>
                </a:solidFill>
                <a:latin typeface="Century Gothic"/>
                <a:ea typeface="Century Gothic"/>
                <a:cs typeface="Century Gothic"/>
                <a:sym typeface="Century Gothic"/>
              </a:defRPr>
            </a:lvl4pPr>
            <a:lvl5pPr marR="0" lvl="4" algn="l" rtl="0">
              <a:lnSpc>
                <a:spcPct val="95000"/>
              </a:lnSpc>
              <a:spcBef>
                <a:spcPts val="600"/>
              </a:spcBef>
              <a:spcAft>
                <a:spcPts val="0"/>
              </a:spcAft>
              <a:buClr>
                <a:schemeClr val="accent1"/>
              </a:buClr>
              <a:buSzPts val="1800"/>
              <a:buFont typeface="Arial"/>
              <a:buChar char="​"/>
              <a:defRPr sz="1800" b="0" i="0" u="none" strike="noStrike" cap="none">
                <a:solidFill>
                  <a:schemeClr val="accent1"/>
                </a:solidFill>
                <a:latin typeface="Century Gothic"/>
                <a:ea typeface="Century Gothic"/>
                <a:cs typeface="Century Gothic"/>
                <a:sym typeface="Century Gothic"/>
              </a:defRPr>
            </a:lvl5pPr>
            <a:lvl6pPr marR="0" lvl="5" algn="l" rtl="0">
              <a:lnSpc>
                <a:spcPct val="95000"/>
              </a:lnSpc>
              <a:spcBef>
                <a:spcPts val="600"/>
              </a:spcBef>
              <a:spcAft>
                <a:spcPts val="0"/>
              </a:spcAft>
              <a:buClr>
                <a:schemeClr val="accent2"/>
              </a:buClr>
              <a:buSzPts val="1800"/>
              <a:buFont typeface="Arial"/>
              <a:buChar char="​"/>
              <a:defRPr sz="1800" b="0" i="0" u="none" strike="noStrike" cap="none">
                <a:solidFill>
                  <a:schemeClr val="accent2"/>
                </a:solidFill>
                <a:latin typeface="Century Gothic"/>
                <a:ea typeface="Century Gothic"/>
                <a:cs typeface="Century Gothic"/>
                <a:sym typeface="Century Gothic"/>
              </a:defRPr>
            </a:lvl6pPr>
            <a:lvl7pPr marR="0" lvl="6" algn="l" rtl="0">
              <a:lnSpc>
                <a:spcPct val="95000"/>
              </a:lnSpc>
              <a:spcBef>
                <a:spcPts val="1000"/>
              </a:spcBef>
              <a:spcAft>
                <a:spcPts val="0"/>
              </a:spcAft>
              <a:buClr>
                <a:schemeClr val="dk1"/>
              </a:buClr>
              <a:buSzPts val="1800"/>
              <a:buFont typeface="Arial"/>
              <a:buChar char="​"/>
              <a:defRPr sz="1800" b="1" i="0" u="none" strike="noStrike" cap="none">
                <a:solidFill>
                  <a:schemeClr val="dk1"/>
                </a:solidFill>
                <a:latin typeface="Century Gothic"/>
                <a:ea typeface="Century Gothic"/>
                <a:cs typeface="Century Gothic"/>
                <a:sym typeface="Century Gothic"/>
              </a:defRPr>
            </a:lvl7pPr>
            <a:lvl8pPr marR="0" lvl="7" algn="l" rtl="0">
              <a:lnSpc>
                <a:spcPct val="95000"/>
              </a:lnSpc>
              <a:spcBef>
                <a:spcPts val="200"/>
              </a:spcBef>
              <a:spcAft>
                <a:spcPts val="0"/>
              </a:spcAft>
              <a:buClr>
                <a:schemeClr val="dk1"/>
              </a:buClr>
              <a:buSzPts val="1800"/>
              <a:buFont typeface="Century Gothic"/>
              <a:buAutoNum type="arabicPeriod"/>
              <a:defRPr sz="1800" b="0" i="0" u="none" strike="noStrike" cap="none">
                <a:solidFill>
                  <a:schemeClr val="dk1"/>
                </a:solidFill>
                <a:latin typeface="Century Gothic"/>
                <a:ea typeface="Century Gothic"/>
                <a:cs typeface="Century Gothic"/>
                <a:sym typeface="Century Gothic"/>
              </a:defRPr>
            </a:lvl8pPr>
            <a:lvl9pPr marR="0" lvl="8" algn="l" rtl="0">
              <a:lnSpc>
                <a:spcPct val="95000"/>
              </a:lnSpc>
              <a:spcBef>
                <a:spcPts val="400"/>
              </a:spcBef>
              <a:spcAft>
                <a:spcPts val="400"/>
              </a:spcAft>
              <a:buClr>
                <a:schemeClr val="accent6"/>
              </a:buClr>
              <a:buSzPts val="900"/>
              <a:buFont typeface="Arial"/>
              <a:buChar char="​"/>
              <a:defRPr sz="900" b="0" i="0" u="none" strike="noStrike" cap="none">
                <a:solidFill>
                  <a:schemeClr val="accent6"/>
                </a:solidFill>
                <a:latin typeface="Century Gothic"/>
                <a:ea typeface="Century Gothic"/>
                <a:cs typeface="Century Gothic"/>
                <a:sym typeface="Century Gothic"/>
              </a:defRPr>
            </a:lvl9pPr>
          </a:lstStyle>
          <a:p>
            <a:endParaRPr/>
          </a:p>
        </p:txBody>
      </p:sp>
      <p:sp>
        <p:nvSpPr>
          <p:cNvPr id="126" name="Google Shape;126;p27"/>
          <p:cNvSpPr txBox="1">
            <a:spLocks noGrp="1"/>
          </p:cNvSpPr>
          <p:nvPr>
            <p:ph type="body" idx="3"/>
          </p:nvPr>
        </p:nvSpPr>
        <p:spPr>
          <a:xfrm>
            <a:off x="3511296" y="1878314"/>
            <a:ext cx="5146943" cy="2783250"/>
          </a:xfrm>
          <a:prstGeom prst="rect">
            <a:avLst/>
          </a:prstGeom>
          <a:noFill/>
          <a:ln>
            <a:noFill/>
          </a:ln>
        </p:spPr>
        <p:txBody>
          <a:bodyPr spcFirstLastPara="1" wrap="square" lIns="0" tIns="0" rIns="0" bIns="0" anchor="t" anchorCtr="0">
            <a:noAutofit/>
          </a:bodyPr>
          <a:lstStyle>
            <a:lvl1pPr marL="457200" lvl="0" indent="-342900" algn="l">
              <a:lnSpc>
                <a:spcPct val="95000"/>
              </a:lnSpc>
              <a:spcBef>
                <a:spcPts val="400"/>
              </a:spcBef>
              <a:spcAft>
                <a:spcPts val="0"/>
              </a:spcAft>
              <a:buClr>
                <a:schemeClr val="dk1"/>
              </a:buClr>
              <a:buSzPts val="1800"/>
              <a:buChar char="•"/>
              <a:defRPr sz="1800"/>
            </a:lvl1pPr>
            <a:lvl2pPr marL="914400" lvl="1" indent="-330200" algn="l">
              <a:lnSpc>
                <a:spcPct val="85000"/>
              </a:lnSpc>
              <a:spcBef>
                <a:spcPts val="200"/>
              </a:spcBef>
              <a:spcAft>
                <a:spcPts val="0"/>
              </a:spcAft>
              <a:buClr>
                <a:schemeClr val="dk1"/>
              </a:buClr>
              <a:buSzPts val="1600"/>
              <a:buChar char="–"/>
              <a:defRPr sz="1600"/>
            </a:lvl2pPr>
            <a:lvl3pPr marL="1371600" lvl="2" indent="-317500" algn="l">
              <a:lnSpc>
                <a:spcPct val="85000"/>
              </a:lnSpc>
              <a:spcBef>
                <a:spcPts val="200"/>
              </a:spcBef>
              <a:spcAft>
                <a:spcPts val="0"/>
              </a:spcAft>
              <a:buClr>
                <a:schemeClr val="dk1"/>
              </a:buClr>
              <a:buSzPts val="1400"/>
              <a:buChar char="-"/>
              <a:defRPr sz="1400"/>
            </a:lvl3pPr>
            <a:lvl4pPr marL="1828800" lvl="3" indent="-342900" algn="l">
              <a:lnSpc>
                <a:spcPct val="95000"/>
              </a:lnSpc>
              <a:spcBef>
                <a:spcPts val="600"/>
              </a:spcBef>
              <a:spcAft>
                <a:spcPts val="0"/>
              </a:spcAft>
              <a:buClr>
                <a:schemeClr val="dk1"/>
              </a:buClr>
              <a:buSzPts val="1800"/>
              <a:buChar char="​"/>
              <a:defRPr sz="1800"/>
            </a:lvl4pPr>
            <a:lvl5pPr marL="2286000" lvl="4" indent="-342900" algn="l">
              <a:lnSpc>
                <a:spcPct val="95000"/>
              </a:lnSpc>
              <a:spcBef>
                <a:spcPts val="600"/>
              </a:spcBef>
              <a:spcAft>
                <a:spcPts val="0"/>
              </a:spcAft>
              <a:buClr>
                <a:schemeClr val="accent1"/>
              </a:buClr>
              <a:buSzPts val="1800"/>
              <a:buChar char="​"/>
              <a:defRPr sz="1800"/>
            </a:lvl5pPr>
            <a:lvl6pPr marL="2743200" lvl="5" indent="-342900" algn="l">
              <a:lnSpc>
                <a:spcPct val="95000"/>
              </a:lnSpc>
              <a:spcBef>
                <a:spcPts val="600"/>
              </a:spcBef>
              <a:spcAft>
                <a:spcPts val="0"/>
              </a:spcAft>
              <a:buClr>
                <a:schemeClr val="accent2"/>
              </a:buClr>
              <a:buSzPts val="1800"/>
              <a:buChar char="​"/>
              <a:defRPr/>
            </a:lvl6pPr>
            <a:lvl7pPr marL="3200400" lvl="6" indent="-342900" algn="l">
              <a:lnSpc>
                <a:spcPct val="95000"/>
              </a:lnSpc>
              <a:spcBef>
                <a:spcPts val="1000"/>
              </a:spcBef>
              <a:spcAft>
                <a:spcPts val="0"/>
              </a:spcAft>
              <a:buClr>
                <a:schemeClr val="dk1"/>
              </a:buClr>
              <a:buSzPts val="1800"/>
              <a:buChar char="​"/>
              <a:defRPr/>
            </a:lvl7pPr>
            <a:lvl8pPr marL="3657600" lvl="7" indent="-342900" algn="l">
              <a:lnSpc>
                <a:spcPct val="95000"/>
              </a:lnSpc>
              <a:spcBef>
                <a:spcPts val="200"/>
              </a:spcBef>
              <a:spcAft>
                <a:spcPts val="0"/>
              </a:spcAft>
              <a:buClr>
                <a:schemeClr val="dk1"/>
              </a:buClr>
              <a:buSzPts val="1800"/>
              <a:buAutoNum type="arabicPeriod"/>
              <a:defRPr/>
            </a:lvl8pPr>
            <a:lvl9pPr marL="4114800" lvl="8" indent="-342900" algn="l">
              <a:lnSpc>
                <a:spcPct val="95000"/>
              </a:lnSpc>
              <a:spcBef>
                <a:spcPts val="400"/>
              </a:spcBef>
              <a:spcAft>
                <a:spcPts val="400"/>
              </a:spcAft>
              <a:buClr>
                <a:schemeClr val="accent6"/>
              </a:buClr>
              <a:buSzPts val="1800"/>
              <a:buChar char="​"/>
              <a:defRPr/>
            </a:lvl9pPr>
          </a:lstStyle>
          <a:p>
            <a:endParaRPr/>
          </a:p>
        </p:txBody>
      </p:sp>
      <p:sp>
        <p:nvSpPr>
          <p:cNvPr id="127" name="Google Shape;127;p27"/>
          <p:cNvSpPr>
            <a:spLocks noGrp="1"/>
          </p:cNvSpPr>
          <p:nvPr>
            <p:ph type="pic" idx="4"/>
          </p:nvPr>
        </p:nvSpPr>
        <p:spPr>
          <a:xfrm>
            <a:off x="3505200" y="73152"/>
            <a:ext cx="1371600" cy="621792"/>
          </a:xfrm>
          <a:prstGeom prst="rect">
            <a:avLst/>
          </a:prstGeom>
          <a:noFill/>
          <a:ln>
            <a:noFill/>
          </a:ln>
        </p:spPr>
        <p:txBody>
          <a:bodyPr spcFirstLastPara="1" wrap="square" lIns="0" tIns="0" rIns="0" bIns="0" anchor="ctr" anchorCtr="0">
            <a:noAutofit/>
          </a:bodyPr>
          <a:lstStyle>
            <a:lvl1pPr marR="0" lvl="0" algn="ctr" rtl="0">
              <a:lnSpc>
                <a:spcPct val="95000"/>
              </a:lnSpc>
              <a:spcBef>
                <a:spcPts val="600"/>
              </a:spcBef>
              <a:spcAft>
                <a:spcPts val="0"/>
              </a:spcAft>
              <a:buClr>
                <a:schemeClr val="dk1"/>
              </a:buClr>
              <a:buSzPts val="900"/>
              <a:buFont typeface="Arial"/>
              <a:buNone/>
              <a:defRPr sz="900" b="0" i="0" u="none" strike="noStrike" cap="none">
                <a:solidFill>
                  <a:schemeClr val="dk1"/>
                </a:solidFill>
                <a:latin typeface="Century Gothic"/>
                <a:ea typeface="Century Gothic"/>
                <a:cs typeface="Century Gothic"/>
                <a:sym typeface="Century Gothic"/>
              </a:defRPr>
            </a:lvl1pPr>
            <a:lvl2pPr marR="0" lvl="1" algn="l" rtl="0">
              <a:lnSpc>
                <a:spcPct val="85000"/>
              </a:lnSpc>
              <a:spcBef>
                <a:spcPts val="200"/>
              </a:spcBef>
              <a:spcAft>
                <a:spcPts val="0"/>
              </a:spcAft>
              <a:buClr>
                <a:schemeClr val="dk1"/>
              </a:buClr>
              <a:buSzPts val="1600"/>
              <a:buFont typeface="Arial"/>
              <a:buChar char="–"/>
              <a:defRPr sz="1600" b="0" i="0" u="none" strike="noStrike" cap="none">
                <a:solidFill>
                  <a:schemeClr val="dk1"/>
                </a:solidFill>
                <a:latin typeface="Century Gothic"/>
                <a:ea typeface="Century Gothic"/>
                <a:cs typeface="Century Gothic"/>
                <a:sym typeface="Century Gothic"/>
              </a:defRPr>
            </a:lvl2pPr>
            <a:lvl3pPr marR="0" lvl="2" algn="l" rtl="0">
              <a:lnSpc>
                <a:spcPct val="85000"/>
              </a:lnSpc>
              <a:spcBef>
                <a:spcPts val="200"/>
              </a:spcBef>
              <a:spcAft>
                <a:spcPts val="0"/>
              </a:spcAft>
              <a:buClr>
                <a:schemeClr val="dk1"/>
              </a:buClr>
              <a:buSzPts val="1400"/>
              <a:buFont typeface="Arial"/>
              <a:buChar char="-"/>
              <a:defRPr sz="1400" b="0" i="0" u="none" strike="noStrike" cap="none">
                <a:solidFill>
                  <a:schemeClr val="dk1"/>
                </a:solidFill>
                <a:latin typeface="Century Gothic"/>
                <a:ea typeface="Century Gothic"/>
                <a:cs typeface="Century Gothic"/>
                <a:sym typeface="Century Gothic"/>
              </a:defRPr>
            </a:lvl3pPr>
            <a:lvl4pPr marR="0" lvl="3" algn="l" rtl="0">
              <a:lnSpc>
                <a:spcPct val="95000"/>
              </a:lnSpc>
              <a:spcBef>
                <a:spcPts val="600"/>
              </a:spcBef>
              <a:spcAft>
                <a:spcPts val="0"/>
              </a:spcAft>
              <a:buClr>
                <a:schemeClr val="dk1"/>
              </a:buClr>
              <a:buSzPts val="1800"/>
              <a:buFont typeface="Arial"/>
              <a:buChar char="​"/>
              <a:defRPr sz="1800" b="0" i="0" u="none" strike="noStrike" cap="none">
                <a:solidFill>
                  <a:schemeClr val="dk1"/>
                </a:solidFill>
                <a:latin typeface="Century Gothic"/>
                <a:ea typeface="Century Gothic"/>
                <a:cs typeface="Century Gothic"/>
                <a:sym typeface="Century Gothic"/>
              </a:defRPr>
            </a:lvl4pPr>
            <a:lvl5pPr marR="0" lvl="4" algn="l" rtl="0">
              <a:lnSpc>
                <a:spcPct val="95000"/>
              </a:lnSpc>
              <a:spcBef>
                <a:spcPts val="600"/>
              </a:spcBef>
              <a:spcAft>
                <a:spcPts val="0"/>
              </a:spcAft>
              <a:buClr>
                <a:schemeClr val="accent1"/>
              </a:buClr>
              <a:buSzPts val="1800"/>
              <a:buFont typeface="Arial"/>
              <a:buChar char="​"/>
              <a:defRPr sz="1800" b="0" i="0" u="none" strike="noStrike" cap="none">
                <a:solidFill>
                  <a:schemeClr val="accent1"/>
                </a:solidFill>
                <a:latin typeface="Century Gothic"/>
                <a:ea typeface="Century Gothic"/>
                <a:cs typeface="Century Gothic"/>
                <a:sym typeface="Century Gothic"/>
              </a:defRPr>
            </a:lvl5pPr>
            <a:lvl6pPr marR="0" lvl="5" algn="l" rtl="0">
              <a:lnSpc>
                <a:spcPct val="95000"/>
              </a:lnSpc>
              <a:spcBef>
                <a:spcPts val="600"/>
              </a:spcBef>
              <a:spcAft>
                <a:spcPts val="0"/>
              </a:spcAft>
              <a:buClr>
                <a:schemeClr val="accent2"/>
              </a:buClr>
              <a:buSzPts val="1800"/>
              <a:buFont typeface="Arial"/>
              <a:buChar char="​"/>
              <a:defRPr sz="1800" b="0" i="0" u="none" strike="noStrike" cap="none">
                <a:solidFill>
                  <a:schemeClr val="accent2"/>
                </a:solidFill>
                <a:latin typeface="Century Gothic"/>
                <a:ea typeface="Century Gothic"/>
                <a:cs typeface="Century Gothic"/>
                <a:sym typeface="Century Gothic"/>
              </a:defRPr>
            </a:lvl6pPr>
            <a:lvl7pPr marR="0" lvl="6" algn="l" rtl="0">
              <a:lnSpc>
                <a:spcPct val="95000"/>
              </a:lnSpc>
              <a:spcBef>
                <a:spcPts val="1000"/>
              </a:spcBef>
              <a:spcAft>
                <a:spcPts val="0"/>
              </a:spcAft>
              <a:buClr>
                <a:schemeClr val="dk1"/>
              </a:buClr>
              <a:buSzPts val="1800"/>
              <a:buFont typeface="Arial"/>
              <a:buChar char="​"/>
              <a:defRPr sz="1800" b="1" i="0" u="none" strike="noStrike" cap="none">
                <a:solidFill>
                  <a:schemeClr val="dk1"/>
                </a:solidFill>
                <a:latin typeface="Century Gothic"/>
                <a:ea typeface="Century Gothic"/>
                <a:cs typeface="Century Gothic"/>
                <a:sym typeface="Century Gothic"/>
              </a:defRPr>
            </a:lvl7pPr>
            <a:lvl8pPr marR="0" lvl="7" algn="l" rtl="0">
              <a:lnSpc>
                <a:spcPct val="95000"/>
              </a:lnSpc>
              <a:spcBef>
                <a:spcPts val="200"/>
              </a:spcBef>
              <a:spcAft>
                <a:spcPts val="0"/>
              </a:spcAft>
              <a:buClr>
                <a:schemeClr val="dk1"/>
              </a:buClr>
              <a:buSzPts val="1800"/>
              <a:buFont typeface="Century Gothic"/>
              <a:buAutoNum type="arabicPeriod"/>
              <a:defRPr sz="1800" b="0" i="0" u="none" strike="noStrike" cap="none">
                <a:solidFill>
                  <a:schemeClr val="dk1"/>
                </a:solidFill>
                <a:latin typeface="Century Gothic"/>
                <a:ea typeface="Century Gothic"/>
                <a:cs typeface="Century Gothic"/>
                <a:sym typeface="Century Gothic"/>
              </a:defRPr>
            </a:lvl8pPr>
            <a:lvl9pPr marR="0" lvl="8" algn="l" rtl="0">
              <a:lnSpc>
                <a:spcPct val="95000"/>
              </a:lnSpc>
              <a:spcBef>
                <a:spcPts val="400"/>
              </a:spcBef>
              <a:spcAft>
                <a:spcPts val="400"/>
              </a:spcAft>
              <a:buClr>
                <a:schemeClr val="accent6"/>
              </a:buClr>
              <a:buSzPts val="900"/>
              <a:buFont typeface="Arial"/>
              <a:buChar char="​"/>
              <a:defRPr sz="900" b="0" i="0" u="none" strike="noStrike" cap="none">
                <a:solidFill>
                  <a:schemeClr val="accent6"/>
                </a:solidFill>
                <a:latin typeface="Century Gothic"/>
                <a:ea typeface="Century Gothic"/>
                <a:cs typeface="Century Gothic"/>
                <a:sym typeface="Century Gothic"/>
              </a:defRPr>
            </a:lvl9pPr>
          </a:lstStyle>
          <a:p>
            <a:endParaRPr/>
          </a:p>
        </p:txBody>
      </p:sp>
    </p:spTree>
  </p:cSld>
  <p:clrMapOvr>
    <a:masterClrMapping/>
  </p:clrMapOvr>
  <p:transition spd="med">
    <p:fad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1_Case Study_Option2">
  <p:cSld name="1_Case Study_Option2">
    <p:spTree>
      <p:nvGrpSpPr>
        <p:cNvPr id="1" name="Shape 128"/>
        <p:cNvGrpSpPr/>
        <p:nvPr/>
      </p:nvGrpSpPr>
      <p:grpSpPr>
        <a:xfrm>
          <a:off x="0" y="0"/>
          <a:ext cx="0" cy="0"/>
          <a:chOff x="0" y="0"/>
          <a:chExt cx="0" cy="0"/>
        </a:xfrm>
      </p:grpSpPr>
      <p:sp>
        <p:nvSpPr>
          <p:cNvPr id="129" name="Google Shape;129;p28"/>
          <p:cNvSpPr txBox="1">
            <a:spLocks noGrp="1"/>
          </p:cNvSpPr>
          <p:nvPr>
            <p:ph type="body" idx="1"/>
          </p:nvPr>
        </p:nvSpPr>
        <p:spPr>
          <a:xfrm>
            <a:off x="3495307" y="128016"/>
            <a:ext cx="5648693" cy="914400"/>
          </a:xfrm>
          <a:prstGeom prst="rect">
            <a:avLst/>
          </a:prstGeom>
          <a:solidFill>
            <a:srgbClr val="0079DB"/>
          </a:solidFill>
          <a:ln>
            <a:noFill/>
          </a:ln>
        </p:spPr>
        <p:txBody>
          <a:bodyPr spcFirstLastPara="1" wrap="square" lIns="228600" tIns="137150" rIns="457200" bIns="228600" anchor="b" anchorCtr="0">
            <a:noAutofit/>
          </a:bodyPr>
          <a:lstStyle>
            <a:lvl1pPr marL="457200" lvl="0" indent="-368300" algn="l">
              <a:lnSpc>
                <a:spcPct val="85000"/>
              </a:lnSpc>
              <a:spcBef>
                <a:spcPts val="200"/>
              </a:spcBef>
              <a:spcAft>
                <a:spcPts val="0"/>
              </a:spcAft>
              <a:buClr>
                <a:schemeClr val="lt1"/>
              </a:buClr>
              <a:buSzPts val="2200"/>
              <a:buFont typeface="Arial"/>
              <a:buChar char="​"/>
              <a:defRPr sz="2200">
                <a:solidFill>
                  <a:schemeClr val="lt1"/>
                </a:solidFill>
              </a:defRPr>
            </a:lvl1pPr>
            <a:lvl2pPr marL="914400" lvl="1" indent="-342900" algn="l">
              <a:lnSpc>
                <a:spcPct val="85000"/>
              </a:lnSpc>
              <a:spcBef>
                <a:spcPts val="200"/>
              </a:spcBef>
              <a:spcAft>
                <a:spcPts val="0"/>
              </a:spcAft>
              <a:buClr>
                <a:schemeClr val="lt1"/>
              </a:buClr>
              <a:buSzPts val="1800"/>
              <a:buFont typeface="Arial"/>
              <a:buChar char="​"/>
              <a:defRPr sz="1800">
                <a:solidFill>
                  <a:schemeClr val="lt1"/>
                </a:solidFill>
              </a:defRPr>
            </a:lvl2pPr>
            <a:lvl3pPr marL="1371600" lvl="2" indent="-317500" algn="l">
              <a:lnSpc>
                <a:spcPct val="85000"/>
              </a:lnSpc>
              <a:spcBef>
                <a:spcPts val="600"/>
              </a:spcBef>
              <a:spcAft>
                <a:spcPts val="0"/>
              </a:spcAft>
              <a:buClr>
                <a:schemeClr val="lt1"/>
              </a:buClr>
              <a:buSzPts val="1400"/>
              <a:buFont typeface="Arial"/>
              <a:buChar char="​"/>
              <a:defRPr sz="1400" b="1">
                <a:solidFill>
                  <a:schemeClr val="lt1"/>
                </a:solidFill>
              </a:defRPr>
            </a:lvl3pPr>
            <a:lvl4pPr marL="1828800" lvl="3" indent="-317500" algn="l">
              <a:lnSpc>
                <a:spcPct val="85000"/>
              </a:lnSpc>
              <a:spcBef>
                <a:spcPts val="200"/>
              </a:spcBef>
              <a:spcAft>
                <a:spcPts val="0"/>
              </a:spcAft>
              <a:buClr>
                <a:schemeClr val="lt1"/>
              </a:buClr>
              <a:buSzPts val="1400"/>
              <a:buFont typeface="Arial"/>
              <a:buChar char="​"/>
              <a:defRPr sz="1400" b="0">
                <a:solidFill>
                  <a:schemeClr val="lt1"/>
                </a:solidFill>
              </a:defRPr>
            </a:lvl4pPr>
            <a:lvl5pPr marL="2286000" lvl="4" indent="-317500" algn="l">
              <a:lnSpc>
                <a:spcPct val="85000"/>
              </a:lnSpc>
              <a:spcBef>
                <a:spcPts val="200"/>
              </a:spcBef>
              <a:spcAft>
                <a:spcPts val="0"/>
              </a:spcAft>
              <a:buClr>
                <a:schemeClr val="lt1"/>
              </a:buClr>
              <a:buSzPts val="1400"/>
              <a:buFont typeface="Arial"/>
              <a:buChar char="​"/>
              <a:defRPr sz="1400" b="0">
                <a:solidFill>
                  <a:schemeClr val="lt1"/>
                </a:solidFill>
              </a:defRPr>
            </a:lvl5pPr>
            <a:lvl6pPr marL="2743200" lvl="5" indent="-317500" algn="ctr">
              <a:lnSpc>
                <a:spcPct val="85000"/>
              </a:lnSpc>
              <a:spcBef>
                <a:spcPts val="200"/>
              </a:spcBef>
              <a:spcAft>
                <a:spcPts val="0"/>
              </a:spcAft>
              <a:buClr>
                <a:schemeClr val="lt1"/>
              </a:buClr>
              <a:buSzPts val="1400"/>
              <a:buFont typeface="Arial"/>
              <a:buChar char="​"/>
              <a:defRPr sz="1400" b="0">
                <a:solidFill>
                  <a:schemeClr val="lt1"/>
                </a:solidFill>
              </a:defRPr>
            </a:lvl6pPr>
            <a:lvl7pPr marL="3200400" lvl="6" indent="-317500" algn="ctr">
              <a:lnSpc>
                <a:spcPct val="85000"/>
              </a:lnSpc>
              <a:spcBef>
                <a:spcPts val="200"/>
              </a:spcBef>
              <a:spcAft>
                <a:spcPts val="0"/>
              </a:spcAft>
              <a:buClr>
                <a:schemeClr val="lt1"/>
              </a:buClr>
              <a:buSzPts val="1400"/>
              <a:buFont typeface="Arial"/>
              <a:buChar char="​"/>
              <a:defRPr sz="1400" b="0">
                <a:solidFill>
                  <a:schemeClr val="lt1"/>
                </a:solidFill>
              </a:defRPr>
            </a:lvl7pPr>
            <a:lvl8pPr marL="3657600" lvl="7" indent="-317500" algn="ctr">
              <a:lnSpc>
                <a:spcPct val="85000"/>
              </a:lnSpc>
              <a:spcBef>
                <a:spcPts val="200"/>
              </a:spcBef>
              <a:spcAft>
                <a:spcPts val="0"/>
              </a:spcAft>
              <a:buClr>
                <a:schemeClr val="lt1"/>
              </a:buClr>
              <a:buSzPts val="1400"/>
              <a:buFont typeface="Arial"/>
              <a:buChar char="​"/>
              <a:defRPr sz="1400" b="0">
                <a:solidFill>
                  <a:schemeClr val="lt1"/>
                </a:solidFill>
              </a:defRPr>
            </a:lvl8pPr>
            <a:lvl9pPr marL="4114800" lvl="8" indent="-317500" algn="ctr">
              <a:lnSpc>
                <a:spcPct val="85000"/>
              </a:lnSpc>
              <a:spcBef>
                <a:spcPts val="200"/>
              </a:spcBef>
              <a:spcAft>
                <a:spcPts val="200"/>
              </a:spcAft>
              <a:buClr>
                <a:schemeClr val="lt1"/>
              </a:buClr>
              <a:buSzPts val="1400"/>
              <a:buFont typeface="Arial"/>
              <a:buChar char="​"/>
              <a:defRPr sz="1400" b="0">
                <a:solidFill>
                  <a:schemeClr val="lt1"/>
                </a:solidFill>
              </a:defRPr>
            </a:lvl9pPr>
          </a:lstStyle>
          <a:p>
            <a:endParaRPr/>
          </a:p>
        </p:txBody>
      </p:sp>
      <p:sp>
        <p:nvSpPr>
          <p:cNvPr id="130" name="Google Shape;130;p28"/>
          <p:cNvSpPr>
            <a:spLocks noGrp="1"/>
          </p:cNvSpPr>
          <p:nvPr>
            <p:ph type="pic" idx="2"/>
          </p:nvPr>
        </p:nvSpPr>
        <p:spPr>
          <a:xfrm>
            <a:off x="0" y="0"/>
            <a:ext cx="2971800" cy="5143500"/>
          </a:xfrm>
          <a:prstGeom prst="rect">
            <a:avLst/>
          </a:prstGeom>
          <a:noFill/>
          <a:ln>
            <a:noFill/>
          </a:ln>
        </p:spPr>
        <p:txBody>
          <a:bodyPr spcFirstLastPara="1" wrap="square" lIns="0" tIns="0" rIns="0" bIns="0" anchor="t" anchorCtr="0">
            <a:noAutofit/>
          </a:bodyPr>
          <a:lstStyle>
            <a:lvl1pPr marR="0" lvl="0" algn="ctr" rtl="0">
              <a:lnSpc>
                <a:spcPct val="95000"/>
              </a:lnSpc>
              <a:spcBef>
                <a:spcPts val="600"/>
              </a:spcBef>
              <a:spcAft>
                <a:spcPts val="0"/>
              </a:spcAft>
              <a:buClr>
                <a:schemeClr val="dk1"/>
              </a:buClr>
              <a:buSzPts val="1600"/>
              <a:buFont typeface="Arial"/>
              <a:buNone/>
              <a:defRPr sz="1600" b="0" i="0" u="none" strike="noStrike" cap="none">
                <a:solidFill>
                  <a:schemeClr val="dk1"/>
                </a:solidFill>
                <a:latin typeface="Century Gothic"/>
                <a:ea typeface="Century Gothic"/>
                <a:cs typeface="Century Gothic"/>
                <a:sym typeface="Century Gothic"/>
              </a:defRPr>
            </a:lvl1pPr>
            <a:lvl2pPr marR="0" lvl="1" algn="l" rtl="0">
              <a:lnSpc>
                <a:spcPct val="85000"/>
              </a:lnSpc>
              <a:spcBef>
                <a:spcPts val="200"/>
              </a:spcBef>
              <a:spcAft>
                <a:spcPts val="0"/>
              </a:spcAft>
              <a:buClr>
                <a:schemeClr val="dk1"/>
              </a:buClr>
              <a:buSzPts val="1600"/>
              <a:buFont typeface="Arial"/>
              <a:buChar char="–"/>
              <a:defRPr sz="1600" b="0" i="0" u="none" strike="noStrike" cap="none">
                <a:solidFill>
                  <a:schemeClr val="dk1"/>
                </a:solidFill>
                <a:latin typeface="Century Gothic"/>
                <a:ea typeface="Century Gothic"/>
                <a:cs typeface="Century Gothic"/>
                <a:sym typeface="Century Gothic"/>
              </a:defRPr>
            </a:lvl2pPr>
            <a:lvl3pPr marR="0" lvl="2" algn="l" rtl="0">
              <a:lnSpc>
                <a:spcPct val="85000"/>
              </a:lnSpc>
              <a:spcBef>
                <a:spcPts val="200"/>
              </a:spcBef>
              <a:spcAft>
                <a:spcPts val="0"/>
              </a:spcAft>
              <a:buClr>
                <a:schemeClr val="dk1"/>
              </a:buClr>
              <a:buSzPts val="1400"/>
              <a:buFont typeface="Arial"/>
              <a:buChar char="-"/>
              <a:defRPr sz="1400" b="0" i="0" u="none" strike="noStrike" cap="none">
                <a:solidFill>
                  <a:schemeClr val="dk1"/>
                </a:solidFill>
                <a:latin typeface="Century Gothic"/>
                <a:ea typeface="Century Gothic"/>
                <a:cs typeface="Century Gothic"/>
                <a:sym typeface="Century Gothic"/>
              </a:defRPr>
            </a:lvl3pPr>
            <a:lvl4pPr marR="0" lvl="3" algn="l" rtl="0">
              <a:lnSpc>
                <a:spcPct val="95000"/>
              </a:lnSpc>
              <a:spcBef>
                <a:spcPts val="600"/>
              </a:spcBef>
              <a:spcAft>
                <a:spcPts val="0"/>
              </a:spcAft>
              <a:buClr>
                <a:schemeClr val="dk1"/>
              </a:buClr>
              <a:buSzPts val="1800"/>
              <a:buFont typeface="Arial"/>
              <a:buChar char="​"/>
              <a:defRPr sz="1800" b="0" i="0" u="none" strike="noStrike" cap="none">
                <a:solidFill>
                  <a:schemeClr val="dk1"/>
                </a:solidFill>
                <a:latin typeface="Century Gothic"/>
                <a:ea typeface="Century Gothic"/>
                <a:cs typeface="Century Gothic"/>
                <a:sym typeface="Century Gothic"/>
              </a:defRPr>
            </a:lvl4pPr>
            <a:lvl5pPr marR="0" lvl="4" algn="l" rtl="0">
              <a:lnSpc>
                <a:spcPct val="95000"/>
              </a:lnSpc>
              <a:spcBef>
                <a:spcPts val="600"/>
              </a:spcBef>
              <a:spcAft>
                <a:spcPts val="0"/>
              </a:spcAft>
              <a:buClr>
                <a:schemeClr val="accent1"/>
              </a:buClr>
              <a:buSzPts val="1800"/>
              <a:buFont typeface="Arial"/>
              <a:buChar char="​"/>
              <a:defRPr sz="1800" b="0" i="0" u="none" strike="noStrike" cap="none">
                <a:solidFill>
                  <a:schemeClr val="accent1"/>
                </a:solidFill>
                <a:latin typeface="Century Gothic"/>
                <a:ea typeface="Century Gothic"/>
                <a:cs typeface="Century Gothic"/>
                <a:sym typeface="Century Gothic"/>
              </a:defRPr>
            </a:lvl5pPr>
            <a:lvl6pPr marR="0" lvl="5" algn="l" rtl="0">
              <a:lnSpc>
                <a:spcPct val="95000"/>
              </a:lnSpc>
              <a:spcBef>
                <a:spcPts val="600"/>
              </a:spcBef>
              <a:spcAft>
                <a:spcPts val="0"/>
              </a:spcAft>
              <a:buClr>
                <a:schemeClr val="accent2"/>
              </a:buClr>
              <a:buSzPts val="1800"/>
              <a:buFont typeface="Arial"/>
              <a:buChar char="​"/>
              <a:defRPr sz="1800" b="0" i="0" u="none" strike="noStrike" cap="none">
                <a:solidFill>
                  <a:schemeClr val="accent2"/>
                </a:solidFill>
                <a:latin typeface="Century Gothic"/>
                <a:ea typeface="Century Gothic"/>
                <a:cs typeface="Century Gothic"/>
                <a:sym typeface="Century Gothic"/>
              </a:defRPr>
            </a:lvl6pPr>
            <a:lvl7pPr marR="0" lvl="6" algn="l" rtl="0">
              <a:lnSpc>
                <a:spcPct val="95000"/>
              </a:lnSpc>
              <a:spcBef>
                <a:spcPts val="1000"/>
              </a:spcBef>
              <a:spcAft>
                <a:spcPts val="0"/>
              </a:spcAft>
              <a:buClr>
                <a:schemeClr val="dk1"/>
              </a:buClr>
              <a:buSzPts val="1800"/>
              <a:buFont typeface="Arial"/>
              <a:buChar char="​"/>
              <a:defRPr sz="1800" b="1" i="0" u="none" strike="noStrike" cap="none">
                <a:solidFill>
                  <a:schemeClr val="dk1"/>
                </a:solidFill>
                <a:latin typeface="Century Gothic"/>
                <a:ea typeface="Century Gothic"/>
                <a:cs typeface="Century Gothic"/>
                <a:sym typeface="Century Gothic"/>
              </a:defRPr>
            </a:lvl7pPr>
            <a:lvl8pPr marR="0" lvl="7" algn="l" rtl="0">
              <a:lnSpc>
                <a:spcPct val="95000"/>
              </a:lnSpc>
              <a:spcBef>
                <a:spcPts val="200"/>
              </a:spcBef>
              <a:spcAft>
                <a:spcPts val="0"/>
              </a:spcAft>
              <a:buClr>
                <a:schemeClr val="dk1"/>
              </a:buClr>
              <a:buSzPts val="1800"/>
              <a:buFont typeface="Century Gothic"/>
              <a:buAutoNum type="arabicPeriod"/>
              <a:defRPr sz="1800" b="0" i="0" u="none" strike="noStrike" cap="none">
                <a:solidFill>
                  <a:schemeClr val="dk1"/>
                </a:solidFill>
                <a:latin typeface="Century Gothic"/>
                <a:ea typeface="Century Gothic"/>
                <a:cs typeface="Century Gothic"/>
                <a:sym typeface="Century Gothic"/>
              </a:defRPr>
            </a:lvl8pPr>
            <a:lvl9pPr marR="0" lvl="8" algn="l" rtl="0">
              <a:lnSpc>
                <a:spcPct val="95000"/>
              </a:lnSpc>
              <a:spcBef>
                <a:spcPts val="400"/>
              </a:spcBef>
              <a:spcAft>
                <a:spcPts val="400"/>
              </a:spcAft>
              <a:buClr>
                <a:schemeClr val="accent6"/>
              </a:buClr>
              <a:buSzPts val="900"/>
              <a:buFont typeface="Arial"/>
              <a:buChar char="​"/>
              <a:defRPr sz="900" b="0" i="0" u="none" strike="noStrike" cap="none">
                <a:solidFill>
                  <a:schemeClr val="accent6"/>
                </a:solidFill>
                <a:latin typeface="Century Gothic"/>
                <a:ea typeface="Century Gothic"/>
                <a:cs typeface="Century Gothic"/>
                <a:sym typeface="Century Gothic"/>
              </a:defRPr>
            </a:lvl9pPr>
          </a:lstStyle>
          <a:p>
            <a:endParaRPr/>
          </a:p>
        </p:txBody>
      </p:sp>
      <p:sp>
        <p:nvSpPr>
          <p:cNvPr id="131" name="Google Shape;131;p28"/>
          <p:cNvSpPr txBox="1">
            <a:spLocks noGrp="1"/>
          </p:cNvSpPr>
          <p:nvPr>
            <p:ph type="body" idx="3"/>
          </p:nvPr>
        </p:nvSpPr>
        <p:spPr>
          <a:xfrm>
            <a:off x="3511296" y="1152143"/>
            <a:ext cx="5164694" cy="3511296"/>
          </a:xfrm>
          <a:prstGeom prst="rect">
            <a:avLst/>
          </a:prstGeom>
          <a:noFill/>
          <a:ln>
            <a:noFill/>
          </a:ln>
        </p:spPr>
        <p:txBody>
          <a:bodyPr spcFirstLastPara="1" wrap="square" lIns="0" tIns="0" rIns="0" bIns="0" anchor="t" anchorCtr="0">
            <a:noAutofit/>
          </a:bodyPr>
          <a:lstStyle>
            <a:lvl1pPr marL="457200" lvl="0" indent="-355600" algn="l">
              <a:lnSpc>
                <a:spcPct val="95000"/>
              </a:lnSpc>
              <a:spcBef>
                <a:spcPts val="400"/>
              </a:spcBef>
              <a:spcAft>
                <a:spcPts val="0"/>
              </a:spcAft>
              <a:buClr>
                <a:schemeClr val="dk1"/>
              </a:buClr>
              <a:buSzPts val="2000"/>
              <a:buChar char="•"/>
              <a:defRPr sz="2000"/>
            </a:lvl1pPr>
            <a:lvl2pPr marL="914400" lvl="1" indent="-342900" algn="l">
              <a:lnSpc>
                <a:spcPct val="85000"/>
              </a:lnSpc>
              <a:spcBef>
                <a:spcPts val="200"/>
              </a:spcBef>
              <a:spcAft>
                <a:spcPts val="0"/>
              </a:spcAft>
              <a:buClr>
                <a:schemeClr val="dk1"/>
              </a:buClr>
              <a:buSzPts val="1800"/>
              <a:buChar char="–"/>
              <a:defRPr sz="1800"/>
            </a:lvl2pPr>
            <a:lvl3pPr marL="1371600" lvl="2" indent="-330200" algn="l">
              <a:lnSpc>
                <a:spcPct val="85000"/>
              </a:lnSpc>
              <a:spcBef>
                <a:spcPts val="200"/>
              </a:spcBef>
              <a:spcAft>
                <a:spcPts val="0"/>
              </a:spcAft>
              <a:buClr>
                <a:schemeClr val="dk1"/>
              </a:buClr>
              <a:buSzPts val="1600"/>
              <a:buChar char="-"/>
              <a:defRPr sz="1600"/>
            </a:lvl3pPr>
            <a:lvl4pPr marL="1828800" lvl="3" indent="-342900" algn="l">
              <a:lnSpc>
                <a:spcPct val="95000"/>
              </a:lnSpc>
              <a:spcBef>
                <a:spcPts val="600"/>
              </a:spcBef>
              <a:spcAft>
                <a:spcPts val="0"/>
              </a:spcAft>
              <a:buClr>
                <a:schemeClr val="dk1"/>
              </a:buClr>
              <a:buSzPts val="1800"/>
              <a:buChar char="​"/>
              <a:defRPr sz="1800"/>
            </a:lvl4pPr>
            <a:lvl5pPr marL="2286000" lvl="4" indent="-342900" algn="l">
              <a:lnSpc>
                <a:spcPct val="95000"/>
              </a:lnSpc>
              <a:spcBef>
                <a:spcPts val="600"/>
              </a:spcBef>
              <a:spcAft>
                <a:spcPts val="0"/>
              </a:spcAft>
              <a:buClr>
                <a:schemeClr val="accent1"/>
              </a:buClr>
              <a:buSzPts val="1800"/>
              <a:buChar char="​"/>
              <a:defRPr sz="1800"/>
            </a:lvl5pPr>
            <a:lvl6pPr marL="2743200" lvl="5" indent="-342900" algn="l">
              <a:lnSpc>
                <a:spcPct val="95000"/>
              </a:lnSpc>
              <a:spcBef>
                <a:spcPts val="600"/>
              </a:spcBef>
              <a:spcAft>
                <a:spcPts val="0"/>
              </a:spcAft>
              <a:buClr>
                <a:schemeClr val="accent2"/>
              </a:buClr>
              <a:buSzPts val="1800"/>
              <a:buChar char="​"/>
              <a:defRPr/>
            </a:lvl6pPr>
            <a:lvl7pPr marL="3200400" lvl="6" indent="-342900" algn="l">
              <a:lnSpc>
                <a:spcPct val="95000"/>
              </a:lnSpc>
              <a:spcBef>
                <a:spcPts val="1000"/>
              </a:spcBef>
              <a:spcAft>
                <a:spcPts val="0"/>
              </a:spcAft>
              <a:buClr>
                <a:schemeClr val="dk1"/>
              </a:buClr>
              <a:buSzPts val="1800"/>
              <a:buChar char="​"/>
              <a:defRPr/>
            </a:lvl7pPr>
            <a:lvl8pPr marL="3657600" lvl="7" indent="-342900" algn="l">
              <a:lnSpc>
                <a:spcPct val="95000"/>
              </a:lnSpc>
              <a:spcBef>
                <a:spcPts val="200"/>
              </a:spcBef>
              <a:spcAft>
                <a:spcPts val="0"/>
              </a:spcAft>
              <a:buClr>
                <a:schemeClr val="dk1"/>
              </a:buClr>
              <a:buSzPts val="1800"/>
              <a:buAutoNum type="arabicPeriod"/>
              <a:defRPr/>
            </a:lvl8pPr>
            <a:lvl9pPr marL="4114800" lvl="8" indent="-342900" algn="l">
              <a:lnSpc>
                <a:spcPct val="95000"/>
              </a:lnSpc>
              <a:spcBef>
                <a:spcPts val="400"/>
              </a:spcBef>
              <a:spcAft>
                <a:spcPts val="400"/>
              </a:spcAft>
              <a:buClr>
                <a:schemeClr val="accent6"/>
              </a:buClr>
              <a:buSzPts val="1800"/>
              <a:buChar char="​"/>
              <a:defRPr/>
            </a:lvl9pPr>
          </a:lstStyle>
          <a:p>
            <a:endParaRPr/>
          </a:p>
        </p:txBody>
      </p:sp>
    </p:spTree>
  </p:cSld>
  <p:clrMapOvr>
    <a:masterClrMapping/>
  </p:clrMapOvr>
  <p:transition spd="med">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matchingName="End Slide">
  <p:cSld name="End Slide">
    <p:spTree>
      <p:nvGrpSpPr>
        <p:cNvPr id="1" name="Shape 132"/>
        <p:cNvGrpSpPr/>
        <p:nvPr/>
      </p:nvGrpSpPr>
      <p:grpSpPr>
        <a:xfrm>
          <a:off x="0" y="0"/>
          <a:ext cx="0" cy="0"/>
          <a:chOff x="0" y="0"/>
          <a:chExt cx="0" cy="0"/>
        </a:xfrm>
      </p:grpSpPr>
      <p:sp>
        <p:nvSpPr>
          <p:cNvPr id="133" name="Google Shape;133;p29"/>
          <p:cNvSpPr txBox="1"/>
          <p:nvPr/>
        </p:nvSpPr>
        <p:spPr>
          <a:xfrm>
            <a:off x="171052" y="4837176"/>
            <a:ext cx="115416" cy="107722"/>
          </a:xfrm>
          <a:prstGeom prst="rect">
            <a:avLst/>
          </a:prstGeom>
          <a:noFill/>
          <a:ln>
            <a:noFill/>
          </a:ln>
        </p:spPr>
        <p:txBody>
          <a:bodyPr spcFirstLastPara="1" wrap="square" lIns="0" tIns="0" rIns="0" bIns="0" anchor="t" anchorCtr="0">
            <a:noAutofit/>
          </a:bodyPr>
          <a:lstStyle/>
          <a:p>
            <a:pPr marL="0" marR="0" lvl="0" indent="0" algn="r" rtl="0">
              <a:spcBef>
                <a:spcPts val="0"/>
              </a:spcBef>
              <a:spcAft>
                <a:spcPts val="0"/>
              </a:spcAft>
              <a:buNone/>
            </a:pPr>
            <a:fld id="{00000000-1234-1234-1234-123412341234}" type="slidenum">
              <a:rPr lang="en-GB" sz="700">
                <a:solidFill>
                  <a:srgbClr val="A2A2A2"/>
                </a:solidFill>
                <a:latin typeface="Century Gothic"/>
                <a:ea typeface="Century Gothic"/>
                <a:cs typeface="Century Gothic"/>
                <a:sym typeface="Century Gothic"/>
              </a:rPr>
              <a:t>‹#›</a:t>
            </a:fld>
            <a:endParaRPr sz="700">
              <a:solidFill>
                <a:srgbClr val="A2A2A2"/>
              </a:solidFill>
              <a:latin typeface="Century Gothic"/>
              <a:ea typeface="Century Gothic"/>
              <a:cs typeface="Century Gothic"/>
              <a:sym typeface="Century Gothic"/>
            </a:endParaRPr>
          </a:p>
        </p:txBody>
      </p:sp>
      <p:sp>
        <p:nvSpPr>
          <p:cNvPr id="134" name="Google Shape;134;p29"/>
          <p:cNvSpPr txBox="1">
            <a:spLocks noGrp="1"/>
          </p:cNvSpPr>
          <p:nvPr>
            <p:ph type="body" idx="1"/>
          </p:nvPr>
        </p:nvSpPr>
        <p:spPr>
          <a:xfrm>
            <a:off x="3297994" y="4855464"/>
            <a:ext cx="2548012" cy="106186"/>
          </a:xfrm>
          <a:prstGeom prst="rect">
            <a:avLst/>
          </a:prstGeom>
          <a:noFill/>
          <a:ln>
            <a:noFill/>
          </a:ln>
        </p:spPr>
        <p:txBody>
          <a:bodyPr spcFirstLastPara="1" wrap="square" lIns="0" tIns="0" rIns="0" bIns="0" anchor="t" anchorCtr="0">
            <a:noAutofit/>
          </a:bodyPr>
          <a:lstStyle>
            <a:lvl1pPr marL="457200" lvl="0" indent="-228600" algn="ctr">
              <a:lnSpc>
                <a:spcPct val="85000"/>
              </a:lnSpc>
              <a:spcBef>
                <a:spcPts val="0"/>
              </a:spcBef>
              <a:spcAft>
                <a:spcPts val="0"/>
              </a:spcAft>
              <a:buClr>
                <a:srgbClr val="4FB0FF"/>
              </a:buClr>
              <a:buSzPts val="700"/>
              <a:buFont typeface="Century Gothic"/>
              <a:buNone/>
              <a:defRPr sz="700" b="1">
                <a:solidFill>
                  <a:srgbClr val="4FB0FF"/>
                </a:solidFill>
                <a:latin typeface="Century Gothic"/>
                <a:ea typeface="Century Gothic"/>
                <a:cs typeface="Century Gothic"/>
                <a:sym typeface="Century Gothic"/>
              </a:defRPr>
            </a:lvl1pPr>
            <a:lvl2pPr marL="914400" lvl="1" indent="-228600" algn="l">
              <a:lnSpc>
                <a:spcPct val="85000"/>
              </a:lnSpc>
              <a:spcBef>
                <a:spcPts val="200"/>
              </a:spcBef>
              <a:spcAft>
                <a:spcPts val="0"/>
              </a:spcAft>
              <a:buClr>
                <a:schemeClr val="accent2"/>
              </a:buClr>
              <a:buSzPts val="1600"/>
              <a:buFont typeface="Century Gothic"/>
              <a:buNone/>
              <a:defRPr sz="1600">
                <a:solidFill>
                  <a:schemeClr val="accent2"/>
                </a:solidFill>
              </a:defRPr>
            </a:lvl2pPr>
            <a:lvl3pPr marL="1371600" lvl="2" indent="-228600" algn="l">
              <a:lnSpc>
                <a:spcPct val="85000"/>
              </a:lnSpc>
              <a:spcBef>
                <a:spcPts val="200"/>
              </a:spcBef>
              <a:spcAft>
                <a:spcPts val="0"/>
              </a:spcAft>
              <a:buClr>
                <a:schemeClr val="accent2"/>
              </a:buClr>
              <a:buSzPts val="1600"/>
              <a:buFont typeface="Century Gothic"/>
              <a:buNone/>
              <a:defRPr sz="1600">
                <a:solidFill>
                  <a:schemeClr val="accent2"/>
                </a:solidFill>
              </a:defRPr>
            </a:lvl3pPr>
            <a:lvl4pPr marL="1828800" lvl="3" indent="-228600" algn="l">
              <a:lnSpc>
                <a:spcPct val="95000"/>
              </a:lnSpc>
              <a:spcBef>
                <a:spcPts val="600"/>
              </a:spcBef>
              <a:spcAft>
                <a:spcPts val="0"/>
              </a:spcAft>
              <a:buClr>
                <a:schemeClr val="accent2"/>
              </a:buClr>
              <a:buSzPts val="1600"/>
              <a:buFont typeface="Century Gothic"/>
              <a:buNone/>
              <a:defRPr sz="1600">
                <a:solidFill>
                  <a:schemeClr val="accent2"/>
                </a:solidFill>
              </a:defRPr>
            </a:lvl4pPr>
            <a:lvl5pPr marL="2286000" lvl="4" indent="-228600" algn="l">
              <a:lnSpc>
                <a:spcPct val="95000"/>
              </a:lnSpc>
              <a:spcBef>
                <a:spcPts val="600"/>
              </a:spcBef>
              <a:spcAft>
                <a:spcPts val="0"/>
              </a:spcAft>
              <a:buClr>
                <a:schemeClr val="accent2"/>
              </a:buClr>
              <a:buSzPts val="1600"/>
              <a:buFont typeface="Century Gothic"/>
              <a:buNone/>
              <a:defRPr sz="1600">
                <a:solidFill>
                  <a:schemeClr val="accent2"/>
                </a:solidFill>
              </a:defRPr>
            </a:lvl5pPr>
            <a:lvl6pPr marL="2743200" lvl="5" indent="-342900" algn="l">
              <a:lnSpc>
                <a:spcPct val="95000"/>
              </a:lnSpc>
              <a:spcBef>
                <a:spcPts val="600"/>
              </a:spcBef>
              <a:spcAft>
                <a:spcPts val="0"/>
              </a:spcAft>
              <a:buClr>
                <a:schemeClr val="accent2"/>
              </a:buClr>
              <a:buSzPts val="1800"/>
              <a:buChar char="​"/>
              <a:defRPr/>
            </a:lvl6pPr>
            <a:lvl7pPr marL="3200400" lvl="6" indent="-342900" algn="l">
              <a:lnSpc>
                <a:spcPct val="95000"/>
              </a:lnSpc>
              <a:spcBef>
                <a:spcPts val="1000"/>
              </a:spcBef>
              <a:spcAft>
                <a:spcPts val="0"/>
              </a:spcAft>
              <a:buClr>
                <a:schemeClr val="dk1"/>
              </a:buClr>
              <a:buSzPts val="1800"/>
              <a:buChar char="​"/>
              <a:defRPr/>
            </a:lvl7pPr>
            <a:lvl8pPr marL="3657600" lvl="7" indent="-342900" algn="l">
              <a:lnSpc>
                <a:spcPct val="95000"/>
              </a:lnSpc>
              <a:spcBef>
                <a:spcPts val="200"/>
              </a:spcBef>
              <a:spcAft>
                <a:spcPts val="0"/>
              </a:spcAft>
              <a:buClr>
                <a:schemeClr val="dk1"/>
              </a:buClr>
              <a:buSzPts val="1800"/>
              <a:buAutoNum type="arabicPeriod"/>
              <a:defRPr/>
            </a:lvl8pPr>
            <a:lvl9pPr marL="4114800" lvl="8" indent="-342900" algn="l">
              <a:lnSpc>
                <a:spcPct val="95000"/>
              </a:lnSpc>
              <a:spcBef>
                <a:spcPts val="400"/>
              </a:spcBef>
              <a:spcAft>
                <a:spcPts val="400"/>
              </a:spcAft>
              <a:buClr>
                <a:schemeClr val="accent6"/>
              </a:buClr>
              <a:buSzPts val="1800"/>
              <a:buChar char="​"/>
              <a:defRPr/>
            </a:lvl9pPr>
          </a:lstStyle>
          <a:p>
            <a:endParaRPr/>
          </a:p>
        </p:txBody>
      </p:sp>
      <p:sp>
        <p:nvSpPr>
          <p:cNvPr id="135" name="Google Shape;135;p29"/>
          <p:cNvSpPr txBox="1"/>
          <p:nvPr/>
        </p:nvSpPr>
        <p:spPr>
          <a:xfrm>
            <a:off x="153254" y="4837176"/>
            <a:ext cx="133221" cy="130805"/>
          </a:xfrm>
          <a:prstGeom prst="rect">
            <a:avLst/>
          </a:prstGeom>
          <a:solidFill>
            <a:schemeClr val="lt1"/>
          </a:solidFill>
          <a:ln>
            <a:noFill/>
          </a:ln>
        </p:spPr>
        <p:txBody>
          <a:bodyPr spcFirstLastPara="1" wrap="square" lIns="0" tIns="0" rIns="0" bIns="0" anchor="t" anchorCtr="0">
            <a:noAutofit/>
          </a:bodyPr>
          <a:lstStyle/>
          <a:p>
            <a:pPr marL="0" marR="0" lvl="0" indent="0" algn="r" rtl="0">
              <a:spcBef>
                <a:spcPts val="0"/>
              </a:spcBef>
              <a:spcAft>
                <a:spcPts val="0"/>
              </a:spcAft>
              <a:buNone/>
            </a:pPr>
            <a:fld id="{00000000-1234-1234-1234-123412341234}" type="slidenum">
              <a:rPr lang="en-GB" sz="850">
                <a:solidFill>
                  <a:srgbClr val="6C6C6C"/>
                </a:solidFill>
                <a:latin typeface="Century Gothic"/>
                <a:ea typeface="Century Gothic"/>
                <a:cs typeface="Century Gothic"/>
                <a:sym typeface="Century Gothic"/>
              </a:rPr>
              <a:t>‹#›</a:t>
            </a:fld>
            <a:endParaRPr sz="850">
              <a:solidFill>
                <a:srgbClr val="6C6C6C"/>
              </a:solidFill>
              <a:latin typeface="Century Gothic"/>
              <a:ea typeface="Century Gothic"/>
              <a:cs typeface="Century Gothic"/>
              <a:sym typeface="Century Gothic"/>
            </a:endParaRPr>
          </a:p>
        </p:txBody>
      </p:sp>
      <p:grpSp>
        <p:nvGrpSpPr>
          <p:cNvPr id="136" name="Google Shape;136;p29"/>
          <p:cNvGrpSpPr/>
          <p:nvPr/>
        </p:nvGrpSpPr>
        <p:grpSpPr>
          <a:xfrm>
            <a:off x="2742406" y="2158207"/>
            <a:ext cx="3659188" cy="827087"/>
            <a:chOff x="1728" y="1805"/>
            <a:chExt cx="2305" cy="521"/>
          </a:xfrm>
        </p:grpSpPr>
        <p:sp>
          <p:nvSpPr>
            <p:cNvPr id="137" name="Google Shape;137;p29"/>
            <p:cNvSpPr/>
            <p:nvPr/>
          </p:nvSpPr>
          <p:spPr>
            <a:xfrm>
              <a:off x="1728" y="1805"/>
              <a:ext cx="2231" cy="521"/>
            </a:xfrm>
            <a:custGeom>
              <a:avLst/>
              <a:gdLst/>
              <a:ahLst/>
              <a:cxnLst/>
              <a:rect l="l" t="t" r="r" b="b"/>
              <a:pathLst>
                <a:path w="3745" h="863" extrusionOk="0">
                  <a:moveTo>
                    <a:pt x="660" y="0"/>
                  </a:moveTo>
                  <a:lnTo>
                    <a:pt x="660" y="0"/>
                  </a:lnTo>
                  <a:lnTo>
                    <a:pt x="22" y="0"/>
                  </a:lnTo>
                  <a:lnTo>
                    <a:pt x="0" y="73"/>
                  </a:lnTo>
                  <a:lnTo>
                    <a:pt x="292" y="73"/>
                  </a:lnTo>
                  <a:lnTo>
                    <a:pt x="292" y="804"/>
                  </a:lnTo>
                  <a:cubicBezTo>
                    <a:pt x="292" y="843"/>
                    <a:pt x="316" y="863"/>
                    <a:pt x="360" y="863"/>
                  </a:cubicBezTo>
                  <a:lnTo>
                    <a:pt x="399" y="863"/>
                  </a:lnTo>
                  <a:lnTo>
                    <a:pt x="399" y="73"/>
                  </a:lnTo>
                  <a:lnTo>
                    <a:pt x="637" y="73"/>
                  </a:lnTo>
                  <a:lnTo>
                    <a:pt x="660" y="0"/>
                  </a:lnTo>
                  <a:lnTo>
                    <a:pt x="660" y="0"/>
                  </a:lnTo>
                  <a:close/>
                  <a:moveTo>
                    <a:pt x="2673" y="181"/>
                  </a:moveTo>
                  <a:lnTo>
                    <a:pt x="2673" y="181"/>
                  </a:lnTo>
                  <a:cubicBezTo>
                    <a:pt x="2647" y="181"/>
                    <a:pt x="2626" y="190"/>
                    <a:pt x="2621" y="203"/>
                  </a:cubicBezTo>
                  <a:lnTo>
                    <a:pt x="2408" y="768"/>
                  </a:lnTo>
                  <a:lnTo>
                    <a:pt x="2448" y="768"/>
                  </a:lnTo>
                  <a:cubicBezTo>
                    <a:pt x="2491" y="768"/>
                    <a:pt x="2509" y="764"/>
                    <a:pt x="2522" y="729"/>
                  </a:cubicBezTo>
                  <a:lnTo>
                    <a:pt x="2570" y="596"/>
                  </a:lnTo>
                  <a:lnTo>
                    <a:pt x="2698" y="596"/>
                  </a:lnTo>
                  <a:lnTo>
                    <a:pt x="2679" y="533"/>
                  </a:lnTo>
                  <a:lnTo>
                    <a:pt x="2590" y="533"/>
                  </a:lnTo>
                  <a:lnTo>
                    <a:pt x="2669" y="310"/>
                  </a:lnTo>
                  <a:lnTo>
                    <a:pt x="2812" y="729"/>
                  </a:lnTo>
                  <a:cubicBezTo>
                    <a:pt x="2824" y="764"/>
                    <a:pt x="2845" y="768"/>
                    <a:pt x="2891" y="768"/>
                  </a:cubicBezTo>
                  <a:lnTo>
                    <a:pt x="2941" y="768"/>
                  </a:lnTo>
                  <a:lnTo>
                    <a:pt x="2725" y="203"/>
                  </a:lnTo>
                  <a:cubicBezTo>
                    <a:pt x="2720" y="190"/>
                    <a:pt x="2697" y="181"/>
                    <a:pt x="2673" y="181"/>
                  </a:cubicBezTo>
                  <a:close/>
                  <a:moveTo>
                    <a:pt x="3529" y="203"/>
                  </a:moveTo>
                  <a:lnTo>
                    <a:pt x="3529" y="203"/>
                  </a:lnTo>
                  <a:cubicBezTo>
                    <a:pt x="3524" y="190"/>
                    <a:pt x="3501" y="181"/>
                    <a:pt x="3477" y="181"/>
                  </a:cubicBezTo>
                  <a:cubicBezTo>
                    <a:pt x="3451" y="181"/>
                    <a:pt x="3430" y="190"/>
                    <a:pt x="3425" y="203"/>
                  </a:cubicBezTo>
                  <a:lnTo>
                    <a:pt x="3212" y="768"/>
                  </a:lnTo>
                  <a:lnTo>
                    <a:pt x="3252" y="768"/>
                  </a:lnTo>
                  <a:cubicBezTo>
                    <a:pt x="3294" y="768"/>
                    <a:pt x="3313" y="764"/>
                    <a:pt x="3326" y="729"/>
                  </a:cubicBezTo>
                  <a:lnTo>
                    <a:pt x="3374" y="596"/>
                  </a:lnTo>
                  <a:lnTo>
                    <a:pt x="3502" y="596"/>
                  </a:lnTo>
                  <a:lnTo>
                    <a:pt x="3483" y="533"/>
                  </a:lnTo>
                  <a:lnTo>
                    <a:pt x="3394" y="533"/>
                  </a:lnTo>
                  <a:lnTo>
                    <a:pt x="3473" y="310"/>
                  </a:lnTo>
                  <a:lnTo>
                    <a:pt x="3616" y="729"/>
                  </a:lnTo>
                  <a:cubicBezTo>
                    <a:pt x="3628" y="764"/>
                    <a:pt x="3649" y="768"/>
                    <a:pt x="3695" y="768"/>
                  </a:cubicBezTo>
                  <a:lnTo>
                    <a:pt x="3745" y="768"/>
                  </a:lnTo>
                  <a:lnTo>
                    <a:pt x="3529" y="203"/>
                  </a:lnTo>
                  <a:lnTo>
                    <a:pt x="3529" y="203"/>
                  </a:lnTo>
                  <a:close/>
                  <a:moveTo>
                    <a:pt x="1655" y="181"/>
                  </a:moveTo>
                  <a:lnTo>
                    <a:pt x="1655" y="181"/>
                  </a:lnTo>
                  <a:cubicBezTo>
                    <a:pt x="1630" y="181"/>
                    <a:pt x="1608" y="190"/>
                    <a:pt x="1603" y="203"/>
                  </a:cubicBezTo>
                  <a:lnTo>
                    <a:pt x="1399" y="746"/>
                  </a:lnTo>
                  <a:lnTo>
                    <a:pt x="1247" y="515"/>
                  </a:lnTo>
                  <a:cubicBezTo>
                    <a:pt x="1327" y="501"/>
                    <a:pt x="1374" y="459"/>
                    <a:pt x="1374" y="387"/>
                  </a:cubicBezTo>
                  <a:lnTo>
                    <a:pt x="1374" y="336"/>
                  </a:lnTo>
                  <a:cubicBezTo>
                    <a:pt x="1374" y="232"/>
                    <a:pt x="1277" y="189"/>
                    <a:pt x="1149" y="189"/>
                  </a:cubicBezTo>
                  <a:lnTo>
                    <a:pt x="969" y="189"/>
                  </a:lnTo>
                  <a:lnTo>
                    <a:pt x="969" y="704"/>
                  </a:lnTo>
                  <a:lnTo>
                    <a:pt x="737" y="704"/>
                  </a:lnTo>
                  <a:cubicBezTo>
                    <a:pt x="646" y="704"/>
                    <a:pt x="625" y="684"/>
                    <a:pt x="625" y="590"/>
                  </a:cubicBezTo>
                  <a:lnTo>
                    <a:pt x="625" y="488"/>
                  </a:lnTo>
                  <a:lnTo>
                    <a:pt x="797" y="488"/>
                  </a:lnTo>
                  <a:lnTo>
                    <a:pt x="816" y="424"/>
                  </a:lnTo>
                  <a:lnTo>
                    <a:pt x="625" y="424"/>
                  </a:lnTo>
                  <a:lnTo>
                    <a:pt x="625" y="253"/>
                  </a:lnTo>
                  <a:lnTo>
                    <a:pt x="878" y="253"/>
                  </a:lnTo>
                  <a:lnTo>
                    <a:pt x="897" y="189"/>
                  </a:lnTo>
                  <a:lnTo>
                    <a:pt x="520" y="189"/>
                  </a:lnTo>
                  <a:lnTo>
                    <a:pt x="520" y="590"/>
                  </a:lnTo>
                  <a:cubicBezTo>
                    <a:pt x="520" y="724"/>
                    <a:pt x="552" y="768"/>
                    <a:pt x="735" y="768"/>
                  </a:cubicBezTo>
                  <a:lnTo>
                    <a:pt x="1074" y="766"/>
                  </a:lnTo>
                  <a:lnTo>
                    <a:pt x="1074" y="253"/>
                  </a:lnTo>
                  <a:lnTo>
                    <a:pt x="1149" y="253"/>
                  </a:lnTo>
                  <a:cubicBezTo>
                    <a:pt x="1230" y="253"/>
                    <a:pt x="1271" y="282"/>
                    <a:pt x="1271" y="337"/>
                  </a:cubicBezTo>
                  <a:lnTo>
                    <a:pt x="1271" y="387"/>
                  </a:lnTo>
                  <a:cubicBezTo>
                    <a:pt x="1271" y="443"/>
                    <a:pt x="1220" y="461"/>
                    <a:pt x="1157" y="461"/>
                  </a:cubicBezTo>
                  <a:lnTo>
                    <a:pt x="1110" y="461"/>
                  </a:lnTo>
                  <a:lnTo>
                    <a:pt x="1269" y="733"/>
                  </a:lnTo>
                  <a:cubicBezTo>
                    <a:pt x="1287" y="765"/>
                    <a:pt x="1296" y="768"/>
                    <a:pt x="1338" y="768"/>
                  </a:cubicBezTo>
                  <a:lnTo>
                    <a:pt x="1430" y="768"/>
                  </a:lnTo>
                  <a:cubicBezTo>
                    <a:pt x="1473" y="768"/>
                    <a:pt x="1492" y="764"/>
                    <a:pt x="1505" y="729"/>
                  </a:cubicBezTo>
                  <a:lnTo>
                    <a:pt x="1552" y="596"/>
                  </a:lnTo>
                  <a:lnTo>
                    <a:pt x="1680" y="596"/>
                  </a:lnTo>
                  <a:lnTo>
                    <a:pt x="1661" y="533"/>
                  </a:lnTo>
                  <a:lnTo>
                    <a:pt x="1573" y="533"/>
                  </a:lnTo>
                  <a:lnTo>
                    <a:pt x="1652" y="310"/>
                  </a:lnTo>
                  <a:lnTo>
                    <a:pt x="1795" y="729"/>
                  </a:lnTo>
                  <a:cubicBezTo>
                    <a:pt x="1807" y="764"/>
                    <a:pt x="1827" y="768"/>
                    <a:pt x="1873" y="768"/>
                  </a:cubicBezTo>
                  <a:lnTo>
                    <a:pt x="1923" y="768"/>
                  </a:lnTo>
                  <a:lnTo>
                    <a:pt x="1707" y="203"/>
                  </a:lnTo>
                  <a:cubicBezTo>
                    <a:pt x="1702" y="190"/>
                    <a:pt x="1679" y="181"/>
                    <a:pt x="1655" y="181"/>
                  </a:cubicBezTo>
                  <a:close/>
                  <a:moveTo>
                    <a:pt x="2304" y="530"/>
                  </a:moveTo>
                  <a:lnTo>
                    <a:pt x="2304" y="530"/>
                  </a:lnTo>
                  <a:cubicBezTo>
                    <a:pt x="2304" y="647"/>
                    <a:pt x="2266" y="704"/>
                    <a:pt x="2162" y="704"/>
                  </a:cubicBezTo>
                  <a:lnTo>
                    <a:pt x="2068" y="704"/>
                  </a:lnTo>
                  <a:lnTo>
                    <a:pt x="2068" y="253"/>
                  </a:lnTo>
                  <a:lnTo>
                    <a:pt x="2159" y="253"/>
                  </a:lnTo>
                  <a:cubicBezTo>
                    <a:pt x="2266" y="253"/>
                    <a:pt x="2304" y="316"/>
                    <a:pt x="2304" y="433"/>
                  </a:cubicBezTo>
                  <a:lnTo>
                    <a:pt x="2304" y="530"/>
                  </a:lnTo>
                  <a:lnTo>
                    <a:pt x="2304" y="530"/>
                  </a:lnTo>
                  <a:close/>
                  <a:moveTo>
                    <a:pt x="2409" y="432"/>
                  </a:moveTo>
                  <a:lnTo>
                    <a:pt x="2409" y="432"/>
                  </a:lnTo>
                  <a:cubicBezTo>
                    <a:pt x="2409" y="270"/>
                    <a:pt x="2326" y="189"/>
                    <a:pt x="2159" y="189"/>
                  </a:cubicBezTo>
                  <a:lnTo>
                    <a:pt x="1963" y="189"/>
                  </a:lnTo>
                  <a:lnTo>
                    <a:pt x="1963" y="709"/>
                  </a:lnTo>
                  <a:cubicBezTo>
                    <a:pt x="1963" y="748"/>
                    <a:pt x="1984" y="768"/>
                    <a:pt x="2029" y="768"/>
                  </a:cubicBezTo>
                  <a:lnTo>
                    <a:pt x="2159" y="768"/>
                  </a:lnTo>
                  <a:lnTo>
                    <a:pt x="2180" y="767"/>
                  </a:lnTo>
                  <a:cubicBezTo>
                    <a:pt x="2337" y="761"/>
                    <a:pt x="2409" y="693"/>
                    <a:pt x="2409" y="530"/>
                  </a:cubicBezTo>
                  <a:lnTo>
                    <a:pt x="2409" y="432"/>
                  </a:lnTo>
                  <a:lnTo>
                    <a:pt x="2409" y="432"/>
                  </a:lnTo>
                  <a:close/>
                  <a:moveTo>
                    <a:pt x="3332" y="190"/>
                  </a:moveTo>
                  <a:lnTo>
                    <a:pt x="3332" y="190"/>
                  </a:lnTo>
                  <a:lnTo>
                    <a:pt x="2851" y="190"/>
                  </a:lnTo>
                  <a:lnTo>
                    <a:pt x="2831" y="254"/>
                  </a:lnTo>
                  <a:lnTo>
                    <a:pt x="3028" y="254"/>
                  </a:lnTo>
                  <a:lnTo>
                    <a:pt x="3028" y="710"/>
                  </a:lnTo>
                  <a:cubicBezTo>
                    <a:pt x="3028" y="749"/>
                    <a:pt x="3052" y="768"/>
                    <a:pt x="3096" y="768"/>
                  </a:cubicBezTo>
                  <a:lnTo>
                    <a:pt x="3135" y="768"/>
                  </a:lnTo>
                  <a:lnTo>
                    <a:pt x="3135" y="254"/>
                  </a:lnTo>
                  <a:lnTo>
                    <a:pt x="3313" y="254"/>
                  </a:lnTo>
                  <a:lnTo>
                    <a:pt x="3332" y="19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3C3C3B"/>
                </a:solidFill>
                <a:latin typeface="Century Gothic"/>
                <a:ea typeface="Century Gothic"/>
                <a:cs typeface="Century Gothic"/>
                <a:sym typeface="Century Gothic"/>
              </a:endParaRPr>
            </a:p>
          </p:txBody>
        </p:sp>
        <p:sp>
          <p:nvSpPr>
            <p:cNvPr id="138" name="Google Shape;138;p29"/>
            <p:cNvSpPr/>
            <p:nvPr/>
          </p:nvSpPr>
          <p:spPr>
            <a:xfrm>
              <a:off x="3974" y="2210"/>
              <a:ext cx="59" cy="59"/>
            </a:xfrm>
            <a:custGeom>
              <a:avLst/>
              <a:gdLst/>
              <a:ahLst/>
              <a:cxnLst/>
              <a:rect l="l" t="t" r="r" b="b"/>
              <a:pathLst>
                <a:path w="99" h="98" extrusionOk="0">
                  <a:moveTo>
                    <a:pt x="59" y="30"/>
                  </a:moveTo>
                  <a:lnTo>
                    <a:pt x="59" y="30"/>
                  </a:lnTo>
                  <a:cubicBezTo>
                    <a:pt x="57" y="29"/>
                    <a:pt x="53" y="28"/>
                    <a:pt x="47" y="28"/>
                  </a:cubicBezTo>
                  <a:lnTo>
                    <a:pt x="39" y="28"/>
                  </a:lnTo>
                  <a:lnTo>
                    <a:pt x="39" y="48"/>
                  </a:lnTo>
                  <a:lnTo>
                    <a:pt x="48" y="48"/>
                  </a:lnTo>
                  <a:cubicBezTo>
                    <a:pt x="52" y="48"/>
                    <a:pt x="55" y="47"/>
                    <a:pt x="57" y="46"/>
                  </a:cubicBezTo>
                  <a:cubicBezTo>
                    <a:pt x="61" y="45"/>
                    <a:pt x="63" y="42"/>
                    <a:pt x="63" y="38"/>
                  </a:cubicBezTo>
                  <a:cubicBezTo>
                    <a:pt x="63" y="34"/>
                    <a:pt x="61" y="31"/>
                    <a:pt x="59" y="30"/>
                  </a:cubicBezTo>
                  <a:close/>
                  <a:moveTo>
                    <a:pt x="49" y="22"/>
                  </a:moveTo>
                  <a:lnTo>
                    <a:pt x="49" y="22"/>
                  </a:lnTo>
                  <a:cubicBezTo>
                    <a:pt x="55" y="22"/>
                    <a:pt x="60" y="22"/>
                    <a:pt x="63" y="23"/>
                  </a:cubicBezTo>
                  <a:cubicBezTo>
                    <a:pt x="69" y="26"/>
                    <a:pt x="72" y="30"/>
                    <a:pt x="72" y="37"/>
                  </a:cubicBezTo>
                  <a:cubicBezTo>
                    <a:pt x="72" y="42"/>
                    <a:pt x="70" y="46"/>
                    <a:pt x="66" y="48"/>
                  </a:cubicBezTo>
                  <a:cubicBezTo>
                    <a:pt x="65" y="49"/>
                    <a:pt x="62" y="50"/>
                    <a:pt x="59" y="51"/>
                  </a:cubicBezTo>
                  <a:cubicBezTo>
                    <a:pt x="63" y="51"/>
                    <a:pt x="66" y="53"/>
                    <a:pt x="68" y="56"/>
                  </a:cubicBezTo>
                  <a:cubicBezTo>
                    <a:pt x="70" y="59"/>
                    <a:pt x="71" y="62"/>
                    <a:pt x="71" y="64"/>
                  </a:cubicBezTo>
                  <a:lnTo>
                    <a:pt x="71" y="68"/>
                  </a:lnTo>
                  <a:cubicBezTo>
                    <a:pt x="71" y="69"/>
                    <a:pt x="71" y="71"/>
                    <a:pt x="71" y="72"/>
                  </a:cubicBezTo>
                  <a:cubicBezTo>
                    <a:pt x="71" y="74"/>
                    <a:pt x="71" y="75"/>
                    <a:pt x="72" y="75"/>
                  </a:cubicBezTo>
                  <a:lnTo>
                    <a:pt x="72" y="76"/>
                  </a:lnTo>
                  <a:lnTo>
                    <a:pt x="63" y="76"/>
                  </a:lnTo>
                  <a:cubicBezTo>
                    <a:pt x="63" y="76"/>
                    <a:pt x="63" y="75"/>
                    <a:pt x="63" y="75"/>
                  </a:cubicBezTo>
                  <a:cubicBezTo>
                    <a:pt x="63" y="75"/>
                    <a:pt x="63" y="75"/>
                    <a:pt x="63" y="75"/>
                  </a:cubicBezTo>
                  <a:lnTo>
                    <a:pt x="62" y="73"/>
                  </a:lnTo>
                  <a:lnTo>
                    <a:pt x="62" y="69"/>
                  </a:lnTo>
                  <a:cubicBezTo>
                    <a:pt x="62" y="62"/>
                    <a:pt x="61" y="58"/>
                    <a:pt x="57" y="56"/>
                  </a:cubicBezTo>
                  <a:cubicBezTo>
                    <a:pt x="55" y="55"/>
                    <a:pt x="52" y="54"/>
                    <a:pt x="47" y="54"/>
                  </a:cubicBezTo>
                  <a:lnTo>
                    <a:pt x="39" y="54"/>
                  </a:lnTo>
                  <a:lnTo>
                    <a:pt x="39" y="76"/>
                  </a:lnTo>
                  <a:lnTo>
                    <a:pt x="30" y="76"/>
                  </a:lnTo>
                  <a:lnTo>
                    <a:pt x="30" y="22"/>
                  </a:lnTo>
                  <a:lnTo>
                    <a:pt x="49" y="22"/>
                  </a:lnTo>
                  <a:lnTo>
                    <a:pt x="49" y="22"/>
                  </a:lnTo>
                  <a:close/>
                  <a:moveTo>
                    <a:pt x="20" y="19"/>
                  </a:moveTo>
                  <a:lnTo>
                    <a:pt x="20" y="19"/>
                  </a:lnTo>
                  <a:cubicBezTo>
                    <a:pt x="11" y="27"/>
                    <a:pt x="7" y="37"/>
                    <a:pt x="7" y="49"/>
                  </a:cubicBezTo>
                  <a:cubicBezTo>
                    <a:pt x="7" y="61"/>
                    <a:pt x="11" y="71"/>
                    <a:pt x="20" y="79"/>
                  </a:cubicBezTo>
                  <a:cubicBezTo>
                    <a:pt x="28" y="87"/>
                    <a:pt x="38" y="92"/>
                    <a:pt x="50" y="92"/>
                  </a:cubicBezTo>
                  <a:cubicBezTo>
                    <a:pt x="61" y="92"/>
                    <a:pt x="71" y="87"/>
                    <a:pt x="80" y="79"/>
                  </a:cubicBezTo>
                  <a:cubicBezTo>
                    <a:pt x="88" y="71"/>
                    <a:pt x="92" y="61"/>
                    <a:pt x="92" y="49"/>
                  </a:cubicBezTo>
                  <a:cubicBezTo>
                    <a:pt x="92" y="37"/>
                    <a:pt x="88" y="27"/>
                    <a:pt x="80" y="19"/>
                  </a:cubicBezTo>
                  <a:cubicBezTo>
                    <a:pt x="71" y="10"/>
                    <a:pt x="61" y="6"/>
                    <a:pt x="50" y="6"/>
                  </a:cubicBezTo>
                  <a:cubicBezTo>
                    <a:pt x="38" y="6"/>
                    <a:pt x="28" y="10"/>
                    <a:pt x="20" y="19"/>
                  </a:cubicBezTo>
                  <a:close/>
                  <a:moveTo>
                    <a:pt x="85" y="84"/>
                  </a:moveTo>
                  <a:lnTo>
                    <a:pt x="85" y="84"/>
                  </a:lnTo>
                  <a:cubicBezTo>
                    <a:pt x="75" y="94"/>
                    <a:pt x="63" y="98"/>
                    <a:pt x="50" y="98"/>
                  </a:cubicBezTo>
                  <a:cubicBezTo>
                    <a:pt x="36" y="98"/>
                    <a:pt x="24" y="94"/>
                    <a:pt x="15" y="84"/>
                  </a:cubicBezTo>
                  <a:cubicBezTo>
                    <a:pt x="5" y="74"/>
                    <a:pt x="0" y="63"/>
                    <a:pt x="0" y="49"/>
                  </a:cubicBezTo>
                  <a:cubicBezTo>
                    <a:pt x="0" y="35"/>
                    <a:pt x="5" y="24"/>
                    <a:pt x="15" y="14"/>
                  </a:cubicBezTo>
                  <a:cubicBezTo>
                    <a:pt x="24" y="4"/>
                    <a:pt x="36" y="0"/>
                    <a:pt x="50" y="0"/>
                  </a:cubicBezTo>
                  <a:cubicBezTo>
                    <a:pt x="63" y="0"/>
                    <a:pt x="75" y="4"/>
                    <a:pt x="85" y="14"/>
                  </a:cubicBezTo>
                  <a:cubicBezTo>
                    <a:pt x="94" y="24"/>
                    <a:pt x="99" y="35"/>
                    <a:pt x="99" y="49"/>
                  </a:cubicBezTo>
                  <a:cubicBezTo>
                    <a:pt x="99" y="63"/>
                    <a:pt x="94" y="74"/>
                    <a:pt x="85" y="84"/>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3C3C3B"/>
                </a:solidFill>
                <a:latin typeface="Century Gothic"/>
                <a:ea typeface="Century Gothic"/>
                <a:cs typeface="Century Gothic"/>
                <a:sym typeface="Century Gothic"/>
              </a:endParaRPr>
            </a:p>
          </p:txBody>
        </p:sp>
      </p:grpSp>
    </p:spTree>
  </p:cSld>
  <p:clrMapOvr>
    <a:masterClrMapping/>
  </p:clrMapOvr>
  <p:transition spd="med">
    <p:fade/>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5_Title and Content">
  <p:cSld name="5_Title and Content">
    <p:spTree>
      <p:nvGrpSpPr>
        <p:cNvPr id="1" name="Shape 139"/>
        <p:cNvGrpSpPr/>
        <p:nvPr/>
      </p:nvGrpSpPr>
      <p:grpSpPr>
        <a:xfrm>
          <a:off x="0" y="0"/>
          <a:ext cx="0" cy="0"/>
          <a:chOff x="0" y="0"/>
          <a:chExt cx="0" cy="0"/>
        </a:xfrm>
      </p:grpSpPr>
      <p:sp>
        <p:nvSpPr>
          <p:cNvPr id="140" name="Google Shape;140;p30"/>
          <p:cNvSpPr txBox="1">
            <a:spLocks noGrp="1"/>
          </p:cNvSpPr>
          <p:nvPr>
            <p:ph type="body" idx="1"/>
          </p:nvPr>
        </p:nvSpPr>
        <p:spPr>
          <a:xfrm>
            <a:off x="457200" y="1115840"/>
            <a:ext cx="8229600" cy="3507581"/>
          </a:xfrm>
          <a:prstGeom prst="rect">
            <a:avLst/>
          </a:prstGeom>
          <a:noFill/>
          <a:ln>
            <a:noFill/>
          </a:ln>
        </p:spPr>
        <p:txBody>
          <a:bodyPr spcFirstLastPara="1" wrap="square" lIns="0" tIns="0" rIns="0" bIns="0" anchor="t" anchorCtr="0">
            <a:noAutofit/>
          </a:bodyPr>
          <a:lstStyle>
            <a:lvl1pPr marL="457200" lvl="0" indent="-342900" algn="l">
              <a:lnSpc>
                <a:spcPct val="95000"/>
              </a:lnSpc>
              <a:spcBef>
                <a:spcPts val="600"/>
              </a:spcBef>
              <a:spcAft>
                <a:spcPts val="0"/>
              </a:spcAft>
              <a:buClr>
                <a:schemeClr val="dk1"/>
              </a:buClr>
              <a:buSzPts val="1800"/>
              <a:buChar char="•"/>
              <a:defRPr sz="1800">
                <a:solidFill>
                  <a:schemeClr val="dk1"/>
                </a:solidFill>
              </a:defRPr>
            </a:lvl1pPr>
            <a:lvl2pPr marL="914400" lvl="1" indent="-330200" algn="l">
              <a:lnSpc>
                <a:spcPct val="85000"/>
              </a:lnSpc>
              <a:spcBef>
                <a:spcPts val="200"/>
              </a:spcBef>
              <a:spcAft>
                <a:spcPts val="0"/>
              </a:spcAft>
              <a:buClr>
                <a:schemeClr val="dk1"/>
              </a:buClr>
              <a:buSzPts val="1600"/>
              <a:buChar char="–"/>
              <a:defRPr sz="1600">
                <a:solidFill>
                  <a:schemeClr val="dk1"/>
                </a:solidFill>
              </a:defRPr>
            </a:lvl2pPr>
            <a:lvl3pPr marL="1371600" lvl="2" indent="-317500" algn="l">
              <a:lnSpc>
                <a:spcPct val="85000"/>
              </a:lnSpc>
              <a:spcBef>
                <a:spcPts val="200"/>
              </a:spcBef>
              <a:spcAft>
                <a:spcPts val="0"/>
              </a:spcAft>
              <a:buClr>
                <a:schemeClr val="dk1"/>
              </a:buClr>
              <a:buSzPts val="1400"/>
              <a:buChar char="-"/>
              <a:defRPr sz="1400">
                <a:solidFill>
                  <a:schemeClr val="dk1"/>
                </a:solidFill>
              </a:defRPr>
            </a:lvl3pPr>
            <a:lvl4pPr marL="1828800" lvl="3" indent="-342900" algn="l">
              <a:lnSpc>
                <a:spcPct val="95000"/>
              </a:lnSpc>
              <a:spcBef>
                <a:spcPts val="600"/>
              </a:spcBef>
              <a:spcAft>
                <a:spcPts val="0"/>
              </a:spcAft>
              <a:buClr>
                <a:schemeClr val="dk1"/>
              </a:buClr>
              <a:buSzPts val="1800"/>
              <a:buChar char="​"/>
              <a:defRPr sz="1800">
                <a:solidFill>
                  <a:schemeClr val="dk1"/>
                </a:solidFill>
              </a:defRPr>
            </a:lvl4pPr>
            <a:lvl5pPr marL="2286000" lvl="4" indent="-342900" algn="l">
              <a:lnSpc>
                <a:spcPct val="95000"/>
              </a:lnSpc>
              <a:spcBef>
                <a:spcPts val="600"/>
              </a:spcBef>
              <a:spcAft>
                <a:spcPts val="0"/>
              </a:spcAft>
              <a:buClr>
                <a:schemeClr val="accent1"/>
              </a:buClr>
              <a:buSzPts val="1800"/>
              <a:buChar char="​"/>
              <a:defRPr sz="1800"/>
            </a:lvl5pPr>
            <a:lvl6pPr marL="2743200" lvl="5" indent="-342900" algn="l">
              <a:lnSpc>
                <a:spcPct val="95000"/>
              </a:lnSpc>
              <a:spcBef>
                <a:spcPts val="600"/>
              </a:spcBef>
              <a:spcAft>
                <a:spcPts val="0"/>
              </a:spcAft>
              <a:buClr>
                <a:schemeClr val="accent2"/>
              </a:buClr>
              <a:buSzPts val="1800"/>
              <a:buChar char="​"/>
              <a:defRPr/>
            </a:lvl6pPr>
            <a:lvl7pPr marL="3200400" lvl="6" indent="-342900" algn="l">
              <a:lnSpc>
                <a:spcPct val="95000"/>
              </a:lnSpc>
              <a:spcBef>
                <a:spcPts val="1000"/>
              </a:spcBef>
              <a:spcAft>
                <a:spcPts val="0"/>
              </a:spcAft>
              <a:buClr>
                <a:schemeClr val="dk1"/>
              </a:buClr>
              <a:buSzPts val="1800"/>
              <a:buChar char="​"/>
              <a:defRPr/>
            </a:lvl7pPr>
            <a:lvl8pPr marL="3657600" lvl="7" indent="-342900" algn="l">
              <a:lnSpc>
                <a:spcPct val="95000"/>
              </a:lnSpc>
              <a:spcBef>
                <a:spcPts val="200"/>
              </a:spcBef>
              <a:spcAft>
                <a:spcPts val="0"/>
              </a:spcAft>
              <a:buClr>
                <a:schemeClr val="dk1"/>
              </a:buClr>
              <a:buSzPts val="1800"/>
              <a:buAutoNum type="arabicPeriod"/>
              <a:defRPr/>
            </a:lvl8pPr>
            <a:lvl9pPr marL="4114800" lvl="8" indent="-342900" algn="l">
              <a:lnSpc>
                <a:spcPct val="95000"/>
              </a:lnSpc>
              <a:spcBef>
                <a:spcPts val="400"/>
              </a:spcBef>
              <a:spcAft>
                <a:spcPts val="400"/>
              </a:spcAft>
              <a:buClr>
                <a:schemeClr val="accent6"/>
              </a:buClr>
              <a:buSzPts val="1800"/>
              <a:buChar char="​"/>
              <a:defRPr/>
            </a:lvl9pPr>
          </a:lstStyle>
          <a:p>
            <a:endParaRPr/>
          </a:p>
        </p:txBody>
      </p:sp>
      <p:sp>
        <p:nvSpPr>
          <p:cNvPr id="141" name="Google Shape;141;p30"/>
          <p:cNvSpPr txBox="1">
            <a:spLocks noGrp="1"/>
          </p:cNvSpPr>
          <p:nvPr>
            <p:ph type="body" idx="2"/>
          </p:nvPr>
        </p:nvSpPr>
        <p:spPr>
          <a:xfrm>
            <a:off x="457200" y="703405"/>
            <a:ext cx="8229600" cy="353174"/>
          </a:xfrm>
          <a:prstGeom prst="rect">
            <a:avLst/>
          </a:prstGeom>
          <a:noFill/>
          <a:ln>
            <a:noFill/>
          </a:ln>
        </p:spPr>
        <p:txBody>
          <a:bodyPr spcFirstLastPara="1" wrap="square" lIns="0" tIns="0" rIns="0" bIns="0" anchor="t" anchorCtr="0">
            <a:noAutofit/>
          </a:bodyPr>
          <a:lstStyle>
            <a:lvl1pPr marL="457200" lvl="0" indent="-228600" algn="l">
              <a:lnSpc>
                <a:spcPct val="85000"/>
              </a:lnSpc>
              <a:spcBef>
                <a:spcPts val="0"/>
              </a:spcBef>
              <a:spcAft>
                <a:spcPts val="0"/>
              </a:spcAft>
              <a:buClr>
                <a:schemeClr val="dk1"/>
              </a:buClr>
              <a:buSzPts val="1800"/>
              <a:buFont typeface="Century Gothic"/>
              <a:buNone/>
              <a:defRPr sz="1800">
                <a:solidFill>
                  <a:schemeClr val="dk1"/>
                </a:solidFill>
              </a:defRPr>
            </a:lvl1pPr>
            <a:lvl2pPr marL="914400" lvl="1" indent="-228600" algn="l">
              <a:lnSpc>
                <a:spcPct val="85000"/>
              </a:lnSpc>
              <a:spcBef>
                <a:spcPts val="200"/>
              </a:spcBef>
              <a:spcAft>
                <a:spcPts val="0"/>
              </a:spcAft>
              <a:buClr>
                <a:schemeClr val="accent2"/>
              </a:buClr>
              <a:buSzPts val="1600"/>
              <a:buFont typeface="Century Gothic"/>
              <a:buNone/>
              <a:defRPr sz="1600">
                <a:solidFill>
                  <a:schemeClr val="accent2"/>
                </a:solidFill>
              </a:defRPr>
            </a:lvl2pPr>
            <a:lvl3pPr marL="1371600" lvl="2" indent="-228600" algn="l">
              <a:lnSpc>
                <a:spcPct val="85000"/>
              </a:lnSpc>
              <a:spcBef>
                <a:spcPts val="200"/>
              </a:spcBef>
              <a:spcAft>
                <a:spcPts val="0"/>
              </a:spcAft>
              <a:buClr>
                <a:schemeClr val="accent2"/>
              </a:buClr>
              <a:buSzPts val="1600"/>
              <a:buFont typeface="Century Gothic"/>
              <a:buNone/>
              <a:defRPr sz="1600">
                <a:solidFill>
                  <a:schemeClr val="accent2"/>
                </a:solidFill>
              </a:defRPr>
            </a:lvl3pPr>
            <a:lvl4pPr marL="1828800" lvl="3" indent="-228600" algn="l">
              <a:lnSpc>
                <a:spcPct val="95000"/>
              </a:lnSpc>
              <a:spcBef>
                <a:spcPts val="600"/>
              </a:spcBef>
              <a:spcAft>
                <a:spcPts val="0"/>
              </a:spcAft>
              <a:buClr>
                <a:schemeClr val="accent2"/>
              </a:buClr>
              <a:buSzPts val="1600"/>
              <a:buFont typeface="Century Gothic"/>
              <a:buNone/>
              <a:defRPr sz="1600">
                <a:solidFill>
                  <a:schemeClr val="accent2"/>
                </a:solidFill>
              </a:defRPr>
            </a:lvl4pPr>
            <a:lvl5pPr marL="2286000" lvl="4" indent="-228600" algn="l">
              <a:lnSpc>
                <a:spcPct val="95000"/>
              </a:lnSpc>
              <a:spcBef>
                <a:spcPts val="600"/>
              </a:spcBef>
              <a:spcAft>
                <a:spcPts val="0"/>
              </a:spcAft>
              <a:buClr>
                <a:schemeClr val="accent2"/>
              </a:buClr>
              <a:buSzPts val="1600"/>
              <a:buFont typeface="Century Gothic"/>
              <a:buNone/>
              <a:defRPr sz="1600">
                <a:solidFill>
                  <a:schemeClr val="accent2"/>
                </a:solidFill>
              </a:defRPr>
            </a:lvl5pPr>
            <a:lvl6pPr marL="2743200" lvl="5" indent="-342900" algn="l">
              <a:lnSpc>
                <a:spcPct val="95000"/>
              </a:lnSpc>
              <a:spcBef>
                <a:spcPts val="600"/>
              </a:spcBef>
              <a:spcAft>
                <a:spcPts val="0"/>
              </a:spcAft>
              <a:buClr>
                <a:schemeClr val="accent2"/>
              </a:buClr>
              <a:buSzPts val="1800"/>
              <a:buChar char="​"/>
              <a:defRPr/>
            </a:lvl6pPr>
            <a:lvl7pPr marL="3200400" lvl="6" indent="-342900" algn="l">
              <a:lnSpc>
                <a:spcPct val="95000"/>
              </a:lnSpc>
              <a:spcBef>
                <a:spcPts val="1000"/>
              </a:spcBef>
              <a:spcAft>
                <a:spcPts val="0"/>
              </a:spcAft>
              <a:buClr>
                <a:schemeClr val="dk1"/>
              </a:buClr>
              <a:buSzPts val="1800"/>
              <a:buChar char="​"/>
              <a:defRPr/>
            </a:lvl7pPr>
            <a:lvl8pPr marL="3657600" lvl="7" indent="-342900" algn="l">
              <a:lnSpc>
                <a:spcPct val="95000"/>
              </a:lnSpc>
              <a:spcBef>
                <a:spcPts val="200"/>
              </a:spcBef>
              <a:spcAft>
                <a:spcPts val="0"/>
              </a:spcAft>
              <a:buClr>
                <a:schemeClr val="dk1"/>
              </a:buClr>
              <a:buSzPts val="1800"/>
              <a:buAutoNum type="arabicPeriod"/>
              <a:defRPr/>
            </a:lvl8pPr>
            <a:lvl9pPr marL="4114800" lvl="8" indent="-342900" algn="l">
              <a:lnSpc>
                <a:spcPct val="95000"/>
              </a:lnSpc>
              <a:spcBef>
                <a:spcPts val="400"/>
              </a:spcBef>
              <a:spcAft>
                <a:spcPts val="400"/>
              </a:spcAft>
              <a:buClr>
                <a:schemeClr val="accent6"/>
              </a:buClr>
              <a:buSzPts val="1800"/>
              <a:buChar char="​"/>
              <a:defRPr/>
            </a:lvl9pPr>
          </a:lstStyle>
          <a:p>
            <a:endParaRPr/>
          </a:p>
        </p:txBody>
      </p:sp>
      <p:sp>
        <p:nvSpPr>
          <p:cNvPr id="142" name="Google Shape;142;p30"/>
          <p:cNvSpPr txBox="1">
            <a:spLocks noGrp="1"/>
          </p:cNvSpPr>
          <p:nvPr>
            <p:ph type="title"/>
          </p:nvPr>
        </p:nvSpPr>
        <p:spPr>
          <a:xfrm>
            <a:off x="457200" y="128590"/>
            <a:ext cx="8229600" cy="526298"/>
          </a:xfrm>
          <a:prstGeom prst="rect">
            <a:avLst/>
          </a:prstGeom>
          <a:noFill/>
          <a:ln>
            <a:noFill/>
          </a:ln>
        </p:spPr>
        <p:txBody>
          <a:bodyPr spcFirstLastPara="1" wrap="square" lIns="0" tIns="0" rIns="0" bIns="0" anchor="b" anchorCtr="0">
            <a:noAutofit/>
          </a:bodyPr>
          <a:lstStyle>
            <a:lvl1pPr lvl="0" algn="l">
              <a:lnSpc>
                <a:spcPct val="95000"/>
              </a:lnSpc>
              <a:spcBef>
                <a:spcPts val="0"/>
              </a:spcBef>
              <a:spcAft>
                <a:spcPts val="0"/>
              </a:spcAft>
              <a:buClr>
                <a:schemeClr val="accent1"/>
              </a:buClr>
              <a:buSzPts val="2200"/>
              <a:buFont typeface="Century Gothic"/>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43" name="Google Shape;143;p30"/>
          <p:cNvSpPr txBox="1">
            <a:spLocks noGrp="1"/>
          </p:cNvSpPr>
          <p:nvPr>
            <p:ph type="body" idx="3"/>
          </p:nvPr>
        </p:nvSpPr>
        <p:spPr>
          <a:xfrm>
            <a:off x="3297994" y="4943703"/>
            <a:ext cx="2548012" cy="106186"/>
          </a:xfrm>
          <a:prstGeom prst="rect">
            <a:avLst/>
          </a:prstGeom>
          <a:noFill/>
          <a:ln>
            <a:noFill/>
          </a:ln>
        </p:spPr>
        <p:txBody>
          <a:bodyPr spcFirstLastPara="1" wrap="square" lIns="0" tIns="0" rIns="0" bIns="0" anchor="t" anchorCtr="0">
            <a:noAutofit/>
          </a:bodyPr>
          <a:lstStyle>
            <a:lvl1pPr marL="457200" lvl="0" indent="-228600" algn="ctr">
              <a:lnSpc>
                <a:spcPct val="85000"/>
              </a:lnSpc>
              <a:spcBef>
                <a:spcPts val="0"/>
              </a:spcBef>
              <a:spcAft>
                <a:spcPts val="0"/>
              </a:spcAft>
              <a:buClr>
                <a:srgbClr val="4FB0FF"/>
              </a:buClr>
              <a:buSzPts val="700"/>
              <a:buFont typeface="Century Gothic"/>
              <a:buNone/>
              <a:defRPr sz="700" b="1">
                <a:solidFill>
                  <a:srgbClr val="4FB0FF"/>
                </a:solidFill>
                <a:latin typeface="Century Gothic"/>
                <a:ea typeface="Century Gothic"/>
                <a:cs typeface="Century Gothic"/>
                <a:sym typeface="Century Gothic"/>
              </a:defRPr>
            </a:lvl1pPr>
            <a:lvl2pPr marL="914400" lvl="1" indent="-228600" algn="l">
              <a:lnSpc>
                <a:spcPct val="85000"/>
              </a:lnSpc>
              <a:spcBef>
                <a:spcPts val="200"/>
              </a:spcBef>
              <a:spcAft>
                <a:spcPts val="0"/>
              </a:spcAft>
              <a:buClr>
                <a:schemeClr val="accent2"/>
              </a:buClr>
              <a:buSzPts val="1600"/>
              <a:buFont typeface="Century Gothic"/>
              <a:buNone/>
              <a:defRPr sz="1600">
                <a:solidFill>
                  <a:schemeClr val="accent2"/>
                </a:solidFill>
              </a:defRPr>
            </a:lvl2pPr>
            <a:lvl3pPr marL="1371600" lvl="2" indent="-228600" algn="l">
              <a:lnSpc>
                <a:spcPct val="85000"/>
              </a:lnSpc>
              <a:spcBef>
                <a:spcPts val="200"/>
              </a:spcBef>
              <a:spcAft>
                <a:spcPts val="0"/>
              </a:spcAft>
              <a:buClr>
                <a:schemeClr val="accent2"/>
              </a:buClr>
              <a:buSzPts val="1600"/>
              <a:buFont typeface="Century Gothic"/>
              <a:buNone/>
              <a:defRPr sz="1600">
                <a:solidFill>
                  <a:schemeClr val="accent2"/>
                </a:solidFill>
              </a:defRPr>
            </a:lvl3pPr>
            <a:lvl4pPr marL="1828800" lvl="3" indent="-228600" algn="l">
              <a:lnSpc>
                <a:spcPct val="95000"/>
              </a:lnSpc>
              <a:spcBef>
                <a:spcPts val="600"/>
              </a:spcBef>
              <a:spcAft>
                <a:spcPts val="0"/>
              </a:spcAft>
              <a:buClr>
                <a:schemeClr val="accent2"/>
              </a:buClr>
              <a:buSzPts val="1600"/>
              <a:buFont typeface="Century Gothic"/>
              <a:buNone/>
              <a:defRPr sz="1600">
                <a:solidFill>
                  <a:schemeClr val="accent2"/>
                </a:solidFill>
              </a:defRPr>
            </a:lvl4pPr>
            <a:lvl5pPr marL="2286000" lvl="4" indent="-228600" algn="l">
              <a:lnSpc>
                <a:spcPct val="95000"/>
              </a:lnSpc>
              <a:spcBef>
                <a:spcPts val="600"/>
              </a:spcBef>
              <a:spcAft>
                <a:spcPts val="0"/>
              </a:spcAft>
              <a:buClr>
                <a:schemeClr val="accent2"/>
              </a:buClr>
              <a:buSzPts val="1600"/>
              <a:buFont typeface="Century Gothic"/>
              <a:buNone/>
              <a:defRPr sz="1600">
                <a:solidFill>
                  <a:schemeClr val="accent2"/>
                </a:solidFill>
              </a:defRPr>
            </a:lvl5pPr>
            <a:lvl6pPr marL="2743200" lvl="5" indent="-342900" algn="l">
              <a:lnSpc>
                <a:spcPct val="95000"/>
              </a:lnSpc>
              <a:spcBef>
                <a:spcPts val="600"/>
              </a:spcBef>
              <a:spcAft>
                <a:spcPts val="0"/>
              </a:spcAft>
              <a:buClr>
                <a:schemeClr val="accent2"/>
              </a:buClr>
              <a:buSzPts val="1800"/>
              <a:buChar char="​"/>
              <a:defRPr/>
            </a:lvl6pPr>
            <a:lvl7pPr marL="3200400" lvl="6" indent="-342900" algn="l">
              <a:lnSpc>
                <a:spcPct val="95000"/>
              </a:lnSpc>
              <a:spcBef>
                <a:spcPts val="1000"/>
              </a:spcBef>
              <a:spcAft>
                <a:spcPts val="0"/>
              </a:spcAft>
              <a:buClr>
                <a:schemeClr val="dk1"/>
              </a:buClr>
              <a:buSzPts val="1800"/>
              <a:buChar char="​"/>
              <a:defRPr/>
            </a:lvl7pPr>
            <a:lvl8pPr marL="3657600" lvl="7" indent="-342900" algn="l">
              <a:lnSpc>
                <a:spcPct val="95000"/>
              </a:lnSpc>
              <a:spcBef>
                <a:spcPts val="200"/>
              </a:spcBef>
              <a:spcAft>
                <a:spcPts val="0"/>
              </a:spcAft>
              <a:buClr>
                <a:schemeClr val="dk1"/>
              </a:buClr>
              <a:buSzPts val="1800"/>
              <a:buAutoNum type="arabicPeriod"/>
              <a:defRPr/>
            </a:lvl8pPr>
            <a:lvl9pPr marL="4114800" lvl="8" indent="-342900" algn="l">
              <a:lnSpc>
                <a:spcPct val="95000"/>
              </a:lnSpc>
              <a:spcBef>
                <a:spcPts val="400"/>
              </a:spcBef>
              <a:spcAft>
                <a:spcPts val="400"/>
              </a:spcAft>
              <a:buClr>
                <a:schemeClr val="accent6"/>
              </a:buClr>
              <a:buSzPts val="1800"/>
              <a:buChar char="​"/>
              <a:defRPr/>
            </a:lvl9pPr>
          </a:lstStyle>
          <a:p>
            <a:endParaRPr/>
          </a:p>
        </p:txBody>
      </p:sp>
    </p:spTree>
  </p:cSld>
  <p:clrMapOvr>
    <a:masterClrMapping/>
  </p:clrMapOvr>
  <p:transition spd="med">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2"/>
        <p:cNvGrpSpPr/>
        <p:nvPr/>
      </p:nvGrpSpPr>
      <p:grpSpPr>
        <a:xfrm>
          <a:off x="0" y="0"/>
          <a:ext cx="0" cy="0"/>
          <a:chOff x="0" y="0"/>
          <a:chExt cx="0" cy="0"/>
        </a:xfrm>
      </p:grpSpPr>
      <p:sp>
        <p:nvSpPr>
          <p:cNvPr id="13" name="Google Shape;13;p1"/>
          <p:cNvSpPr txBox="1">
            <a:spLocks noGrp="1"/>
          </p:cNvSpPr>
          <p:nvPr>
            <p:ph type="body" idx="1"/>
          </p:nvPr>
        </p:nvSpPr>
        <p:spPr>
          <a:xfrm>
            <a:off x="457200" y="1216372"/>
            <a:ext cx="8229600" cy="3340559"/>
          </a:xfrm>
          <a:prstGeom prst="rect">
            <a:avLst/>
          </a:prstGeom>
          <a:noFill/>
          <a:ln>
            <a:noFill/>
          </a:ln>
        </p:spPr>
        <p:txBody>
          <a:bodyPr spcFirstLastPara="1" wrap="square" lIns="0" tIns="0" rIns="0" bIns="0" anchor="t" anchorCtr="0">
            <a:noAutofit/>
          </a:bodyPr>
          <a:lstStyle>
            <a:lvl1pPr marL="457200" marR="0" lvl="0" indent="-342900" algn="l" rtl="0">
              <a:lnSpc>
                <a:spcPct val="95000"/>
              </a:lnSpc>
              <a:spcBef>
                <a:spcPts val="600"/>
              </a:spcBef>
              <a:spcAft>
                <a:spcPts val="0"/>
              </a:spcAft>
              <a:buClr>
                <a:schemeClr val="dk1"/>
              </a:buClr>
              <a:buSzPts val="1800"/>
              <a:buFont typeface="Arial"/>
              <a:buChar char="•"/>
              <a:defRPr sz="1800" b="0" i="0" u="none" strike="noStrike" cap="none">
                <a:solidFill>
                  <a:schemeClr val="dk1"/>
                </a:solidFill>
                <a:latin typeface="Century Gothic"/>
                <a:ea typeface="Century Gothic"/>
                <a:cs typeface="Century Gothic"/>
                <a:sym typeface="Century Gothic"/>
              </a:defRPr>
            </a:lvl1pPr>
            <a:lvl2pPr marL="914400" marR="0" lvl="1" indent="-330200" algn="l" rtl="0">
              <a:lnSpc>
                <a:spcPct val="85000"/>
              </a:lnSpc>
              <a:spcBef>
                <a:spcPts val="200"/>
              </a:spcBef>
              <a:spcAft>
                <a:spcPts val="0"/>
              </a:spcAft>
              <a:buClr>
                <a:schemeClr val="dk1"/>
              </a:buClr>
              <a:buSzPts val="1600"/>
              <a:buFont typeface="Arial"/>
              <a:buChar char="–"/>
              <a:defRPr sz="1600" b="0" i="0" u="none" strike="noStrike" cap="none">
                <a:solidFill>
                  <a:schemeClr val="dk1"/>
                </a:solidFill>
                <a:latin typeface="Century Gothic"/>
                <a:ea typeface="Century Gothic"/>
                <a:cs typeface="Century Gothic"/>
                <a:sym typeface="Century Gothic"/>
              </a:defRPr>
            </a:lvl2pPr>
            <a:lvl3pPr marL="1371600" marR="0" lvl="2" indent="-317500" algn="l" rtl="0">
              <a:lnSpc>
                <a:spcPct val="85000"/>
              </a:lnSpc>
              <a:spcBef>
                <a:spcPts val="200"/>
              </a:spcBef>
              <a:spcAft>
                <a:spcPts val="0"/>
              </a:spcAft>
              <a:buClr>
                <a:schemeClr val="dk1"/>
              </a:buClr>
              <a:buSzPts val="1400"/>
              <a:buFont typeface="Arial"/>
              <a:buChar char="-"/>
              <a:defRPr sz="1400" b="0" i="0" u="none" strike="noStrike" cap="none">
                <a:solidFill>
                  <a:schemeClr val="dk1"/>
                </a:solidFill>
                <a:latin typeface="Century Gothic"/>
                <a:ea typeface="Century Gothic"/>
                <a:cs typeface="Century Gothic"/>
                <a:sym typeface="Century Gothic"/>
              </a:defRPr>
            </a:lvl3pPr>
            <a:lvl4pPr marL="1828800" marR="0" lvl="3" indent="-342900" algn="l" rtl="0">
              <a:lnSpc>
                <a:spcPct val="95000"/>
              </a:lnSpc>
              <a:spcBef>
                <a:spcPts val="600"/>
              </a:spcBef>
              <a:spcAft>
                <a:spcPts val="0"/>
              </a:spcAft>
              <a:buClr>
                <a:schemeClr val="dk1"/>
              </a:buClr>
              <a:buSzPts val="1800"/>
              <a:buFont typeface="Arial"/>
              <a:buChar char="​"/>
              <a:defRPr sz="1800" b="0" i="0" u="none" strike="noStrike" cap="none">
                <a:solidFill>
                  <a:schemeClr val="dk1"/>
                </a:solidFill>
                <a:latin typeface="Century Gothic"/>
                <a:ea typeface="Century Gothic"/>
                <a:cs typeface="Century Gothic"/>
                <a:sym typeface="Century Gothic"/>
              </a:defRPr>
            </a:lvl4pPr>
            <a:lvl5pPr marL="2286000" marR="0" lvl="4" indent="-342900" algn="l" rtl="0">
              <a:lnSpc>
                <a:spcPct val="95000"/>
              </a:lnSpc>
              <a:spcBef>
                <a:spcPts val="600"/>
              </a:spcBef>
              <a:spcAft>
                <a:spcPts val="0"/>
              </a:spcAft>
              <a:buClr>
                <a:schemeClr val="accent1"/>
              </a:buClr>
              <a:buSzPts val="1800"/>
              <a:buFont typeface="Arial"/>
              <a:buChar char="​"/>
              <a:defRPr sz="1800" b="0" i="0" u="none" strike="noStrike" cap="none">
                <a:solidFill>
                  <a:schemeClr val="accent1"/>
                </a:solidFill>
                <a:latin typeface="Century Gothic"/>
                <a:ea typeface="Century Gothic"/>
                <a:cs typeface="Century Gothic"/>
                <a:sym typeface="Century Gothic"/>
              </a:defRPr>
            </a:lvl5pPr>
            <a:lvl6pPr marL="2743200" marR="0" lvl="5" indent="-342900" algn="l" rtl="0">
              <a:lnSpc>
                <a:spcPct val="95000"/>
              </a:lnSpc>
              <a:spcBef>
                <a:spcPts val="600"/>
              </a:spcBef>
              <a:spcAft>
                <a:spcPts val="0"/>
              </a:spcAft>
              <a:buClr>
                <a:schemeClr val="accent2"/>
              </a:buClr>
              <a:buSzPts val="1800"/>
              <a:buFont typeface="Arial"/>
              <a:buChar char="​"/>
              <a:defRPr sz="1800" b="0" i="0" u="none" strike="noStrike" cap="none">
                <a:solidFill>
                  <a:schemeClr val="accent2"/>
                </a:solidFill>
                <a:latin typeface="Century Gothic"/>
                <a:ea typeface="Century Gothic"/>
                <a:cs typeface="Century Gothic"/>
                <a:sym typeface="Century Gothic"/>
              </a:defRPr>
            </a:lvl6pPr>
            <a:lvl7pPr marL="3200400" marR="0" lvl="6" indent="-342900" algn="l" rtl="0">
              <a:lnSpc>
                <a:spcPct val="95000"/>
              </a:lnSpc>
              <a:spcBef>
                <a:spcPts val="1000"/>
              </a:spcBef>
              <a:spcAft>
                <a:spcPts val="0"/>
              </a:spcAft>
              <a:buClr>
                <a:schemeClr val="dk1"/>
              </a:buClr>
              <a:buSzPts val="1800"/>
              <a:buFont typeface="Arial"/>
              <a:buChar char="​"/>
              <a:defRPr sz="1800" b="1" i="0" u="none" strike="noStrike" cap="none">
                <a:solidFill>
                  <a:schemeClr val="dk1"/>
                </a:solidFill>
                <a:latin typeface="Century Gothic"/>
                <a:ea typeface="Century Gothic"/>
                <a:cs typeface="Century Gothic"/>
                <a:sym typeface="Century Gothic"/>
              </a:defRPr>
            </a:lvl7pPr>
            <a:lvl8pPr marL="3657600" marR="0" lvl="7" indent="-342900" algn="l" rtl="0">
              <a:lnSpc>
                <a:spcPct val="95000"/>
              </a:lnSpc>
              <a:spcBef>
                <a:spcPts val="200"/>
              </a:spcBef>
              <a:spcAft>
                <a:spcPts val="0"/>
              </a:spcAft>
              <a:buClr>
                <a:schemeClr val="dk1"/>
              </a:buClr>
              <a:buSzPts val="1800"/>
              <a:buFont typeface="Century Gothic"/>
              <a:buAutoNum type="arabicPeriod"/>
              <a:defRPr sz="1800" b="0" i="0" u="none" strike="noStrike" cap="none">
                <a:solidFill>
                  <a:schemeClr val="dk1"/>
                </a:solidFill>
                <a:latin typeface="Century Gothic"/>
                <a:ea typeface="Century Gothic"/>
                <a:cs typeface="Century Gothic"/>
                <a:sym typeface="Century Gothic"/>
              </a:defRPr>
            </a:lvl8pPr>
            <a:lvl9pPr marL="4114800" marR="0" lvl="8" indent="-285750" algn="l" rtl="0">
              <a:lnSpc>
                <a:spcPct val="95000"/>
              </a:lnSpc>
              <a:spcBef>
                <a:spcPts val="400"/>
              </a:spcBef>
              <a:spcAft>
                <a:spcPts val="400"/>
              </a:spcAft>
              <a:buClr>
                <a:schemeClr val="accent6"/>
              </a:buClr>
              <a:buSzPts val="900"/>
              <a:buFont typeface="Arial"/>
              <a:buChar char="​"/>
              <a:defRPr sz="900" b="0" i="0" u="none" strike="noStrike" cap="none">
                <a:solidFill>
                  <a:schemeClr val="accent6"/>
                </a:solidFill>
                <a:latin typeface="Century Gothic"/>
                <a:ea typeface="Century Gothic"/>
                <a:cs typeface="Century Gothic"/>
                <a:sym typeface="Century Gothic"/>
              </a:defRPr>
            </a:lvl9pPr>
          </a:lstStyle>
          <a:p>
            <a:endParaRPr/>
          </a:p>
        </p:txBody>
      </p:sp>
      <p:sp>
        <p:nvSpPr>
          <p:cNvPr id="14" name="Google Shape;14;p1"/>
          <p:cNvSpPr txBox="1"/>
          <p:nvPr/>
        </p:nvSpPr>
        <p:spPr>
          <a:xfrm>
            <a:off x="153254" y="4896022"/>
            <a:ext cx="133221" cy="130805"/>
          </a:xfrm>
          <a:prstGeom prst="rect">
            <a:avLst/>
          </a:prstGeom>
          <a:noFill/>
          <a:ln>
            <a:noFill/>
          </a:ln>
        </p:spPr>
        <p:txBody>
          <a:bodyPr spcFirstLastPara="1" wrap="square" lIns="0" tIns="0" rIns="0" bIns="0" anchor="t" anchorCtr="0">
            <a:noAutofit/>
          </a:bodyPr>
          <a:lstStyle/>
          <a:p>
            <a:pPr marL="0" marR="0" lvl="0" indent="0" algn="r" rtl="0">
              <a:spcBef>
                <a:spcPts val="0"/>
              </a:spcBef>
              <a:spcAft>
                <a:spcPts val="0"/>
              </a:spcAft>
              <a:buNone/>
            </a:pPr>
            <a:fld id="{00000000-1234-1234-1234-123412341234}" type="slidenum">
              <a:rPr lang="en-GB" sz="850">
                <a:solidFill>
                  <a:srgbClr val="6C6C6C"/>
                </a:solidFill>
                <a:latin typeface="Century Gothic"/>
                <a:ea typeface="Century Gothic"/>
                <a:cs typeface="Century Gothic"/>
                <a:sym typeface="Century Gothic"/>
              </a:rPr>
              <a:t>‹#›</a:t>
            </a:fld>
            <a:endParaRPr sz="850">
              <a:solidFill>
                <a:srgbClr val="6C6C6C"/>
              </a:solidFill>
              <a:latin typeface="Century Gothic"/>
              <a:ea typeface="Century Gothic"/>
              <a:cs typeface="Century Gothic"/>
              <a:sym typeface="Century Gothic"/>
            </a:endParaRPr>
          </a:p>
        </p:txBody>
      </p:sp>
      <p:sp>
        <p:nvSpPr>
          <p:cNvPr id="15" name="Google Shape;15;p1"/>
          <p:cNvSpPr txBox="1">
            <a:spLocks noGrp="1"/>
          </p:cNvSpPr>
          <p:nvPr>
            <p:ph type="title"/>
          </p:nvPr>
        </p:nvSpPr>
        <p:spPr>
          <a:xfrm>
            <a:off x="457200" y="164592"/>
            <a:ext cx="8229600" cy="704088"/>
          </a:xfrm>
          <a:prstGeom prst="rect">
            <a:avLst/>
          </a:prstGeom>
          <a:noFill/>
          <a:ln>
            <a:noFill/>
          </a:ln>
        </p:spPr>
        <p:txBody>
          <a:bodyPr spcFirstLastPara="1" wrap="square" lIns="0" tIns="0" rIns="0" bIns="0" anchor="b" anchorCtr="0">
            <a:noAutofit/>
          </a:bodyPr>
          <a:lstStyle>
            <a:lvl1pPr marR="0" lvl="0" algn="l" rtl="0">
              <a:lnSpc>
                <a:spcPct val="95000"/>
              </a:lnSpc>
              <a:spcBef>
                <a:spcPts val="0"/>
              </a:spcBef>
              <a:spcAft>
                <a:spcPts val="0"/>
              </a:spcAft>
              <a:buClr>
                <a:schemeClr val="accent1"/>
              </a:buClr>
              <a:buSzPts val="2200"/>
              <a:buFont typeface="Century Gothic"/>
              <a:buNone/>
              <a:defRPr sz="2200" b="1" i="0" u="none" strike="noStrike" cap="none">
                <a:solidFill>
                  <a:schemeClr val="accent1"/>
                </a:solidFill>
                <a:latin typeface="Century Gothic"/>
                <a:ea typeface="Century Gothic"/>
                <a:cs typeface="Century Gothic"/>
                <a:sym typeface="Century Gothic"/>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grpSp>
        <p:nvGrpSpPr>
          <p:cNvPr id="16" name="Google Shape;16;p1"/>
          <p:cNvGrpSpPr/>
          <p:nvPr/>
        </p:nvGrpSpPr>
        <p:grpSpPr>
          <a:xfrm>
            <a:off x="7772401" y="4853350"/>
            <a:ext cx="914400" cy="204717"/>
            <a:chOff x="5137" y="4139"/>
            <a:chExt cx="335" cy="75"/>
          </a:xfrm>
        </p:grpSpPr>
        <p:sp>
          <p:nvSpPr>
            <p:cNvPr id="17" name="Google Shape;17;p1"/>
            <p:cNvSpPr/>
            <p:nvPr/>
          </p:nvSpPr>
          <p:spPr>
            <a:xfrm>
              <a:off x="5137" y="4139"/>
              <a:ext cx="324" cy="75"/>
            </a:xfrm>
            <a:custGeom>
              <a:avLst/>
              <a:gdLst/>
              <a:ahLst/>
              <a:cxnLst/>
              <a:rect l="l" t="t" r="r" b="b"/>
              <a:pathLst>
                <a:path w="3745" h="863" extrusionOk="0">
                  <a:moveTo>
                    <a:pt x="660" y="0"/>
                  </a:moveTo>
                  <a:lnTo>
                    <a:pt x="660" y="0"/>
                  </a:lnTo>
                  <a:lnTo>
                    <a:pt x="22" y="0"/>
                  </a:lnTo>
                  <a:lnTo>
                    <a:pt x="0" y="73"/>
                  </a:lnTo>
                  <a:lnTo>
                    <a:pt x="292" y="73"/>
                  </a:lnTo>
                  <a:lnTo>
                    <a:pt x="292" y="804"/>
                  </a:lnTo>
                  <a:cubicBezTo>
                    <a:pt x="292" y="843"/>
                    <a:pt x="316" y="863"/>
                    <a:pt x="360" y="863"/>
                  </a:cubicBezTo>
                  <a:lnTo>
                    <a:pt x="399" y="863"/>
                  </a:lnTo>
                  <a:lnTo>
                    <a:pt x="399" y="73"/>
                  </a:lnTo>
                  <a:lnTo>
                    <a:pt x="637" y="73"/>
                  </a:lnTo>
                  <a:lnTo>
                    <a:pt x="660" y="0"/>
                  </a:lnTo>
                  <a:lnTo>
                    <a:pt x="660" y="0"/>
                  </a:lnTo>
                  <a:close/>
                  <a:moveTo>
                    <a:pt x="2673" y="181"/>
                  </a:moveTo>
                  <a:lnTo>
                    <a:pt x="2673" y="181"/>
                  </a:lnTo>
                  <a:cubicBezTo>
                    <a:pt x="2647" y="181"/>
                    <a:pt x="2626" y="190"/>
                    <a:pt x="2621" y="203"/>
                  </a:cubicBezTo>
                  <a:lnTo>
                    <a:pt x="2408" y="768"/>
                  </a:lnTo>
                  <a:lnTo>
                    <a:pt x="2448" y="768"/>
                  </a:lnTo>
                  <a:cubicBezTo>
                    <a:pt x="2491" y="768"/>
                    <a:pt x="2509" y="764"/>
                    <a:pt x="2522" y="729"/>
                  </a:cubicBezTo>
                  <a:lnTo>
                    <a:pt x="2570" y="596"/>
                  </a:lnTo>
                  <a:lnTo>
                    <a:pt x="2698" y="596"/>
                  </a:lnTo>
                  <a:lnTo>
                    <a:pt x="2679" y="533"/>
                  </a:lnTo>
                  <a:lnTo>
                    <a:pt x="2590" y="533"/>
                  </a:lnTo>
                  <a:lnTo>
                    <a:pt x="2669" y="310"/>
                  </a:lnTo>
                  <a:lnTo>
                    <a:pt x="2812" y="729"/>
                  </a:lnTo>
                  <a:cubicBezTo>
                    <a:pt x="2824" y="764"/>
                    <a:pt x="2845" y="768"/>
                    <a:pt x="2891" y="768"/>
                  </a:cubicBezTo>
                  <a:lnTo>
                    <a:pt x="2941" y="768"/>
                  </a:lnTo>
                  <a:lnTo>
                    <a:pt x="2725" y="203"/>
                  </a:lnTo>
                  <a:cubicBezTo>
                    <a:pt x="2720" y="190"/>
                    <a:pt x="2697" y="181"/>
                    <a:pt x="2673" y="181"/>
                  </a:cubicBezTo>
                  <a:close/>
                  <a:moveTo>
                    <a:pt x="3529" y="203"/>
                  </a:moveTo>
                  <a:lnTo>
                    <a:pt x="3529" y="203"/>
                  </a:lnTo>
                  <a:cubicBezTo>
                    <a:pt x="3524" y="190"/>
                    <a:pt x="3501" y="181"/>
                    <a:pt x="3477" y="181"/>
                  </a:cubicBezTo>
                  <a:cubicBezTo>
                    <a:pt x="3451" y="181"/>
                    <a:pt x="3430" y="190"/>
                    <a:pt x="3425" y="203"/>
                  </a:cubicBezTo>
                  <a:lnTo>
                    <a:pt x="3212" y="768"/>
                  </a:lnTo>
                  <a:lnTo>
                    <a:pt x="3252" y="768"/>
                  </a:lnTo>
                  <a:cubicBezTo>
                    <a:pt x="3294" y="768"/>
                    <a:pt x="3313" y="764"/>
                    <a:pt x="3326" y="729"/>
                  </a:cubicBezTo>
                  <a:lnTo>
                    <a:pt x="3374" y="596"/>
                  </a:lnTo>
                  <a:lnTo>
                    <a:pt x="3502" y="596"/>
                  </a:lnTo>
                  <a:lnTo>
                    <a:pt x="3483" y="533"/>
                  </a:lnTo>
                  <a:lnTo>
                    <a:pt x="3394" y="533"/>
                  </a:lnTo>
                  <a:lnTo>
                    <a:pt x="3473" y="310"/>
                  </a:lnTo>
                  <a:lnTo>
                    <a:pt x="3616" y="729"/>
                  </a:lnTo>
                  <a:cubicBezTo>
                    <a:pt x="3628" y="764"/>
                    <a:pt x="3649" y="768"/>
                    <a:pt x="3695" y="768"/>
                  </a:cubicBezTo>
                  <a:lnTo>
                    <a:pt x="3745" y="768"/>
                  </a:lnTo>
                  <a:lnTo>
                    <a:pt x="3529" y="203"/>
                  </a:lnTo>
                  <a:lnTo>
                    <a:pt x="3529" y="203"/>
                  </a:lnTo>
                  <a:close/>
                  <a:moveTo>
                    <a:pt x="1655" y="181"/>
                  </a:moveTo>
                  <a:lnTo>
                    <a:pt x="1655" y="181"/>
                  </a:lnTo>
                  <a:cubicBezTo>
                    <a:pt x="1630" y="181"/>
                    <a:pt x="1608" y="190"/>
                    <a:pt x="1603" y="203"/>
                  </a:cubicBezTo>
                  <a:lnTo>
                    <a:pt x="1399" y="746"/>
                  </a:lnTo>
                  <a:lnTo>
                    <a:pt x="1247" y="515"/>
                  </a:lnTo>
                  <a:cubicBezTo>
                    <a:pt x="1327" y="501"/>
                    <a:pt x="1374" y="459"/>
                    <a:pt x="1374" y="387"/>
                  </a:cubicBezTo>
                  <a:lnTo>
                    <a:pt x="1374" y="336"/>
                  </a:lnTo>
                  <a:cubicBezTo>
                    <a:pt x="1374" y="232"/>
                    <a:pt x="1277" y="189"/>
                    <a:pt x="1149" y="189"/>
                  </a:cubicBezTo>
                  <a:lnTo>
                    <a:pt x="969" y="189"/>
                  </a:lnTo>
                  <a:lnTo>
                    <a:pt x="969" y="704"/>
                  </a:lnTo>
                  <a:lnTo>
                    <a:pt x="737" y="704"/>
                  </a:lnTo>
                  <a:cubicBezTo>
                    <a:pt x="646" y="704"/>
                    <a:pt x="625" y="684"/>
                    <a:pt x="625" y="590"/>
                  </a:cubicBezTo>
                  <a:lnTo>
                    <a:pt x="625" y="488"/>
                  </a:lnTo>
                  <a:lnTo>
                    <a:pt x="797" y="488"/>
                  </a:lnTo>
                  <a:lnTo>
                    <a:pt x="816" y="424"/>
                  </a:lnTo>
                  <a:lnTo>
                    <a:pt x="625" y="424"/>
                  </a:lnTo>
                  <a:lnTo>
                    <a:pt x="625" y="253"/>
                  </a:lnTo>
                  <a:lnTo>
                    <a:pt x="878" y="253"/>
                  </a:lnTo>
                  <a:lnTo>
                    <a:pt x="897" y="189"/>
                  </a:lnTo>
                  <a:lnTo>
                    <a:pt x="520" y="189"/>
                  </a:lnTo>
                  <a:lnTo>
                    <a:pt x="520" y="590"/>
                  </a:lnTo>
                  <a:cubicBezTo>
                    <a:pt x="520" y="724"/>
                    <a:pt x="552" y="768"/>
                    <a:pt x="735" y="768"/>
                  </a:cubicBezTo>
                  <a:lnTo>
                    <a:pt x="1074" y="766"/>
                  </a:lnTo>
                  <a:lnTo>
                    <a:pt x="1074" y="253"/>
                  </a:lnTo>
                  <a:lnTo>
                    <a:pt x="1149" y="253"/>
                  </a:lnTo>
                  <a:cubicBezTo>
                    <a:pt x="1230" y="253"/>
                    <a:pt x="1271" y="282"/>
                    <a:pt x="1271" y="337"/>
                  </a:cubicBezTo>
                  <a:lnTo>
                    <a:pt x="1271" y="387"/>
                  </a:lnTo>
                  <a:cubicBezTo>
                    <a:pt x="1271" y="443"/>
                    <a:pt x="1220" y="461"/>
                    <a:pt x="1157" y="461"/>
                  </a:cubicBezTo>
                  <a:lnTo>
                    <a:pt x="1110" y="461"/>
                  </a:lnTo>
                  <a:lnTo>
                    <a:pt x="1269" y="733"/>
                  </a:lnTo>
                  <a:cubicBezTo>
                    <a:pt x="1287" y="765"/>
                    <a:pt x="1296" y="768"/>
                    <a:pt x="1338" y="768"/>
                  </a:cubicBezTo>
                  <a:lnTo>
                    <a:pt x="1430" y="768"/>
                  </a:lnTo>
                  <a:cubicBezTo>
                    <a:pt x="1473" y="768"/>
                    <a:pt x="1492" y="764"/>
                    <a:pt x="1505" y="729"/>
                  </a:cubicBezTo>
                  <a:lnTo>
                    <a:pt x="1552" y="596"/>
                  </a:lnTo>
                  <a:lnTo>
                    <a:pt x="1680" y="596"/>
                  </a:lnTo>
                  <a:lnTo>
                    <a:pt x="1661" y="533"/>
                  </a:lnTo>
                  <a:lnTo>
                    <a:pt x="1573" y="533"/>
                  </a:lnTo>
                  <a:lnTo>
                    <a:pt x="1652" y="310"/>
                  </a:lnTo>
                  <a:lnTo>
                    <a:pt x="1795" y="729"/>
                  </a:lnTo>
                  <a:cubicBezTo>
                    <a:pt x="1807" y="764"/>
                    <a:pt x="1827" y="768"/>
                    <a:pt x="1873" y="768"/>
                  </a:cubicBezTo>
                  <a:lnTo>
                    <a:pt x="1923" y="768"/>
                  </a:lnTo>
                  <a:lnTo>
                    <a:pt x="1707" y="203"/>
                  </a:lnTo>
                  <a:cubicBezTo>
                    <a:pt x="1702" y="190"/>
                    <a:pt x="1679" y="181"/>
                    <a:pt x="1655" y="181"/>
                  </a:cubicBezTo>
                  <a:close/>
                  <a:moveTo>
                    <a:pt x="2304" y="530"/>
                  </a:moveTo>
                  <a:lnTo>
                    <a:pt x="2304" y="530"/>
                  </a:lnTo>
                  <a:cubicBezTo>
                    <a:pt x="2304" y="647"/>
                    <a:pt x="2266" y="704"/>
                    <a:pt x="2162" y="704"/>
                  </a:cubicBezTo>
                  <a:lnTo>
                    <a:pt x="2068" y="704"/>
                  </a:lnTo>
                  <a:lnTo>
                    <a:pt x="2068" y="253"/>
                  </a:lnTo>
                  <a:lnTo>
                    <a:pt x="2159" y="253"/>
                  </a:lnTo>
                  <a:cubicBezTo>
                    <a:pt x="2266" y="253"/>
                    <a:pt x="2304" y="316"/>
                    <a:pt x="2304" y="433"/>
                  </a:cubicBezTo>
                  <a:lnTo>
                    <a:pt x="2304" y="530"/>
                  </a:lnTo>
                  <a:lnTo>
                    <a:pt x="2304" y="530"/>
                  </a:lnTo>
                  <a:close/>
                  <a:moveTo>
                    <a:pt x="2409" y="432"/>
                  </a:moveTo>
                  <a:lnTo>
                    <a:pt x="2409" y="432"/>
                  </a:lnTo>
                  <a:cubicBezTo>
                    <a:pt x="2409" y="270"/>
                    <a:pt x="2326" y="189"/>
                    <a:pt x="2159" y="189"/>
                  </a:cubicBezTo>
                  <a:lnTo>
                    <a:pt x="1963" y="189"/>
                  </a:lnTo>
                  <a:lnTo>
                    <a:pt x="1963" y="709"/>
                  </a:lnTo>
                  <a:cubicBezTo>
                    <a:pt x="1963" y="748"/>
                    <a:pt x="1984" y="768"/>
                    <a:pt x="2029" y="768"/>
                  </a:cubicBezTo>
                  <a:lnTo>
                    <a:pt x="2159" y="768"/>
                  </a:lnTo>
                  <a:lnTo>
                    <a:pt x="2180" y="767"/>
                  </a:lnTo>
                  <a:cubicBezTo>
                    <a:pt x="2337" y="761"/>
                    <a:pt x="2409" y="693"/>
                    <a:pt x="2409" y="530"/>
                  </a:cubicBezTo>
                  <a:lnTo>
                    <a:pt x="2409" y="432"/>
                  </a:lnTo>
                  <a:lnTo>
                    <a:pt x="2409" y="432"/>
                  </a:lnTo>
                  <a:close/>
                  <a:moveTo>
                    <a:pt x="3332" y="190"/>
                  </a:moveTo>
                  <a:lnTo>
                    <a:pt x="3332" y="190"/>
                  </a:lnTo>
                  <a:lnTo>
                    <a:pt x="2851" y="190"/>
                  </a:lnTo>
                  <a:lnTo>
                    <a:pt x="2831" y="254"/>
                  </a:lnTo>
                  <a:lnTo>
                    <a:pt x="3028" y="254"/>
                  </a:lnTo>
                  <a:lnTo>
                    <a:pt x="3028" y="710"/>
                  </a:lnTo>
                  <a:cubicBezTo>
                    <a:pt x="3028" y="749"/>
                    <a:pt x="3052" y="768"/>
                    <a:pt x="3096" y="768"/>
                  </a:cubicBezTo>
                  <a:lnTo>
                    <a:pt x="3135" y="768"/>
                  </a:lnTo>
                  <a:lnTo>
                    <a:pt x="3135" y="254"/>
                  </a:lnTo>
                  <a:lnTo>
                    <a:pt x="3313" y="254"/>
                  </a:lnTo>
                  <a:lnTo>
                    <a:pt x="3332" y="19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3C3C3B"/>
                </a:solidFill>
                <a:latin typeface="Century Gothic"/>
                <a:ea typeface="Century Gothic"/>
                <a:cs typeface="Century Gothic"/>
                <a:sym typeface="Century Gothic"/>
              </a:endParaRPr>
            </a:p>
          </p:txBody>
        </p:sp>
        <p:sp>
          <p:nvSpPr>
            <p:cNvPr id="18" name="Google Shape;18;p1"/>
            <p:cNvSpPr/>
            <p:nvPr/>
          </p:nvSpPr>
          <p:spPr>
            <a:xfrm>
              <a:off x="5464" y="4197"/>
              <a:ext cx="8" cy="9"/>
            </a:xfrm>
            <a:custGeom>
              <a:avLst/>
              <a:gdLst/>
              <a:ahLst/>
              <a:cxnLst/>
              <a:rect l="l" t="t" r="r" b="b"/>
              <a:pathLst>
                <a:path w="99" h="98" extrusionOk="0">
                  <a:moveTo>
                    <a:pt x="59" y="30"/>
                  </a:moveTo>
                  <a:lnTo>
                    <a:pt x="59" y="30"/>
                  </a:lnTo>
                  <a:cubicBezTo>
                    <a:pt x="57" y="29"/>
                    <a:pt x="53" y="28"/>
                    <a:pt x="47" y="28"/>
                  </a:cubicBezTo>
                  <a:lnTo>
                    <a:pt x="39" y="28"/>
                  </a:lnTo>
                  <a:lnTo>
                    <a:pt x="39" y="48"/>
                  </a:lnTo>
                  <a:lnTo>
                    <a:pt x="48" y="48"/>
                  </a:lnTo>
                  <a:cubicBezTo>
                    <a:pt x="52" y="48"/>
                    <a:pt x="55" y="47"/>
                    <a:pt x="57" y="46"/>
                  </a:cubicBezTo>
                  <a:cubicBezTo>
                    <a:pt x="61" y="45"/>
                    <a:pt x="63" y="42"/>
                    <a:pt x="63" y="38"/>
                  </a:cubicBezTo>
                  <a:cubicBezTo>
                    <a:pt x="63" y="34"/>
                    <a:pt x="61" y="31"/>
                    <a:pt x="59" y="30"/>
                  </a:cubicBezTo>
                  <a:close/>
                  <a:moveTo>
                    <a:pt x="49" y="22"/>
                  </a:moveTo>
                  <a:lnTo>
                    <a:pt x="49" y="22"/>
                  </a:lnTo>
                  <a:cubicBezTo>
                    <a:pt x="55" y="22"/>
                    <a:pt x="60" y="22"/>
                    <a:pt x="63" y="23"/>
                  </a:cubicBezTo>
                  <a:cubicBezTo>
                    <a:pt x="69" y="26"/>
                    <a:pt x="72" y="30"/>
                    <a:pt x="72" y="37"/>
                  </a:cubicBezTo>
                  <a:cubicBezTo>
                    <a:pt x="72" y="42"/>
                    <a:pt x="70" y="46"/>
                    <a:pt x="66" y="48"/>
                  </a:cubicBezTo>
                  <a:cubicBezTo>
                    <a:pt x="65" y="49"/>
                    <a:pt x="62" y="50"/>
                    <a:pt x="59" y="51"/>
                  </a:cubicBezTo>
                  <a:cubicBezTo>
                    <a:pt x="63" y="51"/>
                    <a:pt x="66" y="53"/>
                    <a:pt x="68" y="56"/>
                  </a:cubicBezTo>
                  <a:cubicBezTo>
                    <a:pt x="70" y="59"/>
                    <a:pt x="71" y="62"/>
                    <a:pt x="71" y="64"/>
                  </a:cubicBezTo>
                  <a:lnTo>
                    <a:pt x="71" y="68"/>
                  </a:lnTo>
                  <a:cubicBezTo>
                    <a:pt x="71" y="69"/>
                    <a:pt x="71" y="71"/>
                    <a:pt x="71" y="72"/>
                  </a:cubicBezTo>
                  <a:cubicBezTo>
                    <a:pt x="71" y="74"/>
                    <a:pt x="71" y="75"/>
                    <a:pt x="72" y="75"/>
                  </a:cubicBezTo>
                  <a:lnTo>
                    <a:pt x="72" y="76"/>
                  </a:lnTo>
                  <a:lnTo>
                    <a:pt x="63" y="76"/>
                  </a:lnTo>
                  <a:cubicBezTo>
                    <a:pt x="63" y="76"/>
                    <a:pt x="63" y="75"/>
                    <a:pt x="63" y="75"/>
                  </a:cubicBezTo>
                  <a:cubicBezTo>
                    <a:pt x="63" y="75"/>
                    <a:pt x="63" y="75"/>
                    <a:pt x="63" y="75"/>
                  </a:cubicBezTo>
                  <a:lnTo>
                    <a:pt x="62" y="73"/>
                  </a:lnTo>
                  <a:lnTo>
                    <a:pt x="62" y="69"/>
                  </a:lnTo>
                  <a:cubicBezTo>
                    <a:pt x="62" y="62"/>
                    <a:pt x="61" y="58"/>
                    <a:pt x="57" y="56"/>
                  </a:cubicBezTo>
                  <a:cubicBezTo>
                    <a:pt x="55" y="55"/>
                    <a:pt x="52" y="54"/>
                    <a:pt x="47" y="54"/>
                  </a:cubicBezTo>
                  <a:lnTo>
                    <a:pt x="39" y="54"/>
                  </a:lnTo>
                  <a:lnTo>
                    <a:pt x="39" y="76"/>
                  </a:lnTo>
                  <a:lnTo>
                    <a:pt x="30" y="76"/>
                  </a:lnTo>
                  <a:lnTo>
                    <a:pt x="30" y="22"/>
                  </a:lnTo>
                  <a:lnTo>
                    <a:pt x="49" y="22"/>
                  </a:lnTo>
                  <a:lnTo>
                    <a:pt x="49" y="22"/>
                  </a:lnTo>
                  <a:close/>
                  <a:moveTo>
                    <a:pt x="20" y="19"/>
                  </a:moveTo>
                  <a:lnTo>
                    <a:pt x="20" y="19"/>
                  </a:lnTo>
                  <a:cubicBezTo>
                    <a:pt x="11" y="27"/>
                    <a:pt x="7" y="37"/>
                    <a:pt x="7" y="49"/>
                  </a:cubicBezTo>
                  <a:cubicBezTo>
                    <a:pt x="7" y="61"/>
                    <a:pt x="11" y="71"/>
                    <a:pt x="20" y="79"/>
                  </a:cubicBezTo>
                  <a:cubicBezTo>
                    <a:pt x="28" y="87"/>
                    <a:pt x="38" y="92"/>
                    <a:pt x="50" y="92"/>
                  </a:cubicBezTo>
                  <a:cubicBezTo>
                    <a:pt x="61" y="92"/>
                    <a:pt x="71" y="87"/>
                    <a:pt x="80" y="79"/>
                  </a:cubicBezTo>
                  <a:cubicBezTo>
                    <a:pt x="88" y="71"/>
                    <a:pt x="92" y="61"/>
                    <a:pt x="92" y="49"/>
                  </a:cubicBezTo>
                  <a:cubicBezTo>
                    <a:pt x="92" y="37"/>
                    <a:pt x="88" y="27"/>
                    <a:pt x="80" y="19"/>
                  </a:cubicBezTo>
                  <a:cubicBezTo>
                    <a:pt x="71" y="10"/>
                    <a:pt x="61" y="6"/>
                    <a:pt x="50" y="6"/>
                  </a:cubicBezTo>
                  <a:cubicBezTo>
                    <a:pt x="38" y="6"/>
                    <a:pt x="28" y="10"/>
                    <a:pt x="20" y="19"/>
                  </a:cubicBezTo>
                  <a:close/>
                  <a:moveTo>
                    <a:pt x="85" y="84"/>
                  </a:moveTo>
                  <a:lnTo>
                    <a:pt x="85" y="84"/>
                  </a:lnTo>
                  <a:cubicBezTo>
                    <a:pt x="75" y="94"/>
                    <a:pt x="63" y="98"/>
                    <a:pt x="50" y="98"/>
                  </a:cubicBezTo>
                  <a:cubicBezTo>
                    <a:pt x="36" y="98"/>
                    <a:pt x="24" y="94"/>
                    <a:pt x="15" y="84"/>
                  </a:cubicBezTo>
                  <a:cubicBezTo>
                    <a:pt x="5" y="74"/>
                    <a:pt x="0" y="63"/>
                    <a:pt x="0" y="49"/>
                  </a:cubicBezTo>
                  <a:cubicBezTo>
                    <a:pt x="0" y="35"/>
                    <a:pt x="5" y="24"/>
                    <a:pt x="15" y="14"/>
                  </a:cubicBezTo>
                  <a:cubicBezTo>
                    <a:pt x="24" y="4"/>
                    <a:pt x="36" y="0"/>
                    <a:pt x="50" y="0"/>
                  </a:cubicBezTo>
                  <a:cubicBezTo>
                    <a:pt x="63" y="0"/>
                    <a:pt x="75" y="4"/>
                    <a:pt x="85" y="14"/>
                  </a:cubicBezTo>
                  <a:cubicBezTo>
                    <a:pt x="94" y="24"/>
                    <a:pt x="99" y="35"/>
                    <a:pt x="99" y="49"/>
                  </a:cubicBezTo>
                  <a:cubicBezTo>
                    <a:pt x="99" y="63"/>
                    <a:pt x="94" y="74"/>
                    <a:pt x="85" y="84"/>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3C3C3B"/>
                </a:solidFill>
                <a:latin typeface="Century Gothic"/>
                <a:ea typeface="Century Gothic"/>
                <a:cs typeface="Century Gothic"/>
                <a:sym typeface="Century Gothic"/>
              </a:endParaRPr>
            </a:p>
          </p:txBody>
        </p:sp>
      </p:grpSp>
      <p:sp>
        <p:nvSpPr>
          <p:cNvPr id="19" name="Google Shape;19;p1"/>
          <p:cNvSpPr txBox="1"/>
          <p:nvPr/>
        </p:nvSpPr>
        <p:spPr>
          <a:xfrm>
            <a:off x="457200" y="4867275"/>
            <a:ext cx="3214489" cy="232042"/>
          </a:xfrm>
          <a:prstGeom prst="rect">
            <a:avLst/>
          </a:prstGeom>
          <a:noFill/>
          <a:ln>
            <a:noFill/>
          </a:ln>
        </p:spPr>
        <p:txBody>
          <a:bodyPr spcFirstLastPara="1" wrap="square" lIns="46800" tIns="45700" rIns="91425" bIns="45700" anchor="ctr" anchorCtr="0">
            <a:noAutofit/>
          </a:bodyPr>
          <a:lstStyle/>
          <a:p>
            <a:pPr marL="0" marR="0" lvl="0" indent="0" algn="l" rtl="0">
              <a:lnSpc>
                <a:spcPct val="100000"/>
              </a:lnSpc>
              <a:spcBef>
                <a:spcPts val="0"/>
              </a:spcBef>
              <a:spcAft>
                <a:spcPts val="0"/>
              </a:spcAft>
              <a:buClr>
                <a:schemeClr val="dk1"/>
              </a:buClr>
              <a:buSzPts val="800"/>
              <a:buFont typeface="Century Gothic"/>
              <a:buNone/>
            </a:pPr>
            <a:r>
              <a:rPr lang="en-GB" sz="800" b="0" baseline="30000">
                <a:solidFill>
                  <a:schemeClr val="dk1"/>
                </a:solidFill>
                <a:latin typeface="Century Gothic"/>
                <a:ea typeface="Century Gothic"/>
                <a:cs typeface="Century Gothic"/>
                <a:sym typeface="Century Gothic"/>
              </a:rPr>
              <a:t>© </a:t>
            </a:r>
            <a:r>
              <a:rPr lang="en-GB" sz="800" b="0">
                <a:solidFill>
                  <a:schemeClr val="dk1"/>
                </a:solidFill>
                <a:latin typeface="Century Gothic"/>
                <a:ea typeface="Century Gothic"/>
                <a:cs typeface="Century Gothic"/>
                <a:sym typeface="Century Gothic"/>
              </a:rPr>
              <a:t>2017 Teradata Confidential Information</a:t>
            </a:r>
            <a:endParaRPr/>
          </a:p>
          <a:p>
            <a:pPr marL="0" marR="0" lvl="0" indent="0" algn="l" rtl="0">
              <a:spcBef>
                <a:spcPts val="0"/>
              </a:spcBef>
              <a:spcAft>
                <a:spcPts val="0"/>
              </a:spcAft>
              <a:buNone/>
            </a:pPr>
            <a:endParaRPr sz="100" b="0">
              <a:solidFill>
                <a:srgbClr val="A2A2A2"/>
              </a:solidFill>
              <a:latin typeface="Century Gothic"/>
              <a:ea typeface="Century Gothic"/>
              <a:cs typeface="Century Gothic"/>
              <a:sym typeface="Century Gothic"/>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Lst>
  <p:transition spd="med">
    <p:fade/>
  </p:transition>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3" Type="http://schemas.openxmlformats.org/officeDocument/2006/relationships/slide" Target="slide19.xml"/><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3" Type="http://schemas.openxmlformats.org/officeDocument/2006/relationships/slide" Target="slide19.xml"/><Relationship Id="rId2" Type="http://schemas.openxmlformats.org/officeDocument/2006/relationships/notesSlide" Target="../notesSlides/notesSlide4.xml"/><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3" Type="http://schemas.openxmlformats.org/officeDocument/2006/relationships/slide" Target="slide19.xml"/><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3" Type="http://schemas.openxmlformats.org/officeDocument/2006/relationships/slide" Target="slide19.xml"/><Relationship Id="rId2" Type="http://schemas.openxmlformats.org/officeDocument/2006/relationships/notesSlide" Target="../notesSlides/notesSlide6.xml"/><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3" Type="http://schemas.openxmlformats.org/officeDocument/2006/relationships/slide" Target="slide19.xml"/><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3" Type="http://schemas.openxmlformats.org/officeDocument/2006/relationships/slide" Target="slide19.xml"/><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3" Type="http://schemas.openxmlformats.org/officeDocument/2006/relationships/slide" Target="slide19.xml"/><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3" Type="http://schemas.openxmlformats.org/officeDocument/2006/relationships/slide" Target="slide19.xml"/><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3" Type="http://schemas.openxmlformats.org/officeDocument/2006/relationships/slide" Target="slide19.xml"/><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3" Type="http://schemas.openxmlformats.org/officeDocument/2006/relationships/slide" Target="slide19.xml"/><Relationship Id="rId2" Type="http://schemas.openxmlformats.org/officeDocument/2006/relationships/notesSlide" Target="../notesSlides/notesSlide12.xml"/><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3" Type="http://schemas.openxmlformats.org/officeDocument/2006/relationships/slide" Target="slide19.xml"/><Relationship Id="rId2" Type="http://schemas.openxmlformats.org/officeDocument/2006/relationships/notesSlide" Target="../notesSlides/notesSlide13.xml"/><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3" Type="http://schemas.openxmlformats.org/officeDocument/2006/relationships/slide" Target="slide19.xml"/><Relationship Id="rId2" Type="http://schemas.openxmlformats.org/officeDocument/2006/relationships/notesSlide" Target="../notesSlides/notesSlide14.xml"/><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3" Type="http://schemas.openxmlformats.org/officeDocument/2006/relationships/slide" Target="slide19.xml"/><Relationship Id="rId2" Type="http://schemas.openxmlformats.org/officeDocument/2006/relationships/notesSlide" Target="../notesSlides/notesSlide15.xml"/><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3" Type="http://schemas.openxmlformats.org/officeDocument/2006/relationships/slide" Target="slide19.xml"/><Relationship Id="rId2" Type="http://schemas.openxmlformats.org/officeDocument/2006/relationships/notesSlide" Target="../notesSlides/notesSlide16.xml"/><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7.xml"/><Relationship Id="rId1" Type="http://schemas.openxmlformats.org/officeDocument/2006/relationships/slideLayout" Target="../slideLayouts/slideLayout12.xml"/><Relationship Id="rId4" Type="http://schemas.openxmlformats.org/officeDocument/2006/relationships/slide" Target="slide21.xml"/></Relationships>
</file>

<file path=ppt/slides/_rels/slide1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8.xml"/><Relationship Id="rId1" Type="http://schemas.openxmlformats.org/officeDocument/2006/relationships/slideLayout" Target="../slideLayouts/slideLayout6.xml"/><Relationship Id="rId4" Type="http://schemas.openxmlformats.org/officeDocument/2006/relationships/slide" Target="slide21.xml"/></Relationships>
</file>

<file path=ppt/slides/_rels/slide19.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9.xml"/><Relationship Id="rId1" Type="http://schemas.openxmlformats.org/officeDocument/2006/relationships/slideLayout" Target="../slideLayouts/slideLayout6.xml"/><Relationship Id="rId4" Type="http://schemas.openxmlformats.org/officeDocument/2006/relationships/slide" Target="slide2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1.xml"/><Relationship Id="rId1" Type="http://schemas.openxmlformats.org/officeDocument/2006/relationships/slideLayout" Target="../slideLayouts/slideLayout6.xml"/><Relationship Id="rId4" Type="http://schemas.openxmlformats.org/officeDocument/2006/relationships/slide" Target="slide2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000"/>
        <p:cNvGrpSpPr/>
        <p:nvPr/>
      </p:nvGrpSpPr>
      <p:grpSpPr>
        <a:xfrm>
          <a:off x="0" y="0"/>
          <a:ext cx="0" cy="0"/>
          <a:chOff x="0" y="0"/>
          <a:chExt cx="0" cy="0"/>
        </a:xfrm>
      </p:grpSpPr>
      <p:sp>
        <p:nvSpPr>
          <p:cNvPr id="2001" name="Title"/>
          <p:cNvSpPr txBox="1"/>
          <p:nvPr/>
        </p:nvSpPr>
        <p:spPr>
          <a:xfrm>
            <a:off x="350000" y="120000"/>
            <a:ext cx="8400000" cy="450000"/>
          </a:xfrm>
          <a:prstGeom prst="rect">
            <a:avLst/>
          </a:prstGeom>
          <a:noFill/>
          <a:ln>
            <a:noFill/>
          </a:ln>
        </p:spPr>
        <p:txBody>
          <a:bodyPr wrap="square" lIns="91440" tIns="45720" rIns="91440" bIns="45720" anchor="t" anchorCtr="0">
            <a:noAutofit/>
          </a:bodyPr>
          <a:lstStyle/>
          <a:p>
            <a:pPr marL="0" lvl="0" indent="0" algn="l" rtl="0">
              <a:spcBef>
                <a:spcPts val="0"/>
              </a:spcBef>
              <a:spcAft>
                <a:spcPts val="0"/>
              </a:spcAft>
              <a:buNone/>
            </a:pPr>
            <a:r>
              <a:rPr lang="en-GB" sz="1600" b="1">
                <a:solidFill>
                  <a:srgbClr val="0079DB"/>
                </a:solidFill>
                <a:latin typeface="Century Gothic"/>
                <a:ea typeface="Century Gothic"/>
                <a:cs typeface="Century Gothic"/>
              </a:rPr>
              <a:t>Customer Lifecycle &amp; Interaction Management — At a Glance</a:t>
            </a:r>
          </a:p>
        </p:txBody>
      </p:sp>
      <p:graphicFrame>
        <p:nvGraphicFramePr>
          <p:cNvPr id="2010" name="Table 1"/>
          <p:cNvGraphicFramePr>
            <a:graphicFrameLocks noGrp="1"/>
          </p:cNvGraphicFramePr>
          <p:nvPr/>
        </p:nvGraphicFramePr>
        <p:xfrm>
          <a:off x="350000" y="650000"/>
          <a:ext cx="8400000" cy="2560000"/>
        </p:xfrm>
        <a:graphic>
          <a:graphicData uri="http://schemas.openxmlformats.org/drawingml/2006/table">
            <a:tbl>
              <a:tblPr firstRow="1" bandRow="1"/>
              <a:tblGrid>
                <a:gridCol w="2200000">
                  <a:extLst>
                    <a:ext uri="{9D8B030D-6E8A-4147-A177-3AD203B41FA5}">
                      <a16:colId xmlns:a16="http://schemas.microsoft.com/office/drawing/2014/main" val="20000"/>
                    </a:ext>
                  </a:extLst>
                </a:gridCol>
                <a:gridCol w="1800000">
                  <a:extLst>
                    <a:ext uri="{9D8B030D-6E8A-4147-A177-3AD203B41FA5}">
                      <a16:colId xmlns:a16="http://schemas.microsoft.com/office/drawing/2014/main" val="20001"/>
                    </a:ext>
                  </a:extLst>
                </a:gridCol>
                <a:gridCol w="2000000">
                  <a:extLst>
                    <a:ext uri="{9D8B030D-6E8A-4147-A177-3AD203B41FA5}">
                      <a16:colId xmlns:a16="http://schemas.microsoft.com/office/drawing/2014/main" val="20002"/>
                    </a:ext>
                  </a:extLst>
                </a:gridCol>
                <a:gridCol w="2400000">
                  <a:extLst>
                    <a:ext uri="{9D8B030D-6E8A-4147-A177-3AD203B41FA5}">
                      <a16:colId xmlns:a16="http://schemas.microsoft.com/office/drawing/2014/main" val="20003"/>
                    </a:ext>
                  </a:extLst>
                </a:gridCol>
              </a:tblGrid>
              <a:tr h="320000">
                <a:tc>
                  <a:txBody>
                    <a:bodyPr/>
                    <a:lstStyle/>
                    <a:p>
                      <a:pPr algn="ctr"/>
                      <a:r>
                        <a:rPr lang="en-GB" sz="800" b="1">
                          <a:solidFill>
                            <a:srgbClr val="FFFFFF"/>
                          </a:solidFill>
                          <a:latin typeface="Century Gothic"/>
                        </a:rPr>
                        <a:t>Metric</a:t>
                      </a:r>
                    </a:p>
                  </a:txBody>
                  <a:tcPr marL="45720" marR="45720" marT="18288" marB="18288">
                    <a:solidFill>
                      <a:srgbClr val="0079DB"/>
                    </a:solidFill>
                  </a:tcPr>
                </a:tc>
                <a:tc>
                  <a:txBody>
                    <a:bodyPr/>
                    <a:lstStyle/>
                    <a:p>
                      <a:pPr algn="ctr"/>
                      <a:r>
                        <a:rPr lang="en-GB" sz="800" b="1">
                          <a:solidFill>
                            <a:srgbClr val="FFFFFF"/>
                          </a:solidFill>
                          <a:latin typeface="Century Gothic"/>
                        </a:rPr>
                        <a:t>Global</a:t>
                      </a:r>
                    </a:p>
                  </a:txBody>
                  <a:tcPr marL="45720" marR="45720" marT="18288" marB="18288">
                    <a:solidFill>
                      <a:srgbClr val="0079DB"/>
                    </a:solidFill>
                  </a:tcPr>
                </a:tc>
                <a:tc>
                  <a:txBody>
                    <a:bodyPr/>
                    <a:lstStyle/>
                    <a:p>
                      <a:pPr algn="ctr"/>
                      <a:r>
                        <a:rPr lang="en-GB" sz="800" b="1">
                          <a:solidFill>
                            <a:srgbClr val="FFFFFF"/>
                          </a:solidFill>
                          <a:latin typeface="Century Gothic"/>
                        </a:rPr>
                        <a:t>South Asia &amp; ME</a:t>
                      </a:r>
                    </a:p>
                  </a:txBody>
                  <a:tcPr marL="45720" marR="45720" marT="18288" marB="18288">
                    <a:solidFill>
                      <a:srgbClr val="0079DB"/>
                    </a:solidFill>
                  </a:tcPr>
                </a:tc>
                <a:tc>
                  <a:txBody>
                    <a:bodyPr/>
                    <a:lstStyle/>
                    <a:p>
                      <a:pPr algn="ctr"/>
                      <a:r>
                        <a:rPr lang="en-GB" sz="800" b="1">
                          <a:solidFill>
                            <a:srgbClr val="FFFFFF"/>
                          </a:solidFill>
                          <a:latin typeface="Century Gothic"/>
                        </a:rPr>
                        <a:t>Pakistan</a:t>
                      </a:r>
                    </a:p>
                  </a:txBody>
                  <a:tcPr marL="45720" marR="45720" marT="18288" marB="18288">
                    <a:solidFill>
                      <a:srgbClr val="0079DB"/>
                    </a:solidFill>
                  </a:tcPr>
                </a:tc>
                <a:extLst>
                  <a:ext uri="{0D108BD9-81ED-4DB2-BD59-A6C34878D82A}">
                    <a16:rowId xmlns:a16="http://schemas.microsoft.com/office/drawing/2014/main" val="10000"/>
                  </a:ext>
                </a:extLst>
              </a:tr>
              <a:tr h="320000">
                <a:tc>
                  <a:txBody>
                    <a:bodyPr/>
                    <a:lstStyle/>
                    <a:p>
                      <a:pPr algn="l"/>
                      <a:r>
                        <a:rPr lang="en-GB" sz="750" b="1">
                          <a:solidFill>
                            <a:srgbClr val="333333"/>
                          </a:solidFill>
                          <a:latin typeface="Century Gothic"/>
                        </a:rPr>
                        <a:t>Digital onboarding rate</a:t>
                      </a:r>
                    </a:p>
                  </a:txBody>
                  <a:tcPr marL="45720" marR="45720" marT="18288" marB="18288">
                    <a:solidFill>
                      <a:srgbClr val="F2F7FC"/>
                    </a:solidFill>
                  </a:tcPr>
                </a:tc>
                <a:tc>
                  <a:txBody>
                    <a:bodyPr/>
                    <a:lstStyle/>
                    <a:p>
                      <a:pPr algn="ctr"/>
                      <a:r>
                        <a:rPr lang="en-GB" sz="750">
                          <a:solidFill>
                            <a:srgbClr val="333333"/>
                          </a:solidFill>
                          <a:latin typeface="Century Gothic"/>
                        </a:rPr>
                        <a:t>65%+ of new accounts</a:t>
                      </a:r>
                    </a:p>
                  </a:txBody>
                  <a:tcPr marL="45720" marR="45720" marT="18288" marB="18288">
                    <a:solidFill>
                      <a:srgbClr val="F2F7FC"/>
                    </a:solidFill>
                  </a:tcPr>
                </a:tc>
                <a:tc>
                  <a:txBody>
                    <a:bodyPr/>
                    <a:lstStyle/>
                    <a:p>
                      <a:pPr algn="ctr"/>
                      <a:r>
                        <a:rPr lang="en-GB" sz="750">
                          <a:solidFill>
                            <a:srgbClr val="333333"/>
                          </a:solidFill>
                          <a:latin typeface="Century Gothic"/>
                        </a:rPr>
                        <a:t>30-40% (urban)</a:t>
                      </a:r>
                    </a:p>
                  </a:txBody>
                  <a:tcPr marL="45720" marR="45720" marT="18288" marB="18288">
                    <a:solidFill>
                      <a:srgbClr val="F2F7FC"/>
                    </a:solidFill>
                  </a:tcPr>
                </a:tc>
                <a:tc>
                  <a:txBody>
                    <a:bodyPr/>
                    <a:lstStyle/>
                    <a:p>
                      <a:pPr algn="ctr"/>
                      <a:r>
                        <a:rPr lang="en-GB" sz="750">
                          <a:solidFill>
                            <a:srgbClr val="C55A11"/>
                          </a:solidFill>
                          <a:latin typeface="Century Gothic"/>
                        </a:rPr>
                        <a:t>&lt;15% (mostly fintech-led)</a:t>
                      </a:r>
                    </a:p>
                  </a:txBody>
                  <a:tcPr marL="45720" marR="45720" marT="18288" marB="18288">
                    <a:solidFill>
                      <a:srgbClr val="F2F7FC"/>
                    </a:solidFill>
                  </a:tcPr>
                </a:tc>
                <a:extLst>
                  <a:ext uri="{0D108BD9-81ED-4DB2-BD59-A6C34878D82A}">
                    <a16:rowId xmlns:a16="http://schemas.microsoft.com/office/drawing/2014/main" val="10001"/>
                  </a:ext>
                </a:extLst>
              </a:tr>
              <a:tr h="320000">
                <a:tc>
                  <a:txBody>
                    <a:bodyPr/>
                    <a:lstStyle/>
                    <a:p>
                      <a:pPr algn="l"/>
                      <a:r>
                        <a:rPr lang="en-GB" sz="750" b="1">
                          <a:solidFill>
                            <a:srgbClr val="333333"/>
                          </a:solidFill>
                          <a:latin typeface="Century Gothic"/>
                        </a:rPr>
                        <a:t>Avg products/customer</a:t>
                      </a:r>
                    </a:p>
                  </a:txBody>
                  <a:tcPr marL="45720" marR="45720" marT="18288" marB="18288">
                    <a:solidFill>
                      <a:srgbClr val="FFFFFF"/>
                    </a:solidFill>
                  </a:tcPr>
                </a:tc>
                <a:tc>
                  <a:txBody>
                    <a:bodyPr/>
                    <a:lstStyle/>
                    <a:p>
                      <a:pPr algn="ctr"/>
                      <a:r>
                        <a:rPr lang="en-GB" sz="750">
                          <a:solidFill>
                            <a:srgbClr val="333333"/>
                          </a:solidFill>
                          <a:latin typeface="Century Gothic"/>
                        </a:rPr>
                        <a:t>4-5 (mature banks)</a:t>
                      </a:r>
                    </a:p>
                  </a:txBody>
                  <a:tcPr marL="45720" marR="45720" marT="18288" marB="18288">
                    <a:solidFill>
                      <a:srgbClr val="FFFFFF"/>
                    </a:solidFill>
                  </a:tcPr>
                </a:tc>
                <a:tc>
                  <a:txBody>
                    <a:bodyPr/>
                    <a:lstStyle/>
                    <a:p>
                      <a:pPr algn="ctr"/>
                      <a:r>
                        <a:rPr lang="en-GB" sz="750">
                          <a:solidFill>
                            <a:srgbClr val="333333"/>
                          </a:solidFill>
                          <a:latin typeface="Century Gothic"/>
                        </a:rPr>
                        <a:t>2.5-3.0</a:t>
                      </a:r>
                    </a:p>
                  </a:txBody>
                  <a:tcPr marL="45720" marR="45720" marT="18288" marB="18288">
                    <a:solidFill>
                      <a:srgbClr val="FFFFFF"/>
                    </a:solidFill>
                  </a:tcPr>
                </a:tc>
                <a:tc>
                  <a:txBody>
                    <a:bodyPr/>
                    <a:lstStyle/>
                    <a:p>
                      <a:pPr algn="ctr"/>
                      <a:r>
                        <a:rPr lang="en-GB" sz="750">
                          <a:solidFill>
                            <a:srgbClr val="C55A11"/>
                          </a:solidFill>
                          <a:latin typeface="Century Gothic"/>
                        </a:rPr>
                        <a:t>1.8 (massive cross-sell gap)</a:t>
                      </a:r>
                    </a:p>
                  </a:txBody>
                  <a:tcPr marL="45720" marR="45720" marT="18288" marB="18288">
                    <a:solidFill>
                      <a:srgbClr val="FFFFFF"/>
                    </a:solidFill>
                  </a:tcPr>
                </a:tc>
                <a:extLst>
                  <a:ext uri="{0D108BD9-81ED-4DB2-BD59-A6C34878D82A}">
                    <a16:rowId xmlns:a16="http://schemas.microsoft.com/office/drawing/2014/main" val="10002"/>
                  </a:ext>
                </a:extLst>
              </a:tr>
              <a:tr h="320000">
                <a:tc>
                  <a:txBody>
                    <a:bodyPr/>
                    <a:lstStyle/>
                    <a:p>
                      <a:pPr algn="l"/>
                      <a:r>
                        <a:rPr lang="en-GB" sz="750" b="1">
                          <a:solidFill>
                            <a:srgbClr val="333333"/>
                          </a:solidFill>
                          <a:latin typeface="Century Gothic"/>
                        </a:rPr>
                        <a:t>Annual churn rate</a:t>
                      </a:r>
                    </a:p>
                  </a:txBody>
                  <a:tcPr marL="45720" marR="45720" marT="18288" marB="18288">
                    <a:solidFill>
                      <a:srgbClr val="F2F7FC"/>
                    </a:solidFill>
                  </a:tcPr>
                </a:tc>
                <a:tc>
                  <a:txBody>
                    <a:bodyPr/>
                    <a:lstStyle/>
                    <a:p>
                      <a:pPr algn="ctr"/>
                      <a:r>
                        <a:rPr lang="en-GB" sz="750">
                          <a:solidFill>
                            <a:srgbClr val="333333"/>
                          </a:solidFill>
                          <a:latin typeface="Century Gothic"/>
                        </a:rPr>
                        <a:t>10-15%</a:t>
                      </a:r>
                    </a:p>
                  </a:txBody>
                  <a:tcPr marL="45720" marR="45720" marT="18288" marB="18288">
                    <a:solidFill>
                      <a:srgbClr val="F2F7FC"/>
                    </a:solidFill>
                  </a:tcPr>
                </a:tc>
                <a:tc>
                  <a:txBody>
                    <a:bodyPr/>
                    <a:lstStyle/>
                    <a:p>
                      <a:pPr algn="ctr"/>
                      <a:r>
                        <a:rPr lang="en-GB" sz="750">
                          <a:solidFill>
                            <a:srgbClr val="333333"/>
                          </a:solidFill>
                          <a:latin typeface="Century Gothic"/>
                        </a:rPr>
                        <a:t>15-25%</a:t>
                      </a:r>
                    </a:p>
                  </a:txBody>
                  <a:tcPr marL="45720" marR="45720" marT="18288" marB="18288">
                    <a:solidFill>
                      <a:srgbClr val="F2F7FC"/>
                    </a:solidFill>
                  </a:tcPr>
                </a:tc>
                <a:tc>
                  <a:txBody>
                    <a:bodyPr/>
                    <a:lstStyle/>
                    <a:p>
                      <a:pPr algn="ctr"/>
                      <a:r>
                        <a:rPr lang="en-GB" sz="750">
                          <a:solidFill>
                            <a:srgbClr val="C55A11"/>
                          </a:solidFill>
                          <a:latin typeface="Century Gothic"/>
                        </a:rPr>
                        <a:t>20-30% (salary switching)</a:t>
                      </a:r>
                    </a:p>
                  </a:txBody>
                  <a:tcPr marL="45720" marR="45720" marT="18288" marB="18288">
                    <a:solidFill>
                      <a:srgbClr val="F2F7FC"/>
                    </a:solidFill>
                  </a:tcPr>
                </a:tc>
                <a:extLst>
                  <a:ext uri="{0D108BD9-81ED-4DB2-BD59-A6C34878D82A}">
                    <a16:rowId xmlns:a16="http://schemas.microsoft.com/office/drawing/2014/main" val="10003"/>
                  </a:ext>
                </a:extLst>
              </a:tr>
              <a:tr h="320000">
                <a:tc>
                  <a:txBody>
                    <a:bodyPr/>
                    <a:lstStyle/>
                    <a:p>
                      <a:pPr algn="l"/>
                      <a:r>
                        <a:rPr lang="en-GB" sz="750" b="1">
                          <a:solidFill>
                            <a:srgbClr val="333333"/>
                          </a:solidFill>
                          <a:latin typeface="Century Gothic"/>
                        </a:rPr>
                        <a:t>Dormant account rate</a:t>
                      </a:r>
                    </a:p>
                  </a:txBody>
                  <a:tcPr marL="45720" marR="45720" marT="18288" marB="18288">
                    <a:solidFill>
                      <a:srgbClr val="FFFFFF"/>
                    </a:solidFill>
                  </a:tcPr>
                </a:tc>
                <a:tc>
                  <a:txBody>
                    <a:bodyPr/>
                    <a:lstStyle/>
                    <a:p>
                      <a:pPr algn="ctr"/>
                      <a:r>
                        <a:rPr lang="en-GB" sz="750">
                          <a:solidFill>
                            <a:srgbClr val="333333"/>
                          </a:solidFill>
                          <a:latin typeface="Century Gothic"/>
                        </a:rPr>
                        <a:t>10-15%</a:t>
                      </a:r>
                    </a:p>
                  </a:txBody>
                  <a:tcPr marL="45720" marR="45720" marT="18288" marB="18288">
                    <a:solidFill>
                      <a:srgbClr val="FFFFFF"/>
                    </a:solidFill>
                  </a:tcPr>
                </a:tc>
                <a:tc>
                  <a:txBody>
                    <a:bodyPr/>
                    <a:lstStyle/>
                    <a:p>
                      <a:pPr algn="ctr"/>
                      <a:r>
                        <a:rPr lang="en-GB" sz="750">
                          <a:solidFill>
                            <a:srgbClr val="333333"/>
                          </a:solidFill>
                          <a:latin typeface="Century Gothic"/>
                        </a:rPr>
                        <a:t>20-30%</a:t>
                      </a:r>
                    </a:p>
                  </a:txBody>
                  <a:tcPr marL="45720" marR="45720" marT="18288" marB="18288">
                    <a:solidFill>
                      <a:srgbClr val="FFFFFF"/>
                    </a:solidFill>
                  </a:tcPr>
                </a:tc>
                <a:tc>
                  <a:txBody>
                    <a:bodyPr/>
                    <a:lstStyle/>
                    <a:p>
                      <a:pPr algn="ctr"/>
                      <a:r>
                        <a:rPr lang="en-GB" sz="750">
                          <a:solidFill>
                            <a:srgbClr val="C55A11"/>
                          </a:solidFill>
                          <a:latin typeface="Century Gothic"/>
                        </a:rPr>
                        <a:t>25%+ (~15M dormant)</a:t>
                      </a:r>
                    </a:p>
                  </a:txBody>
                  <a:tcPr marL="45720" marR="45720" marT="18288" marB="18288">
                    <a:solidFill>
                      <a:srgbClr val="FFFFFF"/>
                    </a:solidFill>
                  </a:tcPr>
                </a:tc>
                <a:extLst>
                  <a:ext uri="{0D108BD9-81ED-4DB2-BD59-A6C34878D82A}">
                    <a16:rowId xmlns:a16="http://schemas.microsoft.com/office/drawing/2014/main" val="10004"/>
                  </a:ext>
                </a:extLst>
              </a:tr>
              <a:tr h="320000">
                <a:tc>
                  <a:txBody>
                    <a:bodyPr/>
                    <a:lstStyle/>
                    <a:p>
                      <a:pPr algn="l"/>
                      <a:r>
                        <a:rPr lang="en-GB" sz="750" b="1">
                          <a:solidFill>
                            <a:srgbClr val="333333"/>
                          </a:solidFill>
                          <a:latin typeface="Century Gothic"/>
                        </a:rPr>
                        <a:t>Loyalty penetration</a:t>
                      </a:r>
                    </a:p>
                  </a:txBody>
                  <a:tcPr marL="45720" marR="45720" marT="18288" marB="18288">
                    <a:solidFill>
                      <a:srgbClr val="F2F7FC"/>
                    </a:solidFill>
                  </a:tcPr>
                </a:tc>
                <a:tc>
                  <a:txBody>
                    <a:bodyPr/>
                    <a:lstStyle/>
                    <a:p>
                      <a:pPr algn="ctr"/>
                      <a:r>
                        <a:rPr lang="en-GB" sz="750">
                          <a:solidFill>
                            <a:srgbClr val="333333"/>
                          </a:solidFill>
                          <a:latin typeface="Century Gothic"/>
                        </a:rPr>
                        <a:t>60-70%</a:t>
                      </a:r>
                    </a:p>
                  </a:txBody>
                  <a:tcPr marL="45720" marR="45720" marT="18288" marB="18288">
                    <a:solidFill>
                      <a:srgbClr val="F2F7FC"/>
                    </a:solidFill>
                  </a:tcPr>
                </a:tc>
                <a:tc>
                  <a:txBody>
                    <a:bodyPr/>
                    <a:lstStyle/>
                    <a:p>
                      <a:pPr algn="ctr"/>
                      <a:r>
                        <a:rPr lang="en-GB" sz="750">
                          <a:solidFill>
                            <a:srgbClr val="333333"/>
                          </a:solidFill>
                          <a:latin typeface="Century Gothic"/>
                        </a:rPr>
                        <a:t>25-35%</a:t>
                      </a:r>
                    </a:p>
                  </a:txBody>
                  <a:tcPr marL="45720" marR="45720" marT="18288" marB="18288">
                    <a:solidFill>
                      <a:srgbClr val="F2F7FC"/>
                    </a:solidFill>
                  </a:tcPr>
                </a:tc>
                <a:tc>
                  <a:txBody>
                    <a:bodyPr/>
                    <a:lstStyle/>
                    <a:p>
                      <a:pPr algn="ctr"/>
                      <a:r>
                        <a:rPr lang="en-GB" sz="750">
                          <a:solidFill>
                            <a:srgbClr val="C55A11"/>
                          </a:solidFill>
                          <a:latin typeface="Century Gothic"/>
                        </a:rPr>
                        <a:t>&lt;15% (basic programs)</a:t>
                      </a:r>
                    </a:p>
                  </a:txBody>
                  <a:tcPr marL="45720" marR="45720" marT="18288" marB="18288">
                    <a:solidFill>
                      <a:srgbClr val="F2F7FC"/>
                    </a:solidFill>
                  </a:tcPr>
                </a:tc>
                <a:extLst>
                  <a:ext uri="{0D108BD9-81ED-4DB2-BD59-A6C34878D82A}">
                    <a16:rowId xmlns:a16="http://schemas.microsoft.com/office/drawing/2014/main" val="10005"/>
                  </a:ext>
                </a:extLst>
              </a:tr>
              <a:tr h="320000">
                <a:tc>
                  <a:txBody>
                    <a:bodyPr/>
                    <a:lstStyle/>
                    <a:p>
                      <a:pPr algn="l"/>
                      <a:r>
                        <a:rPr lang="en-GB" sz="750" b="1">
                          <a:solidFill>
                            <a:srgbClr val="333333"/>
                          </a:solidFill>
                          <a:latin typeface="Century Gothic"/>
                        </a:rPr>
                        <a:t>NBA adoption</a:t>
                      </a:r>
                    </a:p>
                  </a:txBody>
                  <a:tcPr marL="45720" marR="45720" marT="18288" marB="18288">
                    <a:solidFill>
                      <a:srgbClr val="FFFFFF"/>
                    </a:solidFill>
                  </a:tcPr>
                </a:tc>
                <a:tc>
                  <a:txBody>
                    <a:bodyPr/>
                    <a:lstStyle/>
                    <a:p>
                      <a:pPr algn="ctr"/>
                      <a:r>
                        <a:rPr lang="en-GB" sz="750">
                          <a:solidFill>
                            <a:srgbClr val="333333"/>
                          </a:solidFill>
                          <a:latin typeface="Century Gothic"/>
                        </a:rPr>
                        <a:t>45% of mature banks</a:t>
                      </a:r>
                    </a:p>
                  </a:txBody>
                  <a:tcPr marL="45720" marR="45720" marT="18288" marB="18288">
                    <a:solidFill>
                      <a:srgbClr val="FFFFFF"/>
                    </a:solidFill>
                  </a:tcPr>
                </a:tc>
                <a:tc>
                  <a:txBody>
                    <a:bodyPr/>
                    <a:lstStyle/>
                    <a:p>
                      <a:pPr algn="ctr"/>
                      <a:r>
                        <a:rPr lang="en-GB" sz="750">
                          <a:solidFill>
                            <a:srgbClr val="333333"/>
                          </a:solidFill>
                          <a:latin typeface="Century Gothic"/>
                        </a:rPr>
                        <a:t>&lt;15%</a:t>
                      </a:r>
                    </a:p>
                  </a:txBody>
                  <a:tcPr marL="45720" marR="45720" marT="18288" marB="18288">
                    <a:solidFill>
                      <a:srgbClr val="FFFFFF"/>
                    </a:solidFill>
                  </a:tcPr>
                </a:tc>
                <a:tc>
                  <a:txBody>
                    <a:bodyPr/>
                    <a:lstStyle/>
                    <a:p>
                      <a:pPr algn="ctr"/>
                      <a:r>
                        <a:rPr lang="en-GB" sz="750">
                          <a:solidFill>
                            <a:srgbClr val="C55A11"/>
                          </a:solidFill>
                          <a:latin typeface="Century Gothic"/>
                        </a:rPr>
                        <a:t>&lt;5% (manual campaigns)</a:t>
                      </a:r>
                    </a:p>
                  </a:txBody>
                  <a:tcPr marL="45720" marR="45720" marT="18288" marB="18288">
                    <a:solidFill>
                      <a:srgbClr val="FFFFFF"/>
                    </a:solidFill>
                  </a:tcPr>
                </a:tc>
                <a:extLst>
                  <a:ext uri="{0D108BD9-81ED-4DB2-BD59-A6C34878D82A}">
                    <a16:rowId xmlns:a16="http://schemas.microsoft.com/office/drawing/2014/main" val="10006"/>
                  </a:ext>
                </a:extLst>
              </a:tr>
              <a:tr h="320000">
                <a:tc>
                  <a:txBody>
                    <a:bodyPr/>
                    <a:lstStyle/>
                    <a:p>
                      <a:pPr algn="l"/>
                      <a:r>
                        <a:rPr lang="en-GB" sz="750" b="1">
                          <a:solidFill>
                            <a:srgbClr val="333333"/>
                          </a:solidFill>
                          <a:latin typeface="Century Gothic"/>
                        </a:rPr>
                        <a:t>Acquisition cost</a:t>
                      </a:r>
                    </a:p>
                  </a:txBody>
                  <a:tcPr marL="45720" marR="45720" marT="18288" marB="18288">
                    <a:solidFill>
                      <a:srgbClr val="F2F7FC"/>
                    </a:solidFill>
                  </a:tcPr>
                </a:tc>
                <a:tc>
                  <a:txBody>
                    <a:bodyPr/>
                    <a:lstStyle/>
                    <a:p>
                      <a:pPr algn="ctr"/>
                      <a:r>
                        <a:rPr lang="en-GB" sz="750">
                          <a:solidFill>
                            <a:srgbClr val="333333"/>
                          </a:solidFill>
                          <a:latin typeface="Century Gothic"/>
                        </a:rPr>
                        <a:t>$50-100 (digital)</a:t>
                      </a:r>
                    </a:p>
                  </a:txBody>
                  <a:tcPr marL="45720" marR="45720" marT="18288" marB="18288">
                    <a:solidFill>
                      <a:srgbClr val="F2F7FC"/>
                    </a:solidFill>
                  </a:tcPr>
                </a:tc>
                <a:tc>
                  <a:txBody>
                    <a:bodyPr/>
                    <a:lstStyle/>
                    <a:p>
                      <a:pPr algn="ctr"/>
                      <a:r>
                        <a:rPr lang="en-GB" sz="750">
                          <a:solidFill>
                            <a:srgbClr val="333333"/>
                          </a:solidFill>
                          <a:latin typeface="Century Gothic"/>
                        </a:rPr>
                        <a:t>$15-30</a:t>
                      </a:r>
                    </a:p>
                  </a:txBody>
                  <a:tcPr marL="45720" marR="45720" marT="18288" marB="18288">
                    <a:solidFill>
                      <a:srgbClr val="F2F7FC"/>
                    </a:solidFill>
                  </a:tcPr>
                </a:tc>
                <a:tc>
                  <a:txBody>
                    <a:bodyPr/>
                    <a:lstStyle/>
                    <a:p>
                      <a:pPr algn="ctr"/>
                      <a:r>
                        <a:rPr lang="en-GB" sz="750">
                          <a:solidFill>
                            <a:srgbClr val="C55A11"/>
                          </a:solidFill>
                          <a:latin typeface="Century Gothic"/>
                        </a:rPr>
                        <a:t>PKR 3K-5K (branch) / PKR 500-1K (digital)</a:t>
                      </a:r>
                    </a:p>
                  </a:txBody>
                  <a:tcPr marL="45720" marR="45720" marT="18288" marB="18288">
                    <a:solidFill>
                      <a:srgbClr val="F2F7FC"/>
                    </a:solidFill>
                  </a:tcPr>
                </a:tc>
                <a:extLst>
                  <a:ext uri="{0D108BD9-81ED-4DB2-BD59-A6C34878D82A}">
                    <a16:rowId xmlns:a16="http://schemas.microsoft.com/office/drawing/2014/main" val="10007"/>
                  </a:ext>
                </a:extLst>
              </a:tr>
            </a:tbl>
          </a:graphicData>
        </a:graphic>
      </p:graphicFrame>
      <p:sp>
        <p:nvSpPr>
          <p:cNvPr id="2020" name="InfoBar"/>
          <p:cNvSpPr txBox="1"/>
          <p:nvPr/>
        </p:nvSpPr>
        <p:spPr>
          <a:xfrm>
            <a:off x="350000" y="3700000"/>
            <a:ext cx="8400000" cy="300000"/>
          </a:xfrm>
          <a:prstGeom prst="rect">
            <a:avLst/>
          </a:prstGeom>
          <a:noFill/>
          <a:ln>
            <a:noFill/>
          </a:ln>
        </p:spPr>
        <p:txBody>
          <a:bodyPr wrap="square" lIns="91440" tIns="45720" rIns="91440" bIns="45720" anchor="t" anchorCtr="0">
            <a:noAutofit/>
          </a:bodyPr>
          <a:lstStyle/>
          <a:p>
            <a:pPr marL="0" lvl="0" indent="0" algn="l" rtl="0">
              <a:spcBef>
                <a:spcPts val="0"/>
              </a:spcBef>
              <a:spcAft>
                <a:spcPts val="0"/>
              </a:spcAft>
              <a:buNone/>
            </a:pPr>
            <a:r>
              <a:rPr lang="en-GB" sz="800">
                <a:solidFill>
                  <a:srgbClr val="666666"/>
                </a:solidFill>
                <a:latin typeface="Century Gothic"/>
                <a:ea typeface="Century Gothic"/>
                <a:cs typeface="Century Gothic"/>
              </a:rPr>
              <a:t>BVF Sub-capabilities: 7 (CLM) + 14 (CIM) = 21  |  FSDM Entities: ~180+  |  BACR Questions: ~110  |  Maturity Focus: Developing → Innovating</a:t>
            </a:r>
          </a:p>
        </p:txBody>
      </p:sp>
      <p:sp>
        <p:nvSpPr>
          <p:cNvPr id="2025" name="Subtitle"/>
          <p:cNvSpPr txBox="1"/>
          <p:nvPr/>
        </p:nvSpPr>
        <p:spPr>
          <a:xfrm>
            <a:off x="350000" y="4050000"/>
            <a:ext cx="8400000" cy="250000"/>
          </a:xfrm>
          <a:prstGeom prst="rect">
            <a:avLst/>
          </a:prstGeom>
          <a:noFill/>
          <a:ln>
            <a:noFill/>
          </a:ln>
        </p:spPr>
        <p:txBody>
          <a:bodyPr wrap="square" lIns="91440" tIns="45720" rIns="91440" bIns="45720" anchor="t" anchorCtr="0">
            <a:noAutofit/>
          </a:bodyPr>
          <a:lstStyle/>
          <a:p>
            <a:pPr marL="0" lvl="0" indent="0" algn="l" rtl="0">
              <a:spcBef>
                <a:spcPts val="0"/>
              </a:spcBef>
              <a:spcAft>
                <a:spcPts val="0"/>
              </a:spcAft>
              <a:buNone/>
            </a:pPr>
            <a:r>
              <a:rPr lang="en-GB" sz="900">
                <a:solidFill>
                  <a:srgbClr val="666666"/>
                </a:solidFill>
                <a:latin typeface="Century Gothic"/>
                <a:ea typeface="Century Gothic"/>
                <a:cs typeface="Century Gothic"/>
              </a:rPr>
              <a:t>erwin by Quest — Financial Services Data Model (FSDM) Banking Business Value Framework</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100"/>
        <p:cNvGrpSpPr/>
        <p:nvPr/>
      </p:nvGrpSpPr>
      <p:grpSpPr>
        <a:xfrm>
          <a:off x="0" y="0"/>
          <a:ext cx="0" cy="0"/>
          <a:chOff x="0" y="0"/>
          <a:chExt cx="0" cy="0"/>
        </a:xfrm>
      </p:grpSpPr>
      <p:sp>
        <p:nvSpPr>
          <p:cNvPr id="2101" name="Title"/>
          <p:cNvSpPr txBox="1"/>
          <p:nvPr/>
        </p:nvSpPr>
        <p:spPr>
          <a:xfrm>
            <a:off x="350000" y="120000"/>
            <a:ext cx="8400000" cy="400000"/>
          </a:xfrm>
          <a:prstGeom prst="rect">
            <a:avLst/>
          </a:prstGeom>
          <a:noFill/>
          <a:ln>
            <a:noFill/>
          </a:ln>
        </p:spPr>
        <p:txBody>
          <a:bodyPr wrap="square" lIns="91440" tIns="45720" rIns="91440" bIns="45720" anchor="t" anchorCtr="0">
            <a:noAutofit/>
          </a:bodyPr>
          <a:lstStyle/>
          <a:p>
            <a:pPr marL="0" lvl="0" indent="0" algn="l" rtl="0">
              <a:spcBef>
                <a:spcPts val="0"/>
              </a:spcBef>
              <a:spcAft>
                <a:spcPts val="0"/>
              </a:spcAft>
              <a:buNone/>
            </a:pPr>
            <a:r>
              <a:rPr lang="en-GB" sz="1600" b="1">
                <a:solidFill>
                  <a:srgbClr val="0079DB"/>
                </a:solidFill>
                <a:latin typeface="Century Gothic"/>
                <a:ea typeface="Century Gothic"/>
                <a:cs typeface="Century Gothic"/>
              </a:rPr>
              <a:t>Pakistan Banking — Customer Lifecycle Landscape</a:t>
            </a:r>
          </a:p>
        </p:txBody>
      </p:sp>
      <p:sp>
        <p:nvSpPr>
          <p:cNvPr id="2110" name="Challenges"/>
          <p:cNvSpPr txBox="1"/>
          <p:nvPr/>
        </p:nvSpPr>
        <p:spPr>
          <a:xfrm>
            <a:off x="350000" y="580000"/>
            <a:ext cx="4200000" cy="2800000"/>
          </a:xfrm>
          <a:prstGeom prst="rect">
            <a:avLst/>
          </a:prstGeom>
          <a:noFill/>
          <a:ln>
            <a:noFill/>
          </a:ln>
        </p:spPr>
        <p:txBody>
          <a:bodyPr wrap="square" lIns="91440" tIns="45720" rIns="91440" bIns="45720" anchor="t" anchorCtr="0">
            <a:noAutofit/>
          </a:bodyPr>
          <a:lstStyle/>
          <a:p>
            <a:pPr marL="0" lvl="0" indent="0" algn="l" rtl="0">
              <a:spcBef>
                <a:spcPts val="0"/>
              </a:spcBef>
              <a:spcAft>
                <a:spcPts val="0"/>
              </a:spcAft>
              <a:buNone/>
            </a:pPr>
            <a:r>
              <a:rPr lang="en-GB" sz="1100" b="1">
                <a:solidFill>
                  <a:srgbClr val="0079DB"/>
                </a:solidFill>
                <a:latin typeface="Century Gothic"/>
                <a:ea typeface="Century Gothic"/>
                <a:cs typeface="Century Gothic"/>
              </a:rPr>
              <a:t>Key Challenges</a:t>
            </a:r>
          </a:p>
          <a:p>
            <a:pPr marL="171450" lvl="0" indent="-171450" algn="l" rtl="0">
              <a:spcBef>
                <a:spcPts val="150"/>
              </a:spcBef>
              <a:spcAft>
                <a:spcPts val="0"/>
              </a:spcAft>
              <a:buChar char="•"/>
            </a:pPr>
            <a:r>
              <a:rPr lang="en-GB" sz="850">
                <a:solidFill>
                  <a:srgbClr val="333333"/>
                </a:solidFill>
                <a:latin typeface="Century Gothic"/>
                <a:ea typeface="Century Gothic"/>
                <a:cs typeface="Century Gothic"/>
              </a:rPr>
              <a:t>Products per Customer:  1.8 avg — benchmark is 4-5</a:t>
            </a:r>
          </a:p>
          <a:p>
            <a:pPr marL="171450" lvl="0" indent="-171450" algn="l" rtl="0">
              <a:spcBef>
                <a:spcPts val="100"/>
              </a:spcBef>
              <a:spcAft>
                <a:spcPts val="0"/>
              </a:spcAft>
              <a:buChar char="•"/>
            </a:pPr>
            <a:r>
              <a:rPr lang="en-GB" sz="850">
                <a:solidFill>
                  <a:srgbClr val="333333"/>
                </a:solidFill>
                <a:latin typeface="Century Gothic"/>
                <a:ea typeface="Century Gothic"/>
                <a:cs typeface="Century Gothic"/>
              </a:rPr>
              <a:t>Dormant Accounts:  15M+ across industry</a:t>
            </a:r>
          </a:p>
          <a:p>
            <a:pPr marL="171450" lvl="0" indent="-171450" algn="l" rtl="0">
              <a:spcBef>
                <a:spcPts val="100"/>
              </a:spcBef>
              <a:spcAft>
                <a:spcPts val="0"/>
              </a:spcAft>
              <a:buChar char="•"/>
            </a:pPr>
            <a:r>
              <a:rPr lang="en-GB" sz="850">
                <a:solidFill>
                  <a:srgbClr val="333333"/>
                </a:solidFill>
                <a:latin typeface="Century Gothic"/>
                <a:ea typeface="Century Gothic"/>
                <a:cs typeface="Century Gothic"/>
              </a:rPr>
              <a:t>Digital Onboarding:  &lt;15% — NADRA e-KYC adoption growing</a:t>
            </a:r>
          </a:p>
          <a:p>
            <a:pPr marL="171450" lvl="0" indent="-171450" algn="l" rtl="0">
              <a:spcBef>
                <a:spcPts val="100"/>
              </a:spcBef>
              <a:spcAft>
                <a:spcPts val="0"/>
              </a:spcAft>
              <a:buChar char="•"/>
            </a:pPr>
            <a:r>
              <a:rPr lang="en-GB" sz="850">
                <a:solidFill>
                  <a:srgbClr val="333333"/>
                </a:solidFill>
                <a:latin typeface="Century Gothic"/>
                <a:ea typeface="Century Gothic"/>
                <a:cs typeface="Century Gothic"/>
              </a:rPr>
              <a:t>Branch Acquisition Cost:  PKR 3,000-5,000 per customer</a:t>
            </a:r>
          </a:p>
          <a:p>
            <a:pPr marL="171450" lvl="0" indent="-171450" algn="l" rtl="0">
              <a:spcBef>
                <a:spcPts val="100"/>
              </a:spcBef>
              <a:spcAft>
                <a:spcPts val="0"/>
              </a:spcAft>
              <a:buChar char="•"/>
            </a:pPr>
            <a:r>
              <a:rPr lang="en-GB" sz="850">
                <a:solidFill>
                  <a:srgbClr val="333333"/>
                </a:solidFill>
                <a:latin typeface="Century Gothic"/>
                <a:ea typeface="Century Gothic"/>
                <a:cs typeface="Century Gothic"/>
              </a:rPr>
              <a:t>Digital Acquisition Cost:  PKR 500-1,000 (5x cheaper)</a:t>
            </a:r>
          </a:p>
          <a:p>
            <a:pPr marL="171450" lvl="0" indent="-171450" algn="l" rtl="0">
              <a:spcBef>
                <a:spcPts val="100"/>
              </a:spcBef>
              <a:spcAft>
                <a:spcPts val="0"/>
              </a:spcAft>
              <a:buChar char="•"/>
            </a:pPr>
            <a:r>
              <a:rPr lang="en-GB" sz="850">
                <a:solidFill>
                  <a:srgbClr val="333333"/>
                </a:solidFill>
                <a:latin typeface="Century Gothic"/>
                <a:ea typeface="Century Gothic"/>
                <a:cs typeface="Century Gothic"/>
              </a:rPr>
              <a:t>Fintech Churn Threat:  SadaPay, NayaPay targeting salary accounts</a:t>
            </a:r>
          </a:p>
          <a:p>
            <a:pPr marL="171450" lvl="0" indent="-171450" algn="l" rtl="0">
              <a:spcBef>
                <a:spcPts val="100"/>
              </a:spcBef>
              <a:spcAft>
                <a:spcPts val="0"/>
              </a:spcAft>
              <a:buChar char="•"/>
            </a:pPr>
            <a:r>
              <a:rPr lang="en-GB" sz="850">
                <a:solidFill>
                  <a:srgbClr val="333333"/>
                </a:solidFill>
                <a:latin typeface="Century Gothic"/>
                <a:ea typeface="Century Gothic"/>
                <a:cs typeface="Century Gothic"/>
              </a:rPr>
              <a:t>Loyalty Programs:  Basic points-only, low engagement</a:t>
            </a:r>
          </a:p>
          <a:p>
            <a:pPr marL="171450" lvl="0" indent="-171450" algn="l" rtl="0">
              <a:spcBef>
                <a:spcPts val="100"/>
              </a:spcBef>
              <a:spcAft>
                <a:spcPts val="0"/>
              </a:spcAft>
              <a:buChar char="•"/>
            </a:pPr>
            <a:r>
              <a:rPr lang="en-GB" sz="850">
                <a:solidFill>
                  <a:srgbClr val="333333"/>
                </a:solidFill>
                <a:latin typeface="Century Gothic"/>
                <a:ea typeface="Century Gothic"/>
                <a:cs typeface="Century Gothic"/>
              </a:rPr>
              <a:t>Cross-Sell Conversion:  &lt;5% on batch campaigns</a:t>
            </a:r>
          </a:p>
        </p:txBody>
      </p:sp>
      <p:sp>
        <p:nvSpPr>
          <p:cNvPr id="2120" name="Dynamics"/>
          <p:cNvSpPr txBox="1"/>
          <p:nvPr/>
        </p:nvSpPr>
        <p:spPr>
          <a:xfrm>
            <a:off x="4750000" y="580000"/>
            <a:ext cx="4050000" cy="2000000"/>
          </a:xfrm>
          <a:prstGeom prst="rect">
            <a:avLst/>
          </a:prstGeom>
          <a:noFill/>
          <a:ln>
            <a:noFill/>
          </a:ln>
        </p:spPr>
        <p:txBody>
          <a:bodyPr wrap="square" lIns="91440" tIns="45720" rIns="91440" bIns="45720" anchor="t" anchorCtr="0">
            <a:noAutofit/>
          </a:bodyPr>
          <a:lstStyle/>
          <a:p>
            <a:pPr marL="0" lvl="0" indent="0" algn="l" rtl="0">
              <a:spcBef>
                <a:spcPts val="0"/>
              </a:spcBef>
              <a:spcAft>
                <a:spcPts val="0"/>
              </a:spcAft>
              <a:buNone/>
            </a:pPr>
            <a:r>
              <a:rPr lang="en-GB" sz="1100" b="1">
                <a:solidFill>
                  <a:srgbClr val="0079DB"/>
                </a:solidFill>
                <a:latin typeface="Century Gothic"/>
                <a:ea typeface="Century Gothic"/>
                <a:cs typeface="Century Gothic"/>
              </a:rPr>
              <a:t>Competitive Dynamics</a:t>
            </a:r>
          </a:p>
          <a:p>
            <a:pPr marL="171450" lvl="0" indent="-171450" algn="l" rtl="0">
              <a:spcBef>
                <a:spcPts val="150"/>
              </a:spcBef>
              <a:spcAft>
                <a:spcPts val="0"/>
              </a:spcAft>
              <a:buChar char="•"/>
            </a:pPr>
            <a:r>
              <a:rPr lang="en-GB" sz="850">
                <a:solidFill>
                  <a:srgbClr val="333333"/>
                </a:solidFill>
                <a:latin typeface="Century Gothic"/>
                <a:ea typeface="Century Gothic"/>
                <a:cs typeface="Century Gothic"/>
              </a:rPr>
              <a:t>Traditional: 33 scheduled banks, same 60M account base</a:t>
            </a:r>
          </a:p>
          <a:p>
            <a:pPr marL="171450" lvl="0" indent="-171450" algn="l" rtl="0">
              <a:spcBef>
                <a:spcPts val="100"/>
              </a:spcBef>
              <a:spcAft>
                <a:spcPts val="0"/>
              </a:spcAft>
              <a:buChar char="•"/>
            </a:pPr>
            <a:r>
              <a:rPr lang="en-GB" sz="850">
                <a:solidFill>
                  <a:srgbClr val="333333"/>
                </a:solidFill>
                <a:latin typeface="Century Gothic"/>
                <a:ea typeface="Century Gothic"/>
                <a:cs typeface="Century Gothic"/>
              </a:rPr>
              <a:t>Digital: 5 new digital bank licenses (2022)</a:t>
            </a:r>
          </a:p>
          <a:p>
            <a:pPr marL="171450" lvl="0" indent="-171450" algn="l" rtl="0">
              <a:spcBef>
                <a:spcPts val="100"/>
              </a:spcBef>
              <a:spcAft>
                <a:spcPts val="0"/>
              </a:spcAft>
              <a:buChar char="•"/>
            </a:pPr>
            <a:r>
              <a:rPr lang="en-GB" sz="850">
                <a:solidFill>
                  <a:srgbClr val="333333"/>
                </a:solidFill>
                <a:latin typeface="Century Gothic"/>
                <a:ea typeface="Century Gothic"/>
                <a:cs typeface="Century Gothic"/>
              </a:rPr>
              <a:t>Fintech: JazzCash (40M+), Easypaisa (30M+) — frictionless activation</a:t>
            </a:r>
          </a:p>
          <a:p>
            <a:pPr marL="171450" lvl="0" indent="-171450" algn="l" rtl="0">
              <a:spcBef>
                <a:spcPts val="100"/>
              </a:spcBef>
              <a:spcAft>
                <a:spcPts val="0"/>
              </a:spcAft>
              <a:buChar char="•"/>
            </a:pPr>
            <a:r>
              <a:rPr lang="en-GB" sz="850">
                <a:solidFill>
                  <a:srgbClr val="333333"/>
                </a:solidFill>
                <a:latin typeface="Century Gothic"/>
                <a:ea typeface="Century Gothic"/>
                <a:cs typeface="Century Gothic"/>
              </a:rPr>
              <a:t>Islamic: 85% want Shariah-compliant — lifecycle opportunity</a:t>
            </a:r>
          </a:p>
        </p:txBody>
      </p:sp>
      <p:sp>
        <p:nvSpPr>
          <p:cNvPr id="2130" name="Opportunity"/>
          <p:cNvSpPr txBox="1"/>
          <p:nvPr/>
        </p:nvSpPr>
        <p:spPr>
          <a:xfrm>
            <a:off x="350000" y="3500000"/>
            <a:ext cx="8400000" cy="1200000"/>
          </a:xfrm>
          <a:prstGeom prst="rect">
            <a:avLst/>
          </a:prstGeom>
          <a:noFill/>
          <a:ln>
            <a:noFill/>
          </a:ln>
        </p:spPr>
        <p:txBody>
          <a:bodyPr wrap="square" lIns="91440" tIns="45720" rIns="91440" bIns="45720" anchor="t" anchorCtr="0">
            <a:noAutofit/>
          </a:bodyPr>
          <a:lstStyle/>
          <a:p>
            <a:pPr marL="0" lvl="0" indent="0" algn="l" rtl="0">
              <a:spcBef>
                <a:spcPts val="0"/>
              </a:spcBef>
              <a:spcAft>
                <a:spcPts val="0"/>
              </a:spcAft>
              <a:buNone/>
            </a:pPr>
            <a:r>
              <a:rPr lang="en-GB" sz="1000" b="1">
                <a:solidFill>
                  <a:srgbClr val="0079DB"/>
                </a:solidFill>
                <a:latin typeface="Century Gothic"/>
                <a:ea typeface="Century Gothic"/>
                <a:cs typeface="Century Gothic"/>
              </a:rPr>
              <a:t>The Opportunity</a:t>
            </a:r>
          </a:p>
          <a:p>
            <a:pPr marL="0" lvl="0" indent="0" algn="l" rtl="0">
              <a:spcBef>
                <a:spcPts val="100"/>
              </a:spcBef>
              <a:spcAft>
                <a:spcPts val="0"/>
              </a:spcAft>
              <a:buNone/>
            </a:pPr>
            <a:r>
              <a:rPr lang="en-GB" sz="850">
                <a:solidFill>
                  <a:srgbClr val="333333"/>
                </a:solidFill>
                <a:latin typeface="Century Gothic"/>
                <a:ea typeface="Century Gothic"/>
                <a:cs typeface="Century Gothic"/>
              </a:rPr>
              <a:t>Pakistan banks have &lt;2 products/customer vs. 4-5 globally. With 70% unbanked adults, 15M dormant accounts, and fintechs capturing digital-first customers, data-driven lifecycle management represents a PKR 200-500B revenue opportunity through improved acquisition, reduced churn, and systematic cross-sell.</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436"/>
        <p:cNvGrpSpPr/>
        <p:nvPr/>
      </p:nvGrpSpPr>
      <p:grpSpPr>
        <a:xfrm>
          <a:off x="0" y="0"/>
          <a:ext cx="0" cy="0"/>
          <a:chOff x="0" y="0"/>
          <a:chExt cx="0" cy="0"/>
        </a:xfrm>
      </p:grpSpPr>
      <p:cxnSp>
        <p:nvCxnSpPr>
          <p:cNvPr id="1437" name="Google Shape;1437;p96"/>
          <p:cNvCxnSpPr/>
          <p:nvPr/>
        </p:nvCxnSpPr>
        <p:spPr>
          <a:xfrm>
            <a:off x="4665503" y="858364"/>
            <a:ext cx="3239" cy="3906719"/>
          </a:xfrm>
          <a:prstGeom prst="straightConnector1">
            <a:avLst/>
          </a:prstGeom>
          <a:noFill/>
          <a:ln w="12700" cap="flat" cmpd="sng">
            <a:solidFill>
              <a:schemeClr val="lt2"/>
            </a:solidFill>
            <a:prstDash val="solid"/>
            <a:round/>
            <a:headEnd type="none" w="sm" len="sm"/>
            <a:tailEnd type="none" w="sm" len="sm"/>
          </a:ln>
        </p:spPr>
      </p:cxnSp>
      <p:sp>
        <p:nvSpPr>
          <p:cNvPr id="1438" name="Google Shape;1438;p96"/>
          <p:cNvSpPr txBox="1">
            <a:spLocks noGrp="1"/>
          </p:cNvSpPr>
          <p:nvPr>
            <p:ph type="title"/>
          </p:nvPr>
        </p:nvSpPr>
        <p:spPr>
          <a:xfrm>
            <a:off x="381000" y="285750"/>
            <a:ext cx="8543925" cy="381000"/>
          </a:xfrm>
          <a:prstGeom prst="rect">
            <a:avLst/>
          </a:prstGeom>
          <a:noFill/>
          <a:ln>
            <a:noFill/>
          </a:ln>
        </p:spPr>
        <p:txBody>
          <a:bodyPr spcFirstLastPara="1" wrap="square" lIns="90000" tIns="0" rIns="0" bIns="0" anchor="ctr" anchorCtr="0">
            <a:noAutofit/>
          </a:bodyPr>
          <a:lstStyle/>
          <a:p>
            <a:pPr marL="0" lvl="0" indent="0" algn="l" rtl="0">
              <a:lnSpc>
                <a:spcPct val="95000"/>
              </a:lnSpc>
              <a:spcBef>
                <a:spcPts val="0"/>
              </a:spcBef>
              <a:spcAft>
                <a:spcPts val="0"/>
              </a:spcAft>
              <a:buClr>
                <a:schemeClr val="accent1"/>
              </a:buClr>
              <a:buSzPts val="2200"/>
              <a:buFont typeface="Century Gothic"/>
              <a:buNone/>
            </a:pPr>
            <a:r>
              <a:rPr lang="en-GB"/>
              <a:t>Customer Acquisition</a:t>
            </a:r>
            <a:endParaRPr sz="1600"/>
          </a:p>
        </p:txBody>
      </p:sp>
      <p:sp>
        <p:nvSpPr>
          <p:cNvPr id="1439" name="Google Shape;1439;p96">
            <a:hlinkClick r:id="rId3" action="ppaction://hlinksldjump"/>
          </p:cNvPr>
          <p:cNvSpPr/>
          <p:nvPr/>
        </p:nvSpPr>
        <p:spPr>
          <a:xfrm>
            <a:off x="6515100" y="-196501"/>
            <a:ext cx="2777392" cy="378533"/>
          </a:xfrm>
          <a:prstGeom prst="roundRect">
            <a:avLst>
              <a:gd name="adj" fmla="val 50000"/>
            </a:avLst>
          </a:prstGeom>
          <a:solidFill>
            <a:schemeClr val="accent4"/>
          </a:solidFill>
          <a:ln>
            <a:noFill/>
          </a:ln>
        </p:spPr>
        <p:txBody>
          <a:bodyPr spcFirstLastPara="1" wrap="square" lIns="36000" tIns="180000" rIns="180000" bIns="0" anchor="ctr" anchorCtr="0">
            <a:noAutofit/>
          </a:bodyPr>
          <a:lstStyle/>
          <a:p>
            <a:pPr marL="0" marR="0" lvl="0" indent="0" algn="ctr" rtl="0">
              <a:spcBef>
                <a:spcPts val="0"/>
              </a:spcBef>
              <a:spcAft>
                <a:spcPts val="0"/>
              </a:spcAft>
              <a:buNone/>
            </a:pPr>
            <a:r>
              <a:rPr lang="en-GB" sz="750">
                <a:solidFill>
                  <a:schemeClr val="lt1"/>
                </a:solidFill>
                <a:latin typeface="Century Gothic"/>
                <a:ea typeface="Century Gothic"/>
                <a:cs typeface="Century Gothic"/>
                <a:sym typeface="Century Gothic"/>
              </a:rPr>
              <a:t>   Customer Lifecycle Management</a:t>
            </a:r>
            <a:endParaRPr sz="750">
              <a:solidFill>
                <a:schemeClr val="lt1"/>
              </a:solidFill>
              <a:latin typeface="Century Gothic"/>
              <a:ea typeface="Century Gothic"/>
              <a:cs typeface="Century Gothic"/>
              <a:sym typeface="Century Gothic"/>
            </a:endParaRPr>
          </a:p>
        </p:txBody>
      </p:sp>
      <p:graphicFrame>
        <p:nvGraphicFramePr>
          <p:cNvPr id="1440" name="Google Shape;1440;p96"/>
          <p:cNvGraphicFramePr/>
          <p:nvPr>
            <p:extLst>
              <p:ext uri="{D42A27DB-BD31-4B8C-83A1-F6EECF244321}">
                <p14:modId xmlns:p14="http://schemas.microsoft.com/office/powerpoint/2010/main" val="248665029"/>
              </p:ext>
            </p:extLst>
          </p:nvPr>
        </p:nvGraphicFramePr>
        <p:xfrm>
          <a:off x="419165" y="667294"/>
          <a:ext cx="8492676" cy="4419685"/>
        </p:xfrm>
        <a:graphic>
          <a:graphicData uri="http://schemas.openxmlformats.org/drawingml/2006/table">
            <a:tbl>
              <a:tblPr firstRow="1" bandRow="1">
                <a:noFill/>
                <a:tableStyleId>{D098BFCB-6916-41F2-A2A5-0DF0D5139B6F}</a:tableStyleId>
              </a:tblPr>
              <a:tblGrid>
                <a:gridCol w="4024212">
                  <a:extLst>
                    <a:ext uri="{9D8B030D-6E8A-4147-A177-3AD203B41FA5}">
                      <a16:colId xmlns:a16="http://schemas.microsoft.com/office/drawing/2014/main" val="20000"/>
                    </a:ext>
                  </a:extLst>
                </a:gridCol>
                <a:gridCol w="127995">
                  <a:extLst>
                    <a:ext uri="{9D8B030D-6E8A-4147-A177-3AD203B41FA5}">
                      <a16:colId xmlns:a16="http://schemas.microsoft.com/office/drawing/2014/main" val="20001"/>
                    </a:ext>
                  </a:extLst>
                </a:gridCol>
                <a:gridCol w="4340469">
                  <a:extLst>
                    <a:ext uri="{9D8B030D-6E8A-4147-A177-3AD203B41FA5}">
                      <a16:colId xmlns:a16="http://schemas.microsoft.com/office/drawing/2014/main" val="20002"/>
                    </a:ext>
                  </a:extLst>
                </a:gridCol>
              </a:tblGrid>
              <a:tr h="487735">
                <a:tc>
                  <a:txBody>
                    <a:bodyPr/>
                    <a:lstStyle/>
                    <a:p>
                      <a:pPr marL="0" marR="0" lvl="0" indent="0" algn="l" rtl="0">
                        <a:spcBef>
                          <a:spcPts val="0"/>
                        </a:spcBef>
                        <a:spcAft>
                          <a:spcPts val="0"/>
                        </a:spcAft>
                        <a:buNone/>
                      </a:pPr>
                      <a:r>
                        <a:rPr lang="en-GB" sz="800" b="1" dirty="0">
                          <a:solidFill>
                            <a:schemeClr val="dk2"/>
                          </a:solidFill>
                        </a:rPr>
                        <a:t>Business Objectives</a:t>
                      </a:r>
                      <a:endParaRPr sz="800" b="1" dirty="0">
                        <a:solidFill>
                          <a:schemeClr val="dk2"/>
                        </a:solidFill>
                      </a:endParaRPr>
                    </a:p>
                  </a:txBody>
                  <a:tcPr marL="46800" marR="46800" marT="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rowSpan="2">
                  <a:txBody>
                    <a:bodyPr/>
                    <a:lstStyle/>
                    <a:p>
                      <a:pPr marL="0" marR="0" lvl="0" indent="0" algn="l" rtl="0">
                        <a:lnSpc>
                          <a:spcPct val="100000"/>
                        </a:lnSpc>
                        <a:spcBef>
                          <a:spcPts val="0"/>
                        </a:spcBef>
                        <a:spcAft>
                          <a:spcPts val="0"/>
                        </a:spcAft>
                        <a:buClr>
                          <a:schemeClr val="dk1"/>
                        </a:buClr>
                        <a:buSzPts val="1600"/>
                        <a:buFont typeface="Century Gothic"/>
                        <a:buNone/>
                      </a:pPr>
                      <a:endParaRPr sz="800" b="1" dirty="0">
                        <a:solidFill>
                          <a:schemeClr val="accent6"/>
                        </a:solidFill>
                      </a:endParaRPr>
                    </a:p>
                  </a:txBody>
                  <a:tcPr marL="46800" marR="46800" marT="0" marB="0" anchor="ctr">
                    <a:lnL w="9525" cap="flat" cmpd="sng">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GB" sz="700" b="1" dirty="0">
                          <a:solidFill>
                            <a:schemeClr val="dk2"/>
                          </a:solidFill>
                          <a:latin typeface="Century Gothic"/>
                          <a:ea typeface="Century Gothic"/>
                          <a:cs typeface="Century Gothic"/>
                          <a:sym typeface="Century Gothic"/>
                        </a:rPr>
                        <a:t>Data &amp; Solution</a:t>
                      </a:r>
                      <a:endParaRPr sz="700" b="1" dirty="0">
                        <a:solidFill>
                          <a:schemeClr val="dk2"/>
                        </a:solidFill>
                        <a:latin typeface="Century Gothic"/>
                        <a:ea typeface="Century Gothic"/>
                        <a:cs typeface="Century Gothic"/>
                        <a:sym typeface="Century Gothic"/>
                      </a:endParaRPr>
                    </a:p>
                  </a:txBody>
                  <a:tcPr marL="46800" marR="46800" marT="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2627818">
                <a:tc>
                  <a:txBody>
                    <a:bodyPr/>
                    <a:lstStyle/>
                    <a:p>
                      <a:pPr marL="0" marR="0" lvl="0" indent="0" algn="l" rtl="0">
                        <a:spcBef>
                          <a:spcPts val="0"/>
                        </a:spcBef>
                        <a:spcAft>
                          <a:spcPts val="0"/>
                        </a:spcAft>
                        <a:buNone/>
                      </a:pPr>
                      <a:r>
                        <a:rPr lang="en-US" sz="700" b="1" dirty="0">
                          <a:solidFill>
                            <a:schemeClr val="dk1"/>
                          </a:solidFill>
                        </a:rPr>
                        <a:t>Increase the efficiency of the customer acquisition process to ensure cost effective recruitment of desired new customers</a:t>
                      </a:r>
                    </a:p>
                    <a:p>
                      <a:pPr marL="171450" marR="0" lvl="0" indent="-171450" algn="l" rtl="0">
                        <a:spcBef>
                          <a:spcPts val="0"/>
                        </a:spcBef>
                        <a:spcAft>
                          <a:spcPts val="0"/>
                        </a:spcAft>
                        <a:buClr>
                          <a:schemeClr val="dk1"/>
                        </a:buClr>
                        <a:buSzPts val="900"/>
                        <a:buFont typeface="Arial"/>
                        <a:buChar char="•"/>
                      </a:pPr>
                      <a:r>
                        <a:rPr lang="en-US" sz="700" b="0" dirty="0">
                          <a:solidFill>
                            <a:schemeClr val="dk1"/>
                          </a:solidFill>
                        </a:rPr>
                        <a:t>Recruitment of new customers can be a complex process and is often managed in multiple steps involving a two way exchange of information between the </a:t>
                      </a:r>
                      <a:r>
                        <a:rPr lang="en-US" sz="700" b="0" dirty="0" err="1">
                          <a:solidFill>
                            <a:schemeClr val="dk1"/>
                          </a:solidFill>
                        </a:rPr>
                        <a:t>organisation</a:t>
                      </a:r>
                      <a:r>
                        <a:rPr lang="en-US" sz="700" b="0" dirty="0">
                          <a:solidFill>
                            <a:schemeClr val="dk1"/>
                          </a:solidFill>
                        </a:rPr>
                        <a:t> and customer</a:t>
                      </a:r>
                      <a:endParaRPr lang="en-US" sz="700" dirty="0"/>
                    </a:p>
                    <a:p>
                      <a:pPr marL="171450" marR="0" lvl="0" indent="-171450" algn="l" rtl="0">
                        <a:spcBef>
                          <a:spcPts val="0"/>
                        </a:spcBef>
                        <a:spcAft>
                          <a:spcPts val="0"/>
                        </a:spcAft>
                        <a:buClr>
                          <a:schemeClr val="dk1"/>
                        </a:buClr>
                        <a:buSzPts val="900"/>
                        <a:buFont typeface="Arial"/>
                        <a:buChar char="•"/>
                      </a:pPr>
                      <a:r>
                        <a:rPr lang="en-US" sz="700" b="0" dirty="0" err="1">
                          <a:solidFill>
                            <a:schemeClr val="dk1"/>
                          </a:solidFill>
                        </a:rPr>
                        <a:t>Optimise</a:t>
                      </a:r>
                      <a:r>
                        <a:rPr lang="en-US" sz="700" b="0" dirty="0">
                          <a:solidFill>
                            <a:schemeClr val="dk1"/>
                          </a:solidFill>
                        </a:rPr>
                        <a:t> targeting of prospective customers to reduce costs of acquisition</a:t>
                      </a:r>
                    </a:p>
                    <a:p>
                      <a:pPr marL="171450" marR="0" lvl="0" indent="-171450" algn="l" rtl="0">
                        <a:lnSpc>
                          <a:spcPct val="100000"/>
                        </a:lnSpc>
                        <a:spcBef>
                          <a:spcPts val="0"/>
                        </a:spcBef>
                        <a:spcAft>
                          <a:spcPts val="0"/>
                        </a:spcAft>
                        <a:buClr>
                          <a:schemeClr val="dk1"/>
                        </a:buClr>
                        <a:buSzPts val="900"/>
                        <a:buFont typeface="Arial"/>
                        <a:buChar char="•"/>
                      </a:pPr>
                      <a:r>
                        <a:rPr lang="en-US" sz="700" b="0" dirty="0">
                          <a:solidFill>
                            <a:schemeClr val="dk1"/>
                          </a:solidFill>
                        </a:rPr>
                        <a:t>Use advanced analytics to understand the reasons why acquisition processes get interrupted or fail and fix operational problems / drop-outs in the customer recruitment process</a:t>
                      </a:r>
                      <a:endParaRPr lang="en-US" sz="700" dirty="0"/>
                    </a:p>
                    <a:p>
                      <a:pPr marL="171450" marR="0" lvl="0" indent="-171450" algn="l" rtl="0">
                        <a:spcBef>
                          <a:spcPts val="0"/>
                        </a:spcBef>
                        <a:spcAft>
                          <a:spcPts val="0"/>
                        </a:spcAft>
                        <a:buClr>
                          <a:schemeClr val="dk1"/>
                        </a:buClr>
                        <a:buSzPts val="900"/>
                        <a:buFont typeface="Arial"/>
                        <a:buChar char="•"/>
                      </a:pPr>
                      <a:r>
                        <a:rPr lang="en-US" sz="700" b="0" dirty="0">
                          <a:solidFill>
                            <a:schemeClr val="dk1"/>
                          </a:solidFill>
                        </a:rPr>
                        <a:t>Actively manage the acquisition process through timely interventions in order to significantly increase the number and value of customers that are successfully recruited</a:t>
                      </a:r>
                      <a:endParaRPr lang="en-US" sz="700" dirty="0"/>
                    </a:p>
                    <a:p>
                      <a:pPr marL="171450" marR="0" lvl="0" indent="-171450" algn="l" rtl="0">
                        <a:spcBef>
                          <a:spcPts val="0"/>
                        </a:spcBef>
                        <a:spcAft>
                          <a:spcPts val="0"/>
                        </a:spcAft>
                        <a:buClr>
                          <a:schemeClr val="dk1"/>
                        </a:buClr>
                        <a:buSzPts val="900"/>
                        <a:buFont typeface="Arial"/>
                        <a:buChar char="•"/>
                      </a:pPr>
                      <a:r>
                        <a:rPr lang="en-US" sz="700" b="0" dirty="0">
                          <a:solidFill>
                            <a:schemeClr val="dk1"/>
                          </a:solidFill>
                        </a:rPr>
                        <a:t>Reduce acquisition cost from PKR 3K-5K (branch) to PKR 500-1K (digital) via CNIC e-KYC process through timely interventions in order to significantly increase the number and value of customers that are successfully recruited</a:t>
                      </a:r>
                      <a:endParaRPr lang="en-US" sz="700" dirty="0"/>
                    </a:p>
                    <a:p>
                      <a:pPr marL="171450" marR="0" lvl="0" indent="-171450" algn="l" rtl="0">
                        <a:spcBef>
                          <a:spcPts val="0"/>
                        </a:spcBef>
                        <a:spcAft>
                          <a:spcPts val="0"/>
                        </a:spcAft>
                        <a:buClr>
                          <a:schemeClr val="dk1"/>
                        </a:buClr>
                        <a:buSzPts val="900"/>
                        <a:buFont typeface="Arial"/>
                        <a:buChar char="•"/>
                      </a:pPr>
                      <a:r>
                        <a:rPr lang="en-US" sz="700" b="0" dirty="0">
                          <a:solidFill>
                            <a:schemeClr val="dk1"/>
                          </a:solidFill>
                        </a:rPr>
                        <a:t>Target unbanked 70% of adults through agent banking and simplified Asaan Accounts process through timely interventions in order to significantly increase the number and value of customers that are successfully recruited</a:t>
                      </a:r>
                      <a:endParaRPr lang="en-US" sz="700" dirty="0"/>
                    </a:p>
                    <a:p>
                      <a:pPr marL="171450" marR="0" lvl="0" indent="-171450" algn="l" rtl="0">
                        <a:spcBef>
                          <a:spcPts val="0"/>
                        </a:spcBef>
                        <a:spcAft>
                          <a:spcPts val="0"/>
                        </a:spcAft>
                        <a:buClr>
                          <a:schemeClr val="dk1"/>
                        </a:buClr>
                        <a:buSzPts val="900"/>
                        <a:buFont typeface="Arial"/>
                        <a:buChar char="•"/>
                      </a:pPr>
                      <a:r>
                        <a:rPr lang="en-US" sz="700" b="0" dirty="0">
                          <a:solidFill>
                            <a:schemeClr val="dk1"/>
                          </a:solidFill>
                        </a:rPr>
                        <a:t>Compete with fintech onboarding speed (</a:t>
                      </a:r>
                      <a:r>
                        <a:rPr lang="en-US" sz="700" b="0" dirty="0" err="1">
                          <a:solidFill>
                            <a:schemeClr val="dk1"/>
                          </a:solidFill>
                        </a:rPr>
                        <a:t>SadaPay</a:t>
                      </a:r>
                      <a:r>
                        <a:rPr lang="en-US" sz="700" b="0" dirty="0">
                          <a:solidFill>
                            <a:schemeClr val="dk1"/>
                          </a:solidFill>
                        </a:rPr>
                        <a:t>: 3-min signup vs. banks: 30-60 min) process through timely interventions in order to significantly increase the number and value of customers that are successfully recruited</a:t>
                      </a:r>
                      <a:endParaRPr lang="en-US" sz="700" dirty="0"/>
                    </a:p>
                    <a:p>
                      <a:pPr marL="171450" marR="0" lvl="0" indent="-171450" algn="l" rtl="0">
                        <a:spcBef>
                          <a:spcPts val="0"/>
                        </a:spcBef>
                        <a:spcAft>
                          <a:spcPts val="0"/>
                        </a:spcAft>
                        <a:buClr>
                          <a:schemeClr val="dk1"/>
                        </a:buClr>
                        <a:buSzPts val="900"/>
                        <a:buFont typeface="Arial"/>
                        <a:buChar char="•"/>
                      </a:pPr>
                      <a:r>
                        <a:rPr lang="en-US" sz="700" b="0" dirty="0">
                          <a:solidFill>
                            <a:schemeClr val="dk1"/>
                          </a:solidFill>
                        </a:rPr>
                        <a:t>Leverage employer partnerships for salary account acquisition (payroll pipeline) process through timely interventions in order to significantly increase the number and value of customers that are successfully recruited</a:t>
                      </a:r>
                      <a:endParaRPr sz="800" b="1" dirty="0">
                        <a:solidFill>
                          <a:schemeClr val="dk2"/>
                        </a:solidFill>
                      </a:endParaRPr>
                    </a:p>
                  </a:txBody>
                  <a:tcPr marL="46800" marR="4680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vMerge="1">
                  <a:txBody>
                    <a:bodyPr/>
                    <a:lstStyle/>
                    <a:p>
                      <a:endParaRPr lang="en-US"/>
                    </a:p>
                  </a:txBody>
                  <a:tcPr/>
                </a:tc>
                <a:tc>
                  <a:txBody>
                    <a:bodyPr/>
                    <a:lstStyle/>
                    <a:p>
                      <a:r>
                        <a:rPr lang="en-US" sz="700" b="1" dirty="0">
                          <a:solidFill>
                            <a:srgbClr val="006699"/>
                          </a:solidFill>
                        </a:rPr>
                        <a:t>FSDM: </a:t>
                      </a:r>
                      <a:r>
                        <a:rPr lang="en-US" sz="700" b="1" dirty="0" err="1">
                          <a:solidFill>
                            <a:srgbClr val="006699"/>
                          </a:solidFill>
                        </a:rPr>
                        <a:t>Party_Life_Stage</a:t>
                      </a:r>
                      <a:r>
                        <a:rPr lang="en-US" sz="700" b="1" dirty="0">
                          <a:solidFill>
                            <a:srgbClr val="006699"/>
                          </a:solidFill>
                        </a:rPr>
                        <a:t>, </a:t>
                      </a:r>
                      <a:r>
                        <a:rPr lang="en-US" sz="700" b="1" dirty="0" err="1">
                          <a:solidFill>
                            <a:srgbClr val="006699"/>
                          </a:solidFill>
                        </a:rPr>
                        <a:t>Life_Event</a:t>
                      </a:r>
                      <a:r>
                        <a:rPr lang="en-US" sz="700" b="1" dirty="0">
                          <a:solidFill>
                            <a:srgbClr val="006699"/>
                          </a:solidFill>
                        </a:rPr>
                        <a:t>, </a:t>
                      </a:r>
                      <a:r>
                        <a:rPr lang="en-US" sz="700" b="1" dirty="0" err="1">
                          <a:solidFill>
                            <a:srgbClr val="006699"/>
                          </a:solidFill>
                        </a:rPr>
                        <a:t>Demographic_Attribute</a:t>
                      </a:r>
                      <a:r>
                        <a:rPr lang="en-US" sz="700" b="1" dirty="0">
                          <a:solidFill>
                            <a:srgbClr val="006699"/>
                          </a:solidFill>
                        </a:rPr>
                        <a:t>, </a:t>
                      </a:r>
                      <a:r>
                        <a:rPr lang="en-US" sz="700" b="1" dirty="0" err="1">
                          <a:solidFill>
                            <a:srgbClr val="006699"/>
                          </a:solidFill>
                        </a:rPr>
                        <a:t>Income_Profile</a:t>
                      </a:r>
                      <a:r>
                        <a:rPr lang="en-US" sz="700" b="1" dirty="0">
                          <a:solidFill>
                            <a:srgbClr val="006699"/>
                          </a:solidFill>
                        </a:rPr>
                        <a:t>, </a:t>
                      </a:r>
                      <a:r>
                        <a:rPr lang="en-US" sz="700" b="1" dirty="0" err="1">
                          <a:solidFill>
                            <a:srgbClr val="006699"/>
                          </a:solidFill>
                        </a:rPr>
                        <a:t>Family_Status</a:t>
                      </a:r>
                      <a:r>
                        <a:rPr lang="en-US" sz="700" b="1" dirty="0">
                          <a:solidFill>
                            <a:srgbClr val="006699"/>
                          </a:solidFill>
                        </a:rPr>
                        <a:t>, </a:t>
                      </a:r>
                      <a:r>
                        <a:rPr lang="en-US" sz="700" b="1" dirty="0" err="1">
                          <a:solidFill>
                            <a:srgbClr val="006699"/>
                          </a:solidFill>
                        </a:rPr>
                        <a:t>Employment_Status</a:t>
                      </a:r>
                      <a:endParaRPr lang="en-US" sz="700" b="1" dirty="0">
                        <a:solidFill>
                          <a:srgbClr val="006699"/>
                        </a:solidFill>
                      </a:endParaRPr>
                    </a:p>
                    <a:p>
                      <a:r>
                        <a:rPr lang="en-US" sz="700" i="1" dirty="0">
                          <a:solidFill>
                            <a:srgbClr val="008040"/>
                          </a:solidFill>
                        </a:rPr>
                        <a:t>Pakistan: Student (education loans), young professional (salary account), married (home finance), family expansion (education saving), business growth (SME finance), retirement (pension/Hajj saving)</a:t>
                      </a:r>
                    </a:p>
                    <a:p>
                      <a:pPr marL="0" marR="0" lvl="0" indent="0" algn="l" rtl="0">
                        <a:spcBef>
                          <a:spcPts val="0"/>
                        </a:spcBef>
                        <a:spcAft>
                          <a:spcPts val="0"/>
                        </a:spcAft>
                        <a:buNone/>
                      </a:pPr>
                      <a:br>
                        <a:rPr lang="en-GB" sz="700" b="1" dirty="0">
                          <a:solidFill>
                            <a:schemeClr val="dk1"/>
                          </a:solidFill>
                        </a:rPr>
                      </a:br>
                      <a:r>
                        <a:rPr lang="en-GB" sz="700" b="1" dirty="0">
                          <a:solidFill>
                            <a:schemeClr val="dk1"/>
                          </a:solidFill>
                        </a:rPr>
                        <a:t>Data</a:t>
                      </a:r>
                      <a:endParaRPr lang="en-GB" sz="700" dirty="0"/>
                    </a:p>
                    <a:p>
                      <a:pPr marL="179388" marR="0" lvl="0" indent="-179388" algn="l" rtl="0">
                        <a:spcBef>
                          <a:spcPts val="0"/>
                        </a:spcBef>
                        <a:spcAft>
                          <a:spcPts val="0"/>
                        </a:spcAft>
                        <a:buClr>
                          <a:schemeClr val="dk1"/>
                        </a:buClr>
                        <a:buSzPts val="900"/>
                        <a:buFont typeface="Arial"/>
                        <a:buChar char="•"/>
                      </a:pPr>
                      <a:r>
                        <a:rPr lang="en-GB" sz="700" dirty="0">
                          <a:solidFill>
                            <a:schemeClr val="dk1"/>
                          </a:solidFill>
                        </a:rPr>
                        <a:t>3</a:t>
                      </a:r>
                      <a:r>
                        <a:rPr lang="en-GB" sz="700" baseline="30000" dirty="0">
                          <a:solidFill>
                            <a:schemeClr val="dk1"/>
                          </a:solidFill>
                        </a:rPr>
                        <a:t>rd</a:t>
                      </a:r>
                      <a:r>
                        <a:rPr lang="en-GB" sz="700" dirty="0">
                          <a:solidFill>
                            <a:schemeClr val="dk1"/>
                          </a:solidFill>
                        </a:rPr>
                        <a:t> party prospect data used for acquisition targeting</a:t>
                      </a:r>
                      <a:endParaRPr lang="en-GB" sz="700" dirty="0"/>
                    </a:p>
                    <a:p>
                      <a:pPr marL="179388" marR="0" lvl="0" indent="-179388" algn="l" rtl="0">
                        <a:spcBef>
                          <a:spcPts val="0"/>
                        </a:spcBef>
                        <a:spcAft>
                          <a:spcPts val="0"/>
                        </a:spcAft>
                        <a:buClr>
                          <a:schemeClr val="dk1"/>
                        </a:buClr>
                        <a:buSzPts val="900"/>
                        <a:buFont typeface="Arial"/>
                        <a:buChar char="•"/>
                      </a:pPr>
                      <a:r>
                        <a:rPr lang="en-GB" sz="700" dirty="0">
                          <a:solidFill>
                            <a:schemeClr val="dk1"/>
                          </a:solidFill>
                        </a:rPr>
                        <a:t>Application data – integrated from multiple product sources</a:t>
                      </a:r>
                      <a:endParaRPr lang="en-GB" sz="700" dirty="0"/>
                    </a:p>
                    <a:p>
                      <a:pPr marL="179388" marR="0" lvl="0" indent="-179388" algn="l" rtl="0">
                        <a:spcBef>
                          <a:spcPts val="0"/>
                        </a:spcBef>
                        <a:spcAft>
                          <a:spcPts val="0"/>
                        </a:spcAft>
                        <a:buClr>
                          <a:schemeClr val="dk1"/>
                        </a:buClr>
                        <a:buSzPts val="900"/>
                        <a:buFont typeface="Arial"/>
                        <a:buChar char="•"/>
                      </a:pPr>
                      <a:r>
                        <a:rPr lang="en-GB" sz="700" dirty="0">
                          <a:solidFill>
                            <a:schemeClr val="dk1"/>
                          </a:solidFill>
                        </a:rPr>
                        <a:t>Detailed application attributes – channel / brand / agent / seller / accept-reject rates / application submission details</a:t>
                      </a:r>
                      <a:endParaRPr lang="en-GB" sz="700" dirty="0"/>
                    </a:p>
                    <a:p>
                      <a:pPr marL="0" marR="0" lvl="0" indent="0" algn="l" rtl="0">
                        <a:spcBef>
                          <a:spcPts val="0"/>
                        </a:spcBef>
                        <a:spcAft>
                          <a:spcPts val="0"/>
                        </a:spcAft>
                        <a:buClr>
                          <a:schemeClr val="dk1"/>
                        </a:buClr>
                        <a:buSzPts val="900"/>
                        <a:buFont typeface="Arial"/>
                        <a:buNone/>
                      </a:pPr>
                      <a:r>
                        <a:rPr lang="en-GB" sz="700" b="1" dirty="0">
                          <a:solidFill>
                            <a:schemeClr val="dk1"/>
                          </a:solidFill>
                        </a:rPr>
                        <a:t>Analytics</a:t>
                      </a:r>
                      <a:endParaRPr lang="en-GB" sz="700" dirty="0"/>
                    </a:p>
                    <a:p>
                      <a:pPr marL="171450" marR="0" lvl="0" indent="-171450" algn="l" rtl="0">
                        <a:lnSpc>
                          <a:spcPct val="100000"/>
                        </a:lnSpc>
                        <a:spcBef>
                          <a:spcPts val="0"/>
                        </a:spcBef>
                        <a:spcAft>
                          <a:spcPts val="0"/>
                        </a:spcAft>
                        <a:buClr>
                          <a:schemeClr val="dk1"/>
                        </a:buClr>
                        <a:buSzPts val="900"/>
                        <a:buFont typeface="Arial"/>
                        <a:buChar char="•"/>
                      </a:pPr>
                      <a:r>
                        <a:rPr lang="en-GB" sz="700" dirty="0"/>
                        <a:t>Standardised reporting of acquisition pipeline </a:t>
                      </a:r>
                    </a:p>
                    <a:p>
                      <a:pPr marL="171450" marR="0" lvl="0" indent="-171450" algn="l" rtl="0">
                        <a:lnSpc>
                          <a:spcPct val="100000"/>
                        </a:lnSpc>
                        <a:spcBef>
                          <a:spcPts val="0"/>
                        </a:spcBef>
                        <a:spcAft>
                          <a:spcPts val="0"/>
                        </a:spcAft>
                        <a:buClr>
                          <a:schemeClr val="dk1"/>
                        </a:buClr>
                        <a:buSzPts val="900"/>
                        <a:buFont typeface="Arial"/>
                        <a:buChar char="•"/>
                      </a:pPr>
                      <a:r>
                        <a:rPr lang="en-GB" sz="700" dirty="0"/>
                        <a:t>Analytics to identify </a:t>
                      </a:r>
                      <a:r>
                        <a:rPr lang="en-GB" sz="700" dirty="0" err="1"/>
                        <a:t>behaviors</a:t>
                      </a:r>
                      <a:r>
                        <a:rPr lang="en-GB" sz="700" dirty="0"/>
                        <a:t>/interactions of new customers/prospects</a:t>
                      </a:r>
                    </a:p>
                    <a:p>
                      <a:pPr marL="171450" marR="0" lvl="0" indent="-171450" algn="l" rtl="0">
                        <a:lnSpc>
                          <a:spcPct val="100000"/>
                        </a:lnSpc>
                        <a:spcBef>
                          <a:spcPts val="0"/>
                        </a:spcBef>
                        <a:spcAft>
                          <a:spcPts val="0"/>
                        </a:spcAft>
                        <a:buClr>
                          <a:schemeClr val="dk1"/>
                        </a:buClr>
                        <a:buSzPts val="900"/>
                        <a:buFont typeface="Arial"/>
                        <a:buChar char="•"/>
                      </a:pPr>
                      <a:r>
                        <a:rPr lang="en-GB" sz="700" dirty="0"/>
                        <a:t>Path analysis to identify opportunities to improve end to end acquisition process </a:t>
                      </a:r>
                    </a:p>
                    <a:p>
                      <a:pPr marL="171450" marR="0" lvl="0" indent="-171450" algn="l" rtl="0">
                        <a:lnSpc>
                          <a:spcPct val="100000"/>
                        </a:lnSpc>
                        <a:spcBef>
                          <a:spcPts val="0"/>
                        </a:spcBef>
                        <a:spcAft>
                          <a:spcPts val="0"/>
                        </a:spcAft>
                        <a:buClr>
                          <a:schemeClr val="dk1"/>
                        </a:buClr>
                        <a:buSzPts val="900"/>
                        <a:buFont typeface="Arial"/>
                        <a:buChar char="•"/>
                      </a:pPr>
                      <a:r>
                        <a:rPr lang="en-GB" sz="700" dirty="0"/>
                        <a:t>Analytics to measure value of acquisition sources</a:t>
                      </a:r>
                    </a:p>
                    <a:p>
                      <a:r>
                        <a:rPr lang="en-GB" sz="700" b="1" dirty="0">
                          <a:solidFill>
                            <a:srgbClr val="006699"/>
                          </a:solidFill>
                        </a:rPr>
                        <a:t>FSDM: </a:t>
                      </a:r>
                      <a:r>
                        <a:rPr lang="en-GB" sz="700" b="1" dirty="0" err="1">
                          <a:solidFill>
                            <a:srgbClr val="006699"/>
                          </a:solidFill>
                        </a:rPr>
                        <a:t>Party_Life_Stage</a:t>
                      </a:r>
                      <a:r>
                        <a:rPr lang="en-GB" sz="700" b="1" dirty="0">
                          <a:solidFill>
                            <a:srgbClr val="006699"/>
                          </a:solidFill>
                        </a:rPr>
                        <a:t>, </a:t>
                      </a:r>
                      <a:r>
                        <a:rPr lang="en-GB" sz="700" b="1" dirty="0" err="1">
                          <a:solidFill>
                            <a:srgbClr val="006699"/>
                          </a:solidFill>
                        </a:rPr>
                        <a:t>Life_Event</a:t>
                      </a:r>
                      <a:r>
                        <a:rPr lang="en-GB" sz="700" b="1" dirty="0">
                          <a:solidFill>
                            <a:srgbClr val="006699"/>
                          </a:solidFill>
                        </a:rPr>
                        <a:t>, </a:t>
                      </a:r>
                      <a:r>
                        <a:rPr lang="en-GB" sz="700" b="1" dirty="0" err="1">
                          <a:solidFill>
                            <a:srgbClr val="006699"/>
                          </a:solidFill>
                        </a:rPr>
                        <a:t>Demographic_Attribute</a:t>
                      </a:r>
                      <a:r>
                        <a:rPr lang="en-GB" sz="700" b="1" dirty="0">
                          <a:solidFill>
                            <a:srgbClr val="006699"/>
                          </a:solidFill>
                        </a:rPr>
                        <a:t>, </a:t>
                      </a:r>
                      <a:r>
                        <a:rPr lang="en-GB" sz="700" b="1" dirty="0" err="1">
                          <a:solidFill>
                            <a:srgbClr val="006699"/>
                          </a:solidFill>
                        </a:rPr>
                        <a:t>Income_Profile</a:t>
                      </a:r>
                      <a:r>
                        <a:rPr lang="en-GB" sz="700" b="1" dirty="0">
                          <a:solidFill>
                            <a:srgbClr val="006699"/>
                          </a:solidFill>
                        </a:rPr>
                        <a:t>, </a:t>
                      </a:r>
                      <a:r>
                        <a:rPr lang="en-GB" sz="700" b="1" dirty="0" err="1">
                          <a:solidFill>
                            <a:srgbClr val="006699"/>
                          </a:solidFill>
                        </a:rPr>
                        <a:t>Family_Status</a:t>
                      </a:r>
                      <a:r>
                        <a:rPr lang="en-GB" sz="700" b="1" dirty="0">
                          <a:solidFill>
                            <a:srgbClr val="006699"/>
                          </a:solidFill>
                        </a:rPr>
                        <a:t>, </a:t>
                      </a:r>
                      <a:r>
                        <a:rPr lang="en-GB" sz="700" b="1" dirty="0" err="1">
                          <a:solidFill>
                            <a:srgbClr val="006699"/>
                          </a:solidFill>
                        </a:rPr>
                        <a:t>Employment_Status</a:t>
                      </a:r>
                      <a:endParaRPr lang="en-GB" sz="700" b="1" dirty="0">
                        <a:solidFill>
                          <a:srgbClr val="006699"/>
                        </a:solidFill>
                      </a:endParaRPr>
                    </a:p>
                    <a:p>
                      <a:r>
                        <a:rPr lang="en-GB" sz="700" i="1" dirty="0">
                          <a:solidFill>
                            <a:srgbClr val="008040"/>
                          </a:solidFill>
                        </a:rPr>
                        <a:t>Pakistan: Student (education loans), young professional (salary account), married (home finance), family expansion (education saving), business growth (SME finance), retirement (pension/Hajj saving)</a:t>
                      </a:r>
                    </a:p>
                    <a:p>
                      <a:r>
                        <a:rPr lang="en-GB" sz="700" i="1" dirty="0">
                          <a:solidFill>
                            <a:srgbClr val="008040"/>
                          </a:solidFill>
                        </a:rPr>
                        <a:t>NADRA biometric verification API (CNIC + fingerprint + photo match)</a:t>
                      </a:r>
                    </a:p>
                    <a:p>
                      <a:r>
                        <a:rPr lang="en-GB" sz="700" i="1" dirty="0">
                          <a:solidFill>
                            <a:srgbClr val="008040"/>
                          </a:solidFill>
                        </a:rPr>
                        <a:t>SBP Asaan Account / Asaan Digital Account tier data</a:t>
                      </a:r>
                    </a:p>
                    <a:p>
                      <a:r>
                        <a:rPr lang="en-GB" sz="700" i="1" dirty="0">
                          <a:solidFill>
                            <a:srgbClr val="008040"/>
                          </a:solidFill>
                        </a:rPr>
                        <a:t>Agent network data (500,000+ branchless banking agents across Pakistan)</a:t>
                      </a:r>
                    </a:p>
                    <a:p>
                      <a:r>
                        <a:rPr lang="en-GB" sz="700" i="1" dirty="0">
                          <a:solidFill>
                            <a:srgbClr val="008040"/>
                          </a:solidFill>
                        </a:rPr>
                        <a:t>Digital marketing attribution (social media, Google, in-app referrals, RAAST invitations)</a:t>
                      </a:r>
                      <a:endParaRPr sz="700" i="1" dirty="0">
                        <a:solidFill>
                          <a:srgbClr val="008040"/>
                        </a:solidFill>
                      </a:endParaRPr>
                    </a:p>
                  </a:txBody>
                  <a:tcPr marL="46800" marR="46800" marT="45725" marB="45725">
                    <a:lnL w="9525" cap="flat" cmpd="sng" algn="ctr">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lgn="ctr">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2929090879"/>
                  </a:ext>
                </a:extLst>
              </a:tr>
              <a:tr h="116146">
                <a:tc>
                  <a:txBody>
                    <a:bodyPr/>
                    <a:lstStyle/>
                    <a:p>
                      <a:pPr marL="0" marR="0" lvl="0" indent="0" algn="l" rtl="0">
                        <a:spcBef>
                          <a:spcPts val="0"/>
                        </a:spcBef>
                        <a:spcAft>
                          <a:spcPts val="0"/>
                        </a:spcAft>
                        <a:buNone/>
                      </a:pPr>
                      <a:endParaRPr sz="800" i="1" dirty="0">
                        <a:solidFill>
                          <a:srgbClr val="008040"/>
                        </a:solidFill>
                      </a:endParaRPr>
                    </a:p>
                  </a:txBody>
                  <a:tcPr marL="46800" marR="46800" marT="0" marB="0" anchor="ctr">
                    <a:lnL w="9525" cap="flat" cmpd="sng">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9525" cap="flat" cmpd="sng" algn="ctr">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400"/>
                        <a:buFont typeface="Century Gothic"/>
                        <a:buNone/>
                      </a:pPr>
                      <a:endParaRPr sz="800" b="1">
                        <a:solidFill>
                          <a:schemeClr val="dk2"/>
                        </a:solidFill>
                        <a:latin typeface="Century Gothic"/>
                        <a:ea typeface="Century Gothic"/>
                        <a:cs typeface="Century Gothic"/>
                        <a:sym typeface="Century Gothic"/>
                      </a:endParaRPr>
                    </a:p>
                  </a:txBody>
                  <a:tcPr marL="46800" marR="46800" marT="0" marB="0" anchor="ctr">
                    <a:lnL w="9525" cap="flat" cmpd="sng" algn="ctr">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9525" cap="flat" cmpd="sng" algn="ctr">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2"/>
                        </a:buClr>
                        <a:buSzPts val="1400"/>
                        <a:buFont typeface="Century Gothic"/>
                        <a:buNone/>
                      </a:pPr>
                      <a:endParaRPr sz="700" dirty="0"/>
                    </a:p>
                  </a:txBody>
                  <a:tcPr marL="46800" marR="46800" marT="0" marB="0" anchor="ctr">
                    <a:lnL w="9525" cap="flat" cmpd="sng" algn="ctr">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lgn="ctr">
                      <a:solidFill>
                        <a:srgbClr val="000000">
                          <a:alpha val="0"/>
                        </a:srgbClr>
                      </a:solidFill>
                      <a:prstDash val="solid"/>
                      <a:round/>
                      <a:headEnd type="none" w="sm" len="sm"/>
                      <a:tailEnd type="none" w="sm" len="sm"/>
                    </a:lnT>
                    <a:lnB w="9525" cap="flat" cmpd="sng" algn="ctr">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203265">
                <a:tc>
                  <a:txBody>
                    <a:bodyPr/>
                    <a:lstStyle/>
                    <a:p>
                      <a:pPr marL="0" marR="0" lvl="0" indent="0" algn="l" rtl="0">
                        <a:spcBef>
                          <a:spcPts val="0"/>
                        </a:spcBef>
                        <a:spcAft>
                          <a:spcPts val="0"/>
                        </a:spcAft>
                        <a:buNone/>
                      </a:pPr>
                      <a:endParaRPr sz="800" i="1" dirty="0">
                        <a:solidFill>
                          <a:srgbClr val="008040"/>
                        </a:solidFill>
                      </a:endParaRPr>
                    </a:p>
                  </a:txBody>
                  <a:tcPr marL="46800" marR="4680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lgn="ctr">
                      <a:solidFill>
                        <a:srgbClr val="000000">
                          <a:alpha val="0"/>
                        </a:srgbClr>
                      </a:solidFill>
                      <a:prstDash val="solid"/>
                      <a:round/>
                      <a:headEnd type="none" w="sm" len="sm"/>
                      <a:tailEnd type="none" w="sm" len="sm"/>
                    </a:lnB>
                  </a:tcPr>
                </a:tc>
                <a:tc>
                  <a:txBody>
                    <a:bodyPr/>
                    <a:lstStyle/>
                    <a:p>
                      <a:pPr marL="171450" marR="0" lvl="0" indent="-114300" algn="l" rtl="0">
                        <a:lnSpc>
                          <a:spcPct val="100000"/>
                        </a:lnSpc>
                        <a:spcBef>
                          <a:spcPts val="0"/>
                        </a:spcBef>
                        <a:spcAft>
                          <a:spcPts val="0"/>
                        </a:spcAft>
                        <a:buClr>
                          <a:schemeClr val="dk1"/>
                        </a:buClr>
                        <a:buSzPts val="900"/>
                        <a:buFont typeface="Arial"/>
                        <a:buNone/>
                      </a:pPr>
                      <a:endParaRPr sz="800">
                        <a:solidFill>
                          <a:schemeClr val="dk1"/>
                        </a:solidFill>
                        <a:latin typeface="Century Gothic"/>
                        <a:ea typeface="Century Gothic"/>
                        <a:cs typeface="Century Gothic"/>
                        <a:sym typeface="Century Gothic"/>
                      </a:endParaRPr>
                    </a:p>
                  </a:txBody>
                  <a:tcPr marL="46800" marR="46800" marT="45725" marB="45725">
                    <a:lnL w="9525" cap="flat" cmpd="sng">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lgn="ctr">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2"/>
                        </a:buClr>
                        <a:buSzPts val="1400"/>
                        <a:buFont typeface="Century Gothic"/>
                        <a:buNone/>
                      </a:pPr>
                      <a:r>
                        <a:rPr lang="en-GB" sz="700" b="1" dirty="0">
                          <a:solidFill>
                            <a:schemeClr val="dk2"/>
                          </a:solidFill>
                          <a:latin typeface="Century Gothic"/>
                          <a:ea typeface="Century Gothic"/>
                          <a:cs typeface="Century Gothic"/>
                          <a:sym typeface="Century Gothic"/>
                        </a:rPr>
                        <a:t>Outcome</a:t>
                      </a:r>
                      <a:endParaRPr sz="700" dirty="0"/>
                    </a:p>
                  </a:txBody>
                  <a:tcPr marL="46800" marR="46800" marT="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lgn="ctr">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798515">
                <a:tc gridSpan="3">
                  <a:txBody>
                    <a:bodyPr/>
                    <a:lstStyle/>
                    <a:p>
                      <a:pPr marL="171450" marR="0" lvl="0" indent="-171450" algn="l" rtl="0">
                        <a:lnSpc>
                          <a:spcPct val="100000"/>
                        </a:lnSpc>
                        <a:spcBef>
                          <a:spcPts val="0"/>
                        </a:spcBef>
                        <a:spcAft>
                          <a:spcPts val="0"/>
                        </a:spcAft>
                        <a:buClr>
                          <a:schemeClr val="dk1"/>
                        </a:buClr>
                        <a:buSzPts val="900"/>
                        <a:buFont typeface="Arial"/>
                        <a:buChar char="•"/>
                      </a:pPr>
                      <a:r>
                        <a:rPr lang="en-GB" sz="700" dirty="0"/>
                        <a:t>Reduced costs of new customer acquisition through improved targeting of prospects</a:t>
                      </a:r>
                      <a:endParaRPr sz="700" dirty="0"/>
                    </a:p>
                    <a:p>
                      <a:pPr marL="171450" marR="0" lvl="0" indent="-171450" algn="l" rtl="0">
                        <a:lnSpc>
                          <a:spcPct val="100000"/>
                        </a:lnSpc>
                        <a:spcBef>
                          <a:spcPts val="0"/>
                        </a:spcBef>
                        <a:spcAft>
                          <a:spcPts val="0"/>
                        </a:spcAft>
                        <a:buClr>
                          <a:schemeClr val="dk1"/>
                        </a:buClr>
                        <a:buSzPts val="900"/>
                        <a:buFont typeface="Arial"/>
                        <a:buChar char="•"/>
                      </a:pPr>
                      <a:r>
                        <a:rPr lang="en-GB" sz="700" dirty="0"/>
                        <a:t>Increased customer conversion through automated identification of potential intervention points – triggered by elapse times for each stage of the acquisition process</a:t>
                      </a:r>
                      <a:endParaRPr sz="700" dirty="0"/>
                    </a:p>
                    <a:p>
                      <a:pPr marL="171450" marR="0" lvl="0" indent="-171450" algn="l" rtl="0">
                        <a:lnSpc>
                          <a:spcPct val="100000"/>
                        </a:lnSpc>
                        <a:spcBef>
                          <a:spcPts val="0"/>
                        </a:spcBef>
                        <a:spcAft>
                          <a:spcPts val="0"/>
                        </a:spcAft>
                        <a:buClr>
                          <a:schemeClr val="dk1"/>
                        </a:buClr>
                        <a:buSzPts val="900"/>
                        <a:buFont typeface="Arial"/>
                        <a:buChar char="•"/>
                      </a:pPr>
                      <a:r>
                        <a:rPr lang="en-GB" sz="700" dirty="0"/>
                        <a:t>Increased transparency of acquisition processes allowing timely intervention to address issues or SLA breaches</a:t>
                      </a:r>
                      <a:endParaRPr sz="700" dirty="0"/>
                    </a:p>
                    <a:p>
                      <a:pPr marL="171450" marR="0" lvl="0" indent="-171450" algn="l" rtl="0">
                        <a:lnSpc>
                          <a:spcPct val="100000"/>
                        </a:lnSpc>
                        <a:spcBef>
                          <a:spcPts val="0"/>
                        </a:spcBef>
                        <a:spcAft>
                          <a:spcPts val="0"/>
                        </a:spcAft>
                        <a:buClr>
                          <a:schemeClr val="dk1"/>
                        </a:buClr>
                        <a:buSzPts val="900"/>
                        <a:buFont typeface="Arial"/>
                        <a:buChar char="•"/>
                      </a:pPr>
                      <a:r>
                        <a:rPr lang="en-GB" sz="700" dirty="0"/>
                        <a:t>Improved forecasting of outlook / product openings through the application process</a:t>
                      </a:r>
                      <a:endParaRPr sz="700" dirty="0">
                        <a:solidFill>
                          <a:schemeClr val="dk1"/>
                        </a:solidFill>
                        <a:latin typeface="Century Gothic"/>
                        <a:sym typeface="Century Gothic"/>
                      </a:endParaRPr>
                    </a:p>
                    <a:p>
                      <a:pPr marL="171450" marR="0" lvl="0" indent="-171450" algn="l" rtl="0">
                        <a:lnSpc>
                          <a:spcPct val="100000"/>
                        </a:lnSpc>
                        <a:spcBef>
                          <a:spcPts val="0"/>
                        </a:spcBef>
                        <a:spcAft>
                          <a:spcPts val="0"/>
                        </a:spcAft>
                        <a:buClr>
                          <a:schemeClr val="dk1"/>
                        </a:buClr>
                        <a:buSzPts val="900"/>
                        <a:buFont typeface="Arial"/>
                        <a:buChar char="•"/>
                      </a:pPr>
                      <a:r>
                        <a:rPr lang="en-GB" sz="700" dirty="0"/>
                        <a:t>Achieve 50%+ digital onboarding rate (current &lt;15%) by 2027</a:t>
                      </a:r>
                      <a:endParaRPr sz="700" dirty="0"/>
                    </a:p>
                    <a:p>
                      <a:pPr marL="171450" marR="0" lvl="0" indent="-171450" algn="l" rtl="0">
                        <a:lnSpc>
                          <a:spcPct val="100000"/>
                        </a:lnSpc>
                        <a:spcBef>
                          <a:spcPts val="0"/>
                        </a:spcBef>
                        <a:spcAft>
                          <a:spcPts val="0"/>
                        </a:spcAft>
                        <a:buClr>
                          <a:schemeClr val="dk1"/>
                        </a:buClr>
                        <a:buSzPts val="900"/>
                        <a:buFont typeface="Arial"/>
                        <a:buChar char="•"/>
                      </a:pPr>
                      <a:r>
                        <a:rPr lang="en-GB" sz="700" dirty="0"/>
                        <a:t>Reduce time-to-account from 3-5 days to &lt;10 minutes via digital channels</a:t>
                      </a:r>
                      <a:endParaRPr sz="700" dirty="0"/>
                    </a:p>
                    <a:p>
                      <a:pPr marL="171450" marR="0" lvl="0" indent="-171450" algn="l" rtl="0">
                        <a:lnSpc>
                          <a:spcPct val="100000"/>
                        </a:lnSpc>
                        <a:spcBef>
                          <a:spcPts val="0"/>
                        </a:spcBef>
                        <a:spcAft>
                          <a:spcPts val="0"/>
                        </a:spcAft>
                        <a:buClr>
                          <a:schemeClr val="dk1"/>
                        </a:buClr>
                        <a:buSzPts val="900"/>
                        <a:buFont typeface="Arial"/>
                        <a:buChar char="•"/>
                      </a:pPr>
                      <a:r>
                        <a:rPr lang="en-GB" sz="700" dirty="0"/>
                        <a:t>Acquire 2-3M new customers annually at 60% lower cost through digital and agent channels</a:t>
                      </a:r>
                      <a:endParaRPr sz="700" dirty="0"/>
                    </a:p>
                  </a:txBody>
                  <a:tcPr marL="46800" marR="4680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hMerge="1">
                  <a:txBody>
                    <a:bodyPr/>
                    <a:lstStyle/>
                    <a:p>
                      <a:pPr marL="171450" marR="0" lvl="0" indent="-114300" algn="l" rtl="0">
                        <a:lnSpc>
                          <a:spcPct val="100000"/>
                        </a:lnSpc>
                        <a:spcBef>
                          <a:spcPts val="0"/>
                        </a:spcBef>
                        <a:spcAft>
                          <a:spcPts val="0"/>
                        </a:spcAft>
                        <a:buClr>
                          <a:schemeClr val="dk1"/>
                        </a:buClr>
                        <a:buSzPts val="900"/>
                        <a:buFont typeface="Arial"/>
                        <a:buNone/>
                      </a:pPr>
                      <a:endParaRPr sz="800" dirty="0">
                        <a:solidFill>
                          <a:schemeClr val="dk1"/>
                        </a:solidFill>
                        <a:latin typeface="Century Gothic"/>
                        <a:ea typeface="Century Gothic"/>
                        <a:cs typeface="Century Gothic"/>
                        <a:sym typeface="Century Gothic"/>
                      </a:endParaRPr>
                    </a:p>
                  </a:txBody>
                  <a:tcPr marL="46800" marR="46800" marT="45725" marB="45725">
                    <a:lnL w="9525" cap="flat" cmpd="sng" algn="ctr">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hMerge="1">
                  <a:txBody>
                    <a:bodyPr/>
                    <a:lstStyle/>
                    <a:p>
                      <a:endParaRPr dirty="0"/>
                    </a:p>
                  </a:txBody>
                  <a:tcPr marL="46800" marR="46800" marT="45725" marB="45725">
                    <a:lnL w="9525" cap="flat" cmpd="sng" algn="ctr">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448480903"/>
                  </a:ext>
                </a:extLst>
              </a:tr>
            </a:tbl>
          </a:graphicData>
        </a:graphic>
      </p:graphicFrame>
      <p:grpSp>
        <p:nvGrpSpPr>
          <p:cNvPr id="1441" name="Google Shape;1441;p96"/>
          <p:cNvGrpSpPr/>
          <p:nvPr/>
        </p:nvGrpSpPr>
        <p:grpSpPr>
          <a:xfrm>
            <a:off x="7263352" y="182032"/>
            <a:ext cx="1588417" cy="563229"/>
            <a:chOff x="3241483" y="678377"/>
            <a:chExt cx="2432605" cy="1508418"/>
          </a:xfrm>
        </p:grpSpPr>
        <p:sp>
          <p:nvSpPr>
            <p:cNvPr id="1442" name="Google Shape;1442;p96"/>
            <p:cNvSpPr/>
            <p:nvPr/>
          </p:nvSpPr>
          <p:spPr>
            <a:xfrm>
              <a:off x="3241483" y="678377"/>
              <a:ext cx="2432605" cy="1508418"/>
            </a:xfrm>
            <a:prstGeom prst="rect">
              <a:avLst/>
            </a:prstGeom>
            <a:solidFill>
              <a:srgbClr val="FFFFFF"/>
            </a:solidFill>
            <a:ln w="22225" cap="flat" cmpd="sng">
              <a:solidFill>
                <a:srgbClr val="FFFFFF"/>
              </a:solidFill>
              <a:prstDash val="dot"/>
              <a:miter lim="800000"/>
              <a:headEnd type="none" w="sm" len="sm"/>
              <a:tailEnd type="none" w="sm" len="sm"/>
            </a:ln>
          </p:spPr>
          <p:txBody>
            <a:bodyPr spcFirstLastPara="1" wrap="square" lIns="36000" tIns="36000" rIns="36000" bIns="36000" anchor="t" anchorCtr="0">
              <a:noAutofit/>
            </a:bodyPr>
            <a:lstStyle/>
            <a:p>
              <a:pPr marL="0" marR="0" lvl="0" indent="0" algn="ctr" rtl="0">
                <a:lnSpc>
                  <a:spcPct val="95000"/>
                </a:lnSpc>
                <a:spcBef>
                  <a:spcPts val="0"/>
                </a:spcBef>
                <a:spcAft>
                  <a:spcPts val="0"/>
                </a:spcAft>
                <a:buClr>
                  <a:srgbClr val="FFFFFF"/>
                </a:buClr>
                <a:buSzPts val="1200"/>
                <a:buFont typeface="Century Gothic"/>
                <a:buNone/>
              </a:pPr>
              <a:br>
                <a:rPr lang="en-GB" sz="1200" b="1" i="0" u="none" strike="noStrike" cap="none">
                  <a:solidFill>
                    <a:srgbClr val="3C3C3B"/>
                  </a:solidFill>
                  <a:latin typeface="Century Gothic"/>
                  <a:ea typeface="Century Gothic"/>
                  <a:cs typeface="Century Gothic"/>
                  <a:sym typeface="Century Gothic"/>
                </a:rPr>
              </a:br>
              <a:endParaRPr sz="1200" b="1" i="0" u="none" strike="noStrike" cap="none">
                <a:solidFill>
                  <a:srgbClr val="3C3C3B"/>
                </a:solidFill>
                <a:latin typeface="Century Gothic"/>
                <a:ea typeface="Century Gothic"/>
                <a:cs typeface="Century Gothic"/>
                <a:sym typeface="Century Gothic"/>
              </a:endParaRPr>
            </a:p>
            <a:p>
              <a:pPr marL="0" marR="0" lvl="0" indent="0" algn="l" rtl="0">
                <a:lnSpc>
                  <a:spcPct val="95000"/>
                </a:lnSpc>
                <a:spcBef>
                  <a:spcPts val="0"/>
                </a:spcBef>
                <a:spcAft>
                  <a:spcPts val="0"/>
                </a:spcAft>
                <a:buClr>
                  <a:srgbClr val="FFFFFF"/>
                </a:buClr>
                <a:buSzPts val="1200"/>
                <a:buFont typeface="Century Gothic"/>
                <a:buNone/>
              </a:pPr>
              <a:br>
                <a:rPr lang="en-GB" sz="1200" b="1" i="0" u="none" strike="noStrike" cap="none">
                  <a:solidFill>
                    <a:srgbClr val="3C3C3B"/>
                  </a:solidFill>
                  <a:latin typeface="Century Gothic"/>
                  <a:ea typeface="Century Gothic"/>
                  <a:cs typeface="Century Gothic"/>
                  <a:sym typeface="Century Gothic"/>
                </a:rPr>
              </a:br>
              <a:endParaRPr sz="1000" b="1" i="0" u="none" strike="noStrike" cap="none">
                <a:solidFill>
                  <a:srgbClr val="3C3C3B"/>
                </a:solidFill>
                <a:latin typeface="Century Gothic"/>
                <a:ea typeface="Century Gothic"/>
                <a:cs typeface="Century Gothic"/>
                <a:sym typeface="Century Gothic"/>
              </a:endParaRPr>
            </a:p>
          </p:txBody>
        </p:sp>
        <p:grpSp>
          <p:nvGrpSpPr>
            <p:cNvPr id="1443" name="Google Shape;1443;p96"/>
            <p:cNvGrpSpPr/>
            <p:nvPr/>
          </p:nvGrpSpPr>
          <p:grpSpPr>
            <a:xfrm>
              <a:off x="3430680" y="814892"/>
              <a:ext cx="2230757" cy="1257815"/>
              <a:chOff x="6269745" y="1818918"/>
              <a:chExt cx="2825275" cy="1593033"/>
            </a:xfrm>
          </p:grpSpPr>
          <p:grpSp>
            <p:nvGrpSpPr>
              <p:cNvPr id="1444" name="Google Shape;1444;p96"/>
              <p:cNvGrpSpPr/>
              <p:nvPr/>
            </p:nvGrpSpPr>
            <p:grpSpPr>
              <a:xfrm>
                <a:off x="7216189" y="1999143"/>
                <a:ext cx="992955" cy="399680"/>
                <a:chOff x="1795630" y="3780481"/>
                <a:chExt cx="992955" cy="399680"/>
              </a:xfrm>
            </p:grpSpPr>
            <p:sp>
              <p:nvSpPr>
                <p:cNvPr id="1445" name="Google Shape;1445;p96"/>
                <p:cNvSpPr/>
                <p:nvPr/>
              </p:nvSpPr>
              <p:spPr>
                <a:xfrm>
                  <a:off x="1941288" y="3941602"/>
                  <a:ext cx="283523" cy="128647"/>
                </a:xfrm>
                <a:custGeom>
                  <a:avLst/>
                  <a:gdLst/>
                  <a:ahLst/>
                  <a:cxnLst/>
                  <a:rect l="l" t="t" r="r" b="b"/>
                  <a:pathLst>
                    <a:path w="246" h="111" extrusionOk="0">
                      <a:moveTo>
                        <a:pt x="225" y="0"/>
                      </a:moveTo>
                      <a:cubicBezTo>
                        <a:pt x="214" y="0"/>
                        <a:pt x="204" y="10"/>
                        <a:pt x="204" y="21"/>
                      </a:cubicBezTo>
                      <a:cubicBezTo>
                        <a:pt x="204" y="25"/>
                        <a:pt x="206" y="29"/>
                        <a:pt x="208" y="33"/>
                      </a:cubicBezTo>
                      <a:cubicBezTo>
                        <a:pt x="157" y="74"/>
                        <a:pt x="157" y="74"/>
                        <a:pt x="157" y="74"/>
                      </a:cubicBezTo>
                      <a:cubicBezTo>
                        <a:pt x="153" y="71"/>
                        <a:pt x="148" y="69"/>
                        <a:pt x="143" y="69"/>
                      </a:cubicBezTo>
                      <a:cubicBezTo>
                        <a:pt x="137" y="69"/>
                        <a:pt x="131" y="71"/>
                        <a:pt x="128" y="75"/>
                      </a:cubicBezTo>
                      <a:cubicBezTo>
                        <a:pt x="86" y="46"/>
                        <a:pt x="86" y="46"/>
                        <a:pt x="86" y="46"/>
                      </a:cubicBezTo>
                      <a:cubicBezTo>
                        <a:pt x="87" y="43"/>
                        <a:pt x="88" y="40"/>
                        <a:pt x="88" y="37"/>
                      </a:cubicBezTo>
                      <a:cubicBezTo>
                        <a:pt x="88" y="25"/>
                        <a:pt x="78" y="16"/>
                        <a:pt x="67" y="16"/>
                      </a:cubicBezTo>
                      <a:cubicBezTo>
                        <a:pt x="55" y="16"/>
                        <a:pt x="46" y="25"/>
                        <a:pt x="46" y="37"/>
                      </a:cubicBezTo>
                      <a:cubicBezTo>
                        <a:pt x="46" y="40"/>
                        <a:pt x="46" y="42"/>
                        <a:pt x="47" y="45"/>
                      </a:cubicBezTo>
                      <a:cubicBezTo>
                        <a:pt x="0" y="74"/>
                        <a:pt x="0" y="74"/>
                        <a:pt x="0" y="74"/>
                      </a:cubicBezTo>
                      <a:cubicBezTo>
                        <a:pt x="4" y="80"/>
                        <a:pt x="4" y="80"/>
                        <a:pt x="4" y="80"/>
                      </a:cubicBezTo>
                      <a:cubicBezTo>
                        <a:pt x="51" y="51"/>
                        <a:pt x="51" y="51"/>
                        <a:pt x="51" y="51"/>
                      </a:cubicBezTo>
                      <a:cubicBezTo>
                        <a:pt x="55" y="55"/>
                        <a:pt x="61" y="58"/>
                        <a:pt x="67" y="58"/>
                      </a:cubicBezTo>
                      <a:cubicBezTo>
                        <a:pt x="73" y="58"/>
                        <a:pt x="78" y="55"/>
                        <a:pt x="82" y="51"/>
                      </a:cubicBezTo>
                      <a:cubicBezTo>
                        <a:pt x="124" y="81"/>
                        <a:pt x="124" y="81"/>
                        <a:pt x="124" y="81"/>
                      </a:cubicBezTo>
                      <a:cubicBezTo>
                        <a:pt x="122" y="84"/>
                        <a:pt x="122" y="87"/>
                        <a:pt x="122" y="90"/>
                      </a:cubicBezTo>
                      <a:cubicBezTo>
                        <a:pt x="122" y="102"/>
                        <a:pt x="131" y="111"/>
                        <a:pt x="143" y="111"/>
                      </a:cubicBezTo>
                      <a:cubicBezTo>
                        <a:pt x="154" y="111"/>
                        <a:pt x="164" y="102"/>
                        <a:pt x="164" y="90"/>
                      </a:cubicBezTo>
                      <a:cubicBezTo>
                        <a:pt x="164" y="86"/>
                        <a:pt x="163" y="83"/>
                        <a:pt x="161" y="80"/>
                      </a:cubicBezTo>
                      <a:cubicBezTo>
                        <a:pt x="212" y="38"/>
                        <a:pt x="212" y="38"/>
                        <a:pt x="212" y="38"/>
                      </a:cubicBezTo>
                      <a:cubicBezTo>
                        <a:pt x="216" y="40"/>
                        <a:pt x="220" y="42"/>
                        <a:pt x="225" y="42"/>
                      </a:cubicBezTo>
                      <a:cubicBezTo>
                        <a:pt x="237" y="42"/>
                        <a:pt x="246" y="33"/>
                        <a:pt x="246" y="21"/>
                      </a:cubicBezTo>
                      <a:cubicBezTo>
                        <a:pt x="246" y="10"/>
                        <a:pt x="237" y="0"/>
                        <a:pt x="225" y="0"/>
                      </a:cubicBezTo>
                      <a:close/>
                    </a:path>
                  </a:pathLst>
                </a:custGeom>
                <a:solidFill>
                  <a:srgbClr val="CD391F">
                    <a:alpha val="69803"/>
                  </a:srgbClr>
                </a:solid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Century Gothic"/>
                    <a:buNone/>
                  </a:pPr>
                  <a:endParaRPr sz="1800" b="0" i="0" u="none" strike="noStrike" cap="none">
                    <a:solidFill>
                      <a:srgbClr val="3C3C3B"/>
                    </a:solidFill>
                    <a:latin typeface="Century Gothic"/>
                    <a:ea typeface="Century Gothic"/>
                    <a:cs typeface="Century Gothic"/>
                    <a:sym typeface="Century Gothic"/>
                  </a:endParaRPr>
                </a:p>
              </p:txBody>
            </p:sp>
            <p:sp>
              <p:nvSpPr>
                <p:cNvPr id="1446" name="Google Shape;1446;p96"/>
                <p:cNvSpPr/>
                <p:nvPr/>
              </p:nvSpPr>
              <p:spPr>
                <a:xfrm>
                  <a:off x="1795630" y="3780481"/>
                  <a:ext cx="992955" cy="399680"/>
                </a:xfrm>
                <a:custGeom>
                  <a:avLst/>
                  <a:gdLst/>
                  <a:ahLst/>
                  <a:cxnLst/>
                  <a:rect l="l" t="t" r="r" b="b"/>
                  <a:pathLst>
                    <a:path w="863" h="346" extrusionOk="0">
                      <a:moveTo>
                        <a:pt x="835" y="130"/>
                      </a:moveTo>
                      <a:cubicBezTo>
                        <a:pt x="814" y="55"/>
                        <a:pt x="739" y="0"/>
                        <a:pt x="651" y="0"/>
                      </a:cubicBezTo>
                      <a:cubicBezTo>
                        <a:pt x="592" y="0"/>
                        <a:pt x="540" y="24"/>
                        <a:pt x="505" y="61"/>
                      </a:cubicBezTo>
                      <a:cubicBezTo>
                        <a:pt x="505" y="61"/>
                        <a:pt x="470" y="90"/>
                        <a:pt x="431" y="90"/>
                      </a:cubicBezTo>
                      <a:cubicBezTo>
                        <a:pt x="393" y="90"/>
                        <a:pt x="358" y="61"/>
                        <a:pt x="358" y="61"/>
                      </a:cubicBezTo>
                      <a:cubicBezTo>
                        <a:pt x="323" y="24"/>
                        <a:pt x="271" y="0"/>
                        <a:pt x="212" y="0"/>
                      </a:cubicBezTo>
                      <a:cubicBezTo>
                        <a:pt x="123" y="0"/>
                        <a:pt x="49" y="55"/>
                        <a:pt x="28" y="130"/>
                      </a:cubicBezTo>
                      <a:cubicBezTo>
                        <a:pt x="0" y="130"/>
                        <a:pt x="0" y="130"/>
                        <a:pt x="0" y="130"/>
                      </a:cubicBezTo>
                      <a:cubicBezTo>
                        <a:pt x="0" y="215"/>
                        <a:pt x="0" y="215"/>
                        <a:pt x="0" y="215"/>
                      </a:cubicBezTo>
                      <a:cubicBezTo>
                        <a:pt x="28" y="215"/>
                        <a:pt x="28" y="215"/>
                        <a:pt x="28" y="215"/>
                      </a:cubicBezTo>
                      <a:cubicBezTo>
                        <a:pt x="49" y="290"/>
                        <a:pt x="123" y="346"/>
                        <a:pt x="212" y="346"/>
                      </a:cubicBezTo>
                      <a:cubicBezTo>
                        <a:pt x="289" y="346"/>
                        <a:pt x="355" y="305"/>
                        <a:pt x="385" y="246"/>
                      </a:cubicBezTo>
                      <a:cubicBezTo>
                        <a:pt x="400" y="217"/>
                        <a:pt x="430" y="212"/>
                        <a:pt x="431" y="211"/>
                      </a:cubicBezTo>
                      <a:cubicBezTo>
                        <a:pt x="433" y="212"/>
                        <a:pt x="463" y="217"/>
                        <a:pt x="478" y="246"/>
                      </a:cubicBezTo>
                      <a:cubicBezTo>
                        <a:pt x="508" y="305"/>
                        <a:pt x="574" y="346"/>
                        <a:pt x="651" y="346"/>
                      </a:cubicBezTo>
                      <a:cubicBezTo>
                        <a:pt x="739" y="346"/>
                        <a:pt x="814" y="290"/>
                        <a:pt x="835" y="215"/>
                      </a:cubicBezTo>
                      <a:cubicBezTo>
                        <a:pt x="863" y="215"/>
                        <a:pt x="863" y="215"/>
                        <a:pt x="863" y="215"/>
                      </a:cubicBezTo>
                      <a:cubicBezTo>
                        <a:pt x="863" y="130"/>
                        <a:pt x="863" y="130"/>
                        <a:pt x="863" y="130"/>
                      </a:cubicBezTo>
                      <a:lnTo>
                        <a:pt x="835" y="130"/>
                      </a:lnTo>
                      <a:close/>
                      <a:moveTo>
                        <a:pt x="212" y="309"/>
                      </a:moveTo>
                      <a:cubicBezTo>
                        <a:pt x="127" y="309"/>
                        <a:pt x="59" y="248"/>
                        <a:pt x="59" y="173"/>
                      </a:cubicBezTo>
                      <a:cubicBezTo>
                        <a:pt x="59" y="98"/>
                        <a:pt x="127" y="36"/>
                        <a:pt x="212" y="36"/>
                      </a:cubicBezTo>
                      <a:cubicBezTo>
                        <a:pt x="297" y="36"/>
                        <a:pt x="366" y="98"/>
                        <a:pt x="366" y="173"/>
                      </a:cubicBezTo>
                      <a:cubicBezTo>
                        <a:pt x="366" y="248"/>
                        <a:pt x="297" y="309"/>
                        <a:pt x="212" y="309"/>
                      </a:cubicBezTo>
                      <a:close/>
                      <a:moveTo>
                        <a:pt x="761" y="268"/>
                      </a:moveTo>
                      <a:cubicBezTo>
                        <a:pt x="761" y="111"/>
                        <a:pt x="761" y="111"/>
                        <a:pt x="761" y="111"/>
                      </a:cubicBezTo>
                      <a:cubicBezTo>
                        <a:pt x="703" y="111"/>
                        <a:pt x="703" y="111"/>
                        <a:pt x="703" y="111"/>
                      </a:cubicBezTo>
                      <a:cubicBezTo>
                        <a:pt x="703" y="301"/>
                        <a:pt x="703" y="301"/>
                        <a:pt x="703" y="301"/>
                      </a:cubicBezTo>
                      <a:cubicBezTo>
                        <a:pt x="696" y="304"/>
                        <a:pt x="688" y="306"/>
                        <a:pt x="680" y="307"/>
                      </a:cubicBezTo>
                      <a:cubicBezTo>
                        <a:pt x="680" y="165"/>
                        <a:pt x="680" y="165"/>
                        <a:pt x="680" y="165"/>
                      </a:cubicBezTo>
                      <a:cubicBezTo>
                        <a:pt x="622" y="165"/>
                        <a:pt x="622" y="165"/>
                        <a:pt x="622" y="165"/>
                      </a:cubicBezTo>
                      <a:cubicBezTo>
                        <a:pt x="622" y="307"/>
                        <a:pt x="622" y="307"/>
                        <a:pt x="622" y="307"/>
                      </a:cubicBezTo>
                      <a:cubicBezTo>
                        <a:pt x="614" y="306"/>
                        <a:pt x="606" y="304"/>
                        <a:pt x="598" y="301"/>
                      </a:cubicBezTo>
                      <a:cubicBezTo>
                        <a:pt x="598" y="235"/>
                        <a:pt x="598" y="235"/>
                        <a:pt x="598" y="235"/>
                      </a:cubicBezTo>
                      <a:cubicBezTo>
                        <a:pt x="541" y="235"/>
                        <a:pt x="541" y="235"/>
                        <a:pt x="541" y="235"/>
                      </a:cubicBezTo>
                      <a:cubicBezTo>
                        <a:pt x="541" y="269"/>
                        <a:pt x="541" y="269"/>
                        <a:pt x="541" y="269"/>
                      </a:cubicBezTo>
                      <a:cubicBezTo>
                        <a:pt x="514" y="244"/>
                        <a:pt x="497" y="210"/>
                        <a:pt x="497" y="173"/>
                      </a:cubicBezTo>
                      <a:cubicBezTo>
                        <a:pt x="497" y="98"/>
                        <a:pt x="566" y="36"/>
                        <a:pt x="651" y="36"/>
                      </a:cubicBezTo>
                      <a:cubicBezTo>
                        <a:pt x="736" y="36"/>
                        <a:pt x="804" y="98"/>
                        <a:pt x="804" y="173"/>
                      </a:cubicBezTo>
                      <a:cubicBezTo>
                        <a:pt x="804" y="210"/>
                        <a:pt x="788" y="244"/>
                        <a:pt x="761" y="268"/>
                      </a:cubicBezTo>
                      <a:close/>
                    </a:path>
                  </a:pathLst>
                </a:custGeom>
                <a:solidFill>
                  <a:srgbClr val="CD391F">
                    <a:alpha val="69803"/>
                  </a:srgbClr>
                </a:solid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Century Gothic"/>
                    <a:buNone/>
                  </a:pPr>
                  <a:endParaRPr sz="1800" b="0" i="0" u="none" strike="noStrike" cap="none">
                    <a:solidFill>
                      <a:srgbClr val="3C3C3B"/>
                    </a:solidFill>
                    <a:latin typeface="Century Gothic"/>
                    <a:ea typeface="Century Gothic"/>
                    <a:cs typeface="Century Gothic"/>
                    <a:sym typeface="Century Gothic"/>
                  </a:endParaRPr>
                </a:p>
              </p:txBody>
            </p:sp>
          </p:grpSp>
          <p:grpSp>
            <p:nvGrpSpPr>
              <p:cNvPr id="1447" name="Google Shape;1447;p96"/>
              <p:cNvGrpSpPr/>
              <p:nvPr/>
            </p:nvGrpSpPr>
            <p:grpSpPr>
              <a:xfrm>
                <a:off x="8395782" y="1818918"/>
                <a:ext cx="582035" cy="745654"/>
                <a:chOff x="6632575" y="6389688"/>
                <a:chExt cx="739775" cy="947737"/>
              </a:xfrm>
            </p:grpSpPr>
            <p:sp>
              <p:nvSpPr>
                <p:cNvPr id="1448" name="Google Shape;1448;p96"/>
                <p:cNvSpPr/>
                <p:nvPr/>
              </p:nvSpPr>
              <p:spPr>
                <a:xfrm>
                  <a:off x="6632575" y="6389688"/>
                  <a:ext cx="739775" cy="947737"/>
                </a:xfrm>
                <a:custGeom>
                  <a:avLst/>
                  <a:gdLst/>
                  <a:ahLst/>
                  <a:cxnLst/>
                  <a:rect l="l" t="t" r="r" b="b"/>
                  <a:pathLst>
                    <a:path w="613" h="784" extrusionOk="0">
                      <a:moveTo>
                        <a:pt x="307" y="784"/>
                      </a:moveTo>
                      <a:cubicBezTo>
                        <a:pt x="158" y="784"/>
                        <a:pt x="0" y="746"/>
                        <a:pt x="0" y="675"/>
                      </a:cubicBezTo>
                      <a:cubicBezTo>
                        <a:pt x="0" y="109"/>
                        <a:pt x="0" y="109"/>
                        <a:pt x="0" y="109"/>
                      </a:cubicBezTo>
                      <a:cubicBezTo>
                        <a:pt x="0" y="38"/>
                        <a:pt x="158" y="0"/>
                        <a:pt x="307" y="0"/>
                      </a:cubicBezTo>
                      <a:cubicBezTo>
                        <a:pt x="455" y="0"/>
                        <a:pt x="613" y="38"/>
                        <a:pt x="613" y="109"/>
                      </a:cubicBezTo>
                      <a:cubicBezTo>
                        <a:pt x="613" y="675"/>
                        <a:pt x="613" y="675"/>
                        <a:pt x="613" y="675"/>
                      </a:cubicBezTo>
                      <a:cubicBezTo>
                        <a:pt x="613" y="746"/>
                        <a:pt x="455" y="784"/>
                        <a:pt x="307" y="784"/>
                      </a:cubicBezTo>
                      <a:close/>
                      <a:moveTo>
                        <a:pt x="307" y="26"/>
                      </a:moveTo>
                      <a:cubicBezTo>
                        <a:pt x="230" y="26"/>
                        <a:pt x="157" y="36"/>
                        <a:pt x="103" y="54"/>
                      </a:cubicBezTo>
                      <a:cubicBezTo>
                        <a:pt x="55" y="69"/>
                        <a:pt x="27" y="90"/>
                        <a:pt x="27" y="109"/>
                      </a:cubicBezTo>
                      <a:cubicBezTo>
                        <a:pt x="27" y="675"/>
                        <a:pt x="27" y="675"/>
                        <a:pt x="27" y="675"/>
                      </a:cubicBezTo>
                      <a:cubicBezTo>
                        <a:pt x="27" y="693"/>
                        <a:pt x="55" y="714"/>
                        <a:pt x="103" y="730"/>
                      </a:cubicBezTo>
                      <a:cubicBezTo>
                        <a:pt x="157" y="747"/>
                        <a:pt x="230" y="757"/>
                        <a:pt x="307" y="757"/>
                      </a:cubicBezTo>
                      <a:cubicBezTo>
                        <a:pt x="384" y="757"/>
                        <a:pt x="456" y="747"/>
                        <a:pt x="510" y="730"/>
                      </a:cubicBezTo>
                      <a:cubicBezTo>
                        <a:pt x="558" y="714"/>
                        <a:pt x="587" y="693"/>
                        <a:pt x="587" y="675"/>
                      </a:cubicBezTo>
                      <a:cubicBezTo>
                        <a:pt x="587" y="109"/>
                        <a:pt x="587" y="109"/>
                        <a:pt x="587" y="109"/>
                      </a:cubicBezTo>
                      <a:cubicBezTo>
                        <a:pt x="587" y="90"/>
                        <a:pt x="558" y="69"/>
                        <a:pt x="510" y="54"/>
                      </a:cubicBezTo>
                      <a:cubicBezTo>
                        <a:pt x="456" y="36"/>
                        <a:pt x="384" y="26"/>
                        <a:pt x="307" y="26"/>
                      </a:cubicBezTo>
                      <a:close/>
                    </a:path>
                  </a:pathLst>
                </a:custGeom>
                <a:solidFill>
                  <a:srgbClr val="CD391F">
                    <a:alpha val="69803"/>
                  </a:srgbClr>
                </a:solid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Century Gothic"/>
                    <a:buNone/>
                  </a:pPr>
                  <a:endParaRPr sz="1800" b="0" i="0" u="none" strike="noStrike" cap="none">
                    <a:solidFill>
                      <a:srgbClr val="3C3C3B"/>
                    </a:solidFill>
                    <a:latin typeface="Century Gothic"/>
                    <a:ea typeface="Century Gothic"/>
                    <a:cs typeface="Century Gothic"/>
                    <a:sym typeface="Century Gothic"/>
                  </a:endParaRPr>
                </a:p>
              </p:txBody>
            </p:sp>
            <p:sp>
              <p:nvSpPr>
                <p:cNvPr id="1449" name="Google Shape;1449;p96"/>
                <p:cNvSpPr/>
                <p:nvPr/>
              </p:nvSpPr>
              <p:spPr>
                <a:xfrm>
                  <a:off x="6732588" y="6604000"/>
                  <a:ext cx="530225" cy="509587"/>
                </a:xfrm>
                <a:custGeom>
                  <a:avLst/>
                  <a:gdLst/>
                  <a:ahLst/>
                  <a:cxnLst/>
                  <a:rect l="l" t="t" r="r" b="b"/>
                  <a:pathLst>
                    <a:path w="439" h="422" extrusionOk="0">
                      <a:moveTo>
                        <a:pt x="408" y="140"/>
                      </a:moveTo>
                      <a:cubicBezTo>
                        <a:pt x="391" y="140"/>
                        <a:pt x="377" y="154"/>
                        <a:pt x="377" y="171"/>
                      </a:cubicBezTo>
                      <a:cubicBezTo>
                        <a:pt x="377" y="173"/>
                        <a:pt x="378" y="174"/>
                        <a:pt x="378" y="176"/>
                      </a:cubicBezTo>
                      <a:cubicBezTo>
                        <a:pt x="272" y="217"/>
                        <a:pt x="272" y="217"/>
                        <a:pt x="272" y="217"/>
                      </a:cubicBezTo>
                      <a:cubicBezTo>
                        <a:pt x="259" y="193"/>
                        <a:pt x="234" y="176"/>
                        <a:pt x="205" y="175"/>
                      </a:cubicBezTo>
                      <a:cubicBezTo>
                        <a:pt x="201" y="119"/>
                        <a:pt x="201" y="119"/>
                        <a:pt x="201" y="119"/>
                      </a:cubicBezTo>
                      <a:cubicBezTo>
                        <a:pt x="229" y="114"/>
                        <a:pt x="250" y="90"/>
                        <a:pt x="250" y="60"/>
                      </a:cubicBezTo>
                      <a:cubicBezTo>
                        <a:pt x="250" y="27"/>
                        <a:pt x="223" y="0"/>
                        <a:pt x="190" y="0"/>
                      </a:cubicBezTo>
                      <a:cubicBezTo>
                        <a:pt x="157" y="0"/>
                        <a:pt x="130" y="27"/>
                        <a:pt x="130" y="60"/>
                      </a:cubicBezTo>
                      <a:cubicBezTo>
                        <a:pt x="130" y="68"/>
                        <a:pt x="132" y="75"/>
                        <a:pt x="134" y="82"/>
                      </a:cubicBezTo>
                      <a:cubicBezTo>
                        <a:pt x="55" y="123"/>
                        <a:pt x="55" y="123"/>
                        <a:pt x="55" y="123"/>
                      </a:cubicBezTo>
                      <a:cubicBezTo>
                        <a:pt x="49" y="116"/>
                        <a:pt x="41" y="112"/>
                        <a:pt x="31" y="112"/>
                      </a:cubicBezTo>
                      <a:cubicBezTo>
                        <a:pt x="14" y="112"/>
                        <a:pt x="0" y="125"/>
                        <a:pt x="0" y="142"/>
                      </a:cubicBezTo>
                      <a:cubicBezTo>
                        <a:pt x="0" y="160"/>
                        <a:pt x="14" y="173"/>
                        <a:pt x="31" y="173"/>
                      </a:cubicBezTo>
                      <a:cubicBezTo>
                        <a:pt x="48" y="173"/>
                        <a:pt x="62" y="160"/>
                        <a:pt x="62" y="142"/>
                      </a:cubicBezTo>
                      <a:cubicBezTo>
                        <a:pt x="62" y="140"/>
                        <a:pt x="62" y="137"/>
                        <a:pt x="61" y="135"/>
                      </a:cubicBezTo>
                      <a:cubicBezTo>
                        <a:pt x="140" y="94"/>
                        <a:pt x="140" y="94"/>
                        <a:pt x="140" y="94"/>
                      </a:cubicBezTo>
                      <a:cubicBezTo>
                        <a:pt x="151" y="109"/>
                        <a:pt x="168" y="119"/>
                        <a:pt x="188" y="120"/>
                      </a:cubicBezTo>
                      <a:cubicBezTo>
                        <a:pt x="192" y="176"/>
                        <a:pt x="192" y="176"/>
                        <a:pt x="192" y="176"/>
                      </a:cubicBezTo>
                      <a:cubicBezTo>
                        <a:pt x="156" y="182"/>
                        <a:pt x="128" y="213"/>
                        <a:pt x="128" y="251"/>
                      </a:cubicBezTo>
                      <a:cubicBezTo>
                        <a:pt x="128" y="293"/>
                        <a:pt x="162" y="327"/>
                        <a:pt x="204" y="327"/>
                      </a:cubicBezTo>
                      <a:cubicBezTo>
                        <a:pt x="225" y="327"/>
                        <a:pt x="244" y="318"/>
                        <a:pt x="258" y="304"/>
                      </a:cubicBezTo>
                      <a:cubicBezTo>
                        <a:pt x="321" y="356"/>
                        <a:pt x="321" y="356"/>
                        <a:pt x="321" y="356"/>
                      </a:cubicBezTo>
                      <a:cubicBezTo>
                        <a:pt x="317" y="362"/>
                        <a:pt x="315" y="370"/>
                        <a:pt x="315" y="378"/>
                      </a:cubicBezTo>
                      <a:cubicBezTo>
                        <a:pt x="315" y="402"/>
                        <a:pt x="334" y="422"/>
                        <a:pt x="358" y="422"/>
                      </a:cubicBezTo>
                      <a:cubicBezTo>
                        <a:pt x="382" y="422"/>
                        <a:pt x="402" y="402"/>
                        <a:pt x="402" y="378"/>
                      </a:cubicBezTo>
                      <a:cubicBezTo>
                        <a:pt x="402" y="354"/>
                        <a:pt x="382" y="335"/>
                        <a:pt x="358" y="335"/>
                      </a:cubicBezTo>
                      <a:cubicBezTo>
                        <a:pt x="347" y="335"/>
                        <a:pt x="337" y="339"/>
                        <a:pt x="329" y="346"/>
                      </a:cubicBezTo>
                      <a:cubicBezTo>
                        <a:pt x="266" y="294"/>
                        <a:pt x="266" y="294"/>
                        <a:pt x="266" y="294"/>
                      </a:cubicBezTo>
                      <a:cubicBezTo>
                        <a:pt x="275" y="282"/>
                        <a:pt x="280" y="267"/>
                        <a:pt x="280" y="251"/>
                      </a:cubicBezTo>
                      <a:cubicBezTo>
                        <a:pt x="280" y="244"/>
                        <a:pt x="279" y="237"/>
                        <a:pt x="277" y="230"/>
                      </a:cubicBezTo>
                      <a:cubicBezTo>
                        <a:pt x="383" y="188"/>
                        <a:pt x="383" y="188"/>
                        <a:pt x="383" y="188"/>
                      </a:cubicBezTo>
                      <a:cubicBezTo>
                        <a:pt x="388" y="197"/>
                        <a:pt x="398" y="202"/>
                        <a:pt x="408" y="202"/>
                      </a:cubicBezTo>
                      <a:cubicBezTo>
                        <a:pt x="425" y="202"/>
                        <a:pt x="439" y="188"/>
                        <a:pt x="439" y="171"/>
                      </a:cubicBezTo>
                      <a:cubicBezTo>
                        <a:pt x="439" y="154"/>
                        <a:pt x="425" y="140"/>
                        <a:pt x="408" y="140"/>
                      </a:cubicBezTo>
                      <a:close/>
                    </a:path>
                  </a:pathLst>
                </a:custGeom>
                <a:solidFill>
                  <a:srgbClr val="CD391F">
                    <a:alpha val="69803"/>
                  </a:srgbClr>
                </a:solid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Century Gothic"/>
                    <a:buNone/>
                  </a:pPr>
                  <a:endParaRPr sz="1800" b="0" i="0" u="none" strike="noStrike" cap="none">
                    <a:solidFill>
                      <a:srgbClr val="3C3C3B"/>
                    </a:solidFill>
                    <a:latin typeface="Century Gothic"/>
                    <a:ea typeface="Century Gothic"/>
                    <a:cs typeface="Century Gothic"/>
                    <a:sym typeface="Century Gothic"/>
                  </a:endParaRPr>
                </a:p>
              </p:txBody>
            </p:sp>
          </p:grpSp>
          <p:sp>
            <p:nvSpPr>
              <p:cNvPr id="1450" name="Google Shape;1450;p96"/>
              <p:cNvSpPr/>
              <p:nvPr/>
            </p:nvSpPr>
            <p:spPr>
              <a:xfrm>
                <a:off x="8278580" y="2640132"/>
                <a:ext cx="816440" cy="751329"/>
              </a:xfrm>
              <a:custGeom>
                <a:avLst/>
                <a:gdLst/>
                <a:ahLst/>
                <a:cxnLst/>
                <a:rect l="l" t="t" r="r" b="b"/>
                <a:pathLst>
                  <a:path w="805" h="733" extrusionOk="0">
                    <a:moveTo>
                      <a:pt x="456" y="617"/>
                    </a:moveTo>
                    <a:cubicBezTo>
                      <a:pt x="415" y="635"/>
                      <a:pt x="371" y="645"/>
                      <a:pt x="323" y="645"/>
                    </a:cubicBezTo>
                    <a:cubicBezTo>
                      <a:pt x="145" y="645"/>
                      <a:pt x="0" y="501"/>
                      <a:pt x="0" y="323"/>
                    </a:cubicBezTo>
                    <a:cubicBezTo>
                      <a:pt x="0" y="145"/>
                      <a:pt x="145" y="0"/>
                      <a:pt x="323" y="0"/>
                    </a:cubicBezTo>
                    <a:cubicBezTo>
                      <a:pt x="501" y="0"/>
                      <a:pt x="646" y="145"/>
                      <a:pt x="646" y="323"/>
                    </a:cubicBezTo>
                    <a:cubicBezTo>
                      <a:pt x="646" y="341"/>
                      <a:pt x="644" y="359"/>
                      <a:pt x="641" y="377"/>
                    </a:cubicBezTo>
                    <a:cubicBezTo>
                      <a:pt x="639" y="377"/>
                      <a:pt x="637" y="376"/>
                      <a:pt x="635" y="376"/>
                    </a:cubicBezTo>
                    <a:cubicBezTo>
                      <a:pt x="559" y="376"/>
                      <a:pt x="494" y="422"/>
                      <a:pt x="464" y="487"/>
                    </a:cubicBezTo>
                    <a:cubicBezTo>
                      <a:pt x="418" y="388"/>
                      <a:pt x="418" y="388"/>
                      <a:pt x="418" y="388"/>
                    </a:cubicBezTo>
                    <a:cubicBezTo>
                      <a:pt x="414" y="378"/>
                      <a:pt x="407" y="368"/>
                      <a:pt x="399" y="359"/>
                    </a:cubicBezTo>
                    <a:cubicBezTo>
                      <a:pt x="391" y="350"/>
                      <a:pt x="383" y="344"/>
                      <a:pt x="375" y="341"/>
                    </a:cubicBezTo>
                    <a:cubicBezTo>
                      <a:pt x="375" y="340"/>
                      <a:pt x="375" y="340"/>
                      <a:pt x="375" y="340"/>
                    </a:cubicBezTo>
                    <a:cubicBezTo>
                      <a:pt x="401" y="333"/>
                      <a:pt x="422" y="321"/>
                      <a:pt x="436" y="303"/>
                    </a:cubicBezTo>
                    <a:cubicBezTo>
                      <a:pt x="451" y="284"/>
                      <a:pt x="458" y="262"/>
                      <a:pt x="458" y="236"/>
                    </a:cubicBezTo>
                    <a:cubicBezTo>
                      <a:pt x="458" y="204"/>
                      <a:pt x="448" y="179"/>
                      <a:pt x="426" y="161"/>
                    </a:cubicBezTo>
                    <a:cubicBezTo>
                      <a:pt x="404" y="143"/>
                      <a:pt x="373" y="134"/>
                      <a:pt x="334" y="134"/>
                    </a:cubicBezTo>
                    <a:cubicBezTo>
                      <a:pt x="212" y="134"/>
                      <a:pt x="212" y="134"/>
                      <a:pt x="212" y="134"/>
                    </a:cubicBezTo>
                    <a:cubicBezTo>
                      <a:pt x="212" y="511"/>
                      <a:pt x="212" y="511"/>
                      <a:pt x="212" y="511"/>
                    </a:cubicBezTo>
                    <a:cubicBezTo>
                      <a:pt x="275" y="511"/>
                      <a:pt x="275" y="511"/>
                      <a:pt x="275" y="511"/>
                    </a:cubicBezTo>
                    <a:cubicBezTo>
                      <a:pt x="275" y="358"/>
                      <a:pt x="275" y="358"/>
                      <a:pt x="275" y="358"/>
                    </a:cubicBezTo>
                    <a:cubicBezTo>
                      <a:pt x="304" y="358"/>
                      <a:pt x="304" y="358"/>
                      <a:pt x="304" y="358"/>
                    </a:cubicBezTo>
                    <a:cubicBezTo>
                      <a:pt x="326" y="358"/>
                      <a:pt x="343" y="373"/>
                      <a:pt x="355" y="402"/>
                    </a:cubicBezTo>
                    <a:cubicBezTo>
                      <a:pt x="401" y="511"/>
                      <a:pt x="401" y="511"/>
                      <a:pt x="401" y="511"/>
                    </a:cubicBezTo>
                    <a:cubicBezTo>
                      <a:pt x="456" y="511"/>
                      <a:pt x="456" y="511"/>
                      <a:pt x="456" y="511"/>
                    </a:cubicBezTo>
                    <a:cubicBezTo>
                      <a:pt x="451" y="528"/>
                      <a:pt x="448" y="545"/>
                      <a:pt x="448" y="563"/>
                    </a:cubicBezTo>
                    <a:cubicBezTo>
                      <a:pt x="448" y="582"/>
                      <a:pt x="451" y="600"/>
                      <a:pt x="456" y="617"/>
                    </a:cubicBezTo>
                    <a:moveTo>
                      <a:pt x="375" y="201"/>
                    </a:moveTo>
                    <a:cubicBezTo>
                      <a:pt x="363" y="191"/>
                      <a:pt x="346" y="186"/>
                      <a:pt x="325" y="186"/>
                    </a:cubicBezTo>
                    <a:cubicBezTo>
                      <a:pt x="275" y="186"/>
                      <a:pt x="275" y="186"/>
                      <a:pt x="275" y="186"/>
                    </a:cubicBezTo>
                    <a:cubicBezTo>
                      <a:pt x="275" y="306"/>
                      <a:pt x="275" y="306"/>
                      <a:pt x="275" y="306"/>
                    </a:cubicBezTo>
                    <a:cubicBezTo>
                      <a:pt x="324" y="306"/>
                      <a:pt x="324" y="306"/>
                      <a:pt x="324" y="306"/>
                    </a:cubicBezTo>
                    <a:cubicBezTo>
                      <a:pt x="344" y="306"/>
                      <a:pt x="360" y="300"/>
                      <a:pt x="373" y="288"/>
                    </a:cubicBezTo>
                    <a:cubicBezTo>
                      <a:pt x="386" y="276"/>
                      <a:pt x="393" y="261"/>
                      <a:pt x="393" y="242"/>
                    </a:cubicBezTo>
                    <a:cubicBezTo>
                      <a:pt x="393" y="224"/>
                      <a:pt x="387" y="211"/>
                      <a:pt x="375" y="201"/>
                    </a:cubicBezTo>
                    <a:close/>
                    <a:moveTo>
                      <a:pt x="805" y="563"/>
                    </a:moveTo>
                    <a:cubicBezTo>
                      <a:pt x="805" y="657"/>
                      <a:pt x="729" y="733"/>
                      <a:pt x="635" y="733"/>
                    </a:cubicBezTo>
                    <a:cubicBezTo>
                      <a:pt x="541" y="733"/>
                      <a:pt x="465" y="657"/>
                      <a:pt x="465" y="563"/>
                    </a:cubicBezTo>
                    <a:cubicBezTo>
                      <a:pt x="465" y="470"/>
                      <a:pt x="541" y="393"/>
                      <a:pt x="635" y="393"/>
                    </a:cubicBezTo>
                    <a:cubicBezTo>
                      <a:pt x="729" y="393"/>
                      <a:pt x="805" y="470"/>
                      <a:pt x="805" y="563"/>
                    </a:cubicBezTo>
                    <a:close/>
                    <a:moveTo>
                      <a:pt x="772" y="563"/>
                    </a:moveTo>
                    <a:cubicBezTo>
                      <a:pt x="772" y="488"/>
                      <a:pt x="710" y="427"/>
                      <a:pt x="635" y="427"/>
                    </a:cubicBezTo>
                    <a:cubicBezTo>
                      <a:pt x="560" y="427"/>
                      <a:pt x="499" y="488"/>
                      <a:pt x="499" y="563"/>
                    </a:cubicBezTo>
                    <a:cubicBezTo>
                      <a:pt x="499" y="639"/>
                      <a:pt x="560" y="700"/>
                      <a:pt x="635" y="700"/>
                    </a:cubicBezTo>
                    <a:cubicBezTo>
                      <a:pt x="710" y="700"/>
                      <a:pt x="772" y="639"/>
                      <a:pt x="772" y="563"/>
                    </a:cubicBezTo>
                    <a:close/>
                    <a:moveTo>
                      <a:pt x="600" y="616"/>
                    </a:moveTo>
                    <a:cubicBezTo>
                      <a:pt x="600" y="596"/>
                      <a:pt x="600" y="596"/>
                      <a:pt x="600" y="596"/>
                    </a:cubicBezTo>
                    <a:cubicBezTo>
                      <a:pt x="542" y="566"/>
                      <a:pt x="542" y="566"/>
                      <a:pt x="542" y="566"/>
                    </a:cubicBezTo>
                    <a:cubicBezTo>
                      <a:pt x="542" y="565"/>
                      <a:pt x="542" y="565"/>
                      <a:pt x="542" y="565"/>
                    </a:cubicBezTo>
                    <a:cubicBezTo>
                      <a:pt x="600" y="532"/>
                      <a:pt x="600" y="532"/>
                      <a:pt x="600" y="532"/>
                    </a:cubicBezTo>
                    <a:cubicBezTo>
                      <a:pt x="600" y="513"/>
                      <a:pt x="600" y="513"/>
                      <a:pt x="600" y="513"/>
                    </a:cubicBezTo>
                    <a:cubicBezTo>
                      <a:pt x="519" y="561"/>
                      <a:pt x="519" y="561"/>
                      <a:pt x="519" y="561"/>
                    </a:cubicBezTo>
                    <a:cubicBezTo>
                      <a:pt x="519" y="572"/>
                      <a:pt x="519" y="572"/>
                      <a:pt x="519" y="572"/>
                    </a:cubicBezTo>
                    <a:lnTo>
                      <a:pt x="600" y="616"/>
                    </a:lnTo>
                    <a:close/>
                    <a:moveTo>
                      <a:pt x="677" y="479"/>
                    </a:moveTo>
                    <a:cubicBezTo>
                      <a:pt x="657" y="479"/>
                      <a:pt x="657" y="479"/>
                      <a:pt x="657" y="479"/>
                    </a:cubicBezTo>
                    <a:cubicBezTo>
                      <a:pt x="595" y="650"/>
                      <a:pt x="595" y="650"/>
                      <a:pt x="595" y="650"/>
                    </a:cubicBezTo>
                    <a:cubicBezTo>
                      <a:pt x="614" y="650"/>
                      <a:pt x="614" y="650"/>
                      <a:pt x="614" y="650"/>
                    </a:cubicBezTo>
                    <a:lnTo>
                      <a:pt x="677" y="479"/>
                    </a:lnTo>
                    <a:close/>
                    <a:moveTo>
                      <a:pt x="754" y="571"/>
                    </a:moveTo>
                    <a:cubicBezTo>
                      <a:pt x="754" y="560"/>
                      <a:pt x="754" y="560"/>
                      <a:pt x="754" y="560"/>
                    </a:cubicBezTo>
                    <a:cubicBezTo>
                      <a:pt x="673" y="512"/>
                      <a:pt x="673" y="512"/>
                      <a:pt x="673" y="512"/>
                    </a:cubicBezTo>
                    <a:cubicBezTo>
                      <a:pt x="673" y="532"/>
                      <a:pt x="673" y="532"/>
                      <a:pt x="673" y="532"/>
                    </a:cubicBezTo>
                    <a:cubicBezTo>
                      <a:pt x="732" y="565"/>
                      <a:pt x="732" y="565"/>
                      <a:pt x="732" y="565"/>
                    </a:cubicBezTo>
                    <a:cubicBezTo>
                      <a:pt x="732" y="566"/>
                      <a:pt x="732" y="566"/>
                      <a:pt x="732" y="566"/>
                    </a:cubicBezTo>
                    <a:cubicBezTo>
                      <a:pt x="673" y="595"/>
                      <a:pt x="673" y="595"/>
                      <a:pt x="673" y="595"/>
                    </a:cubicBezTo>
                    <a:cubicBezTo>
                      <a:pt x="673" y="615"/>
                      <a:pt x="673" y="615"/>
                      <a:pt x="673" y="615"/>
                    </a:cubicBezTo>
                    <a:lnTo>
                      <a:pt x="754" y="571"/>
                    </a:lnTo>
                    <a:close/>
                  </a:path>
                </a:pathLst>
              </a:custGeom>
              <a:solidFill>
                <a:srgbClr val="CD391F">
                  <a:alpha val="69803"/>
                </a:srgb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Century Gothic"/>
                  <a:buNone/>
                </a:pPr>
                <a:endParaRPr sz="1800" b="0" i="0" u="none" strike="noStrike" cap="none">
                  <a:solidFill>
                    <a:srgbClr val="3C3C3B"/>
                  </a:solidFill>
                  <a:latin typeface="Century Gothic"/>
                  <a:ea typeface="Century Gothic"/>
                  <a:cs typeface="Century Gothic"/>
                  <a:sym typeface="Century Gothic"/>
                </a:endParaRPr>
              </a:p>
            </p:txBody>
          </p:sp>
          <p:sp>
            <p:nvSpPr>
              <p:cNvPr id="1451" name="Google Shape;1451;p96"/>
              <p:cNvSpPr/>
              <p:nvPr/>
            </p:nvSpPr>
            <p:spPr>
              <a:xfrm>
                <a:off x="6269745" y="2637237"/>
                <a:ext cx="774716" cy="774714"/>
              </a:xfrm>
              <a:custGeom>
                <a:avLst/>
                <a:gdLst/>
                <a:ahLst/>
                <a:cxnLst/>
                <a:rect l="l" t="t" r="r" b="b"/>
                <a:pathLst>
                  <a:path w="568" h="568" extrusionOk="0">
                    <a:moveTo>
                      <a:pt x="284" y="0"/>
                    </a:moveTo>
                    <a:cubicBezTo>
                      <a:pt x="128" y="0"/>
                      <a:pt x="0" y="128"/>
                      <a:pt x="0" y="284"/>
                    </a:cubicBezTo>
                    <a:cubicBezTo>
                      <a:pt x="0" y="440"/>
                      <a:pt x="128" y="568"/>
                      <a:pt x="284" y="568"/>
                    </a:cubicBezTo>
                    <a:cubicBezTo>
                      <a:pt x="440" y="568"/>
                      <a:pt x="568" y="440"/>
                      <a:pt x="568" y="284"/>
                    </a:cubicBezTo>
                    <a:cubicBezTo>
                      <a:pt x="568" y="128"/>
                      <a:pt x="440" y="0"/>
                      <a:pt x="284" y="0"/>
                    </a:cubicBezTo>
                    <a:close/>
                    <a:moveTo>
                      <a:pt x="538" y="200"/>
                    </a:moveTo>
                    <a:cubicBezTo>
                      <a:pt x="522" y="203"/>
                      <a:pt x="482" y="210"/>
                      <a:pt x="430" y="228"/>
                    </a:cubicBezTo>
                    <a:cubicBezTo>
                      <a:pt x="422" y="213"/>
                      <a:pt x="406" y="204"/>
                      <a:pt x="389" y="204"/>
                    </a:cubicBezTo>
                    <a:cubicBezTo>
                      <a:pt x="382" y="204"/>
                      <a:pt x="375" y="206"/>
                      <a:pt x="369" y="208"/>
                    </a:cubicBezTo>
                    <a:cubicBezTo>
                      <a:pt x="347" y="182"/>
                      <a:pt x="320" y="161"/>
                      <a:pt x="293" y="144"/>
                    </a:cubicBezTo>
                    <a:cubicBezTo>
                      <a:pt x="295" y="139"/>
                      <a:pt x="296" y="134"/>
                      <a:pt x="296" y="128"/>
                    </a:cubicBezTo>
                    <a:cubicBezTo>
                      <a:pt x="296" y="112"/>
                      <a:pt x="288" y="97"/>
                      <a:pt x="275" y="89"/>
                    </a:cubicBezTo>
                    <a:cubicBezTo>
                      <a:pt x="296" y="53"/>
                      <a:pt x="314" y="27"/>
                      <a:pt x="320" y="19"/>
                    </a:cubicBezTo>
                    <a:cubicBezTo>
                      <a:pt x="423" y="33"/>
                      <a:pt x="507" y="105"/>
                      <a:pt x="538" y="200"/>
                    </a:cubicBezTo>
                    <a:close/>
                    <a:moveTo>
                      <a:pt x="226" y="325"/>
                    </a:moveTo>
                    <a:cubicBezTo>
                      <a:pt x="218" y="320"/>
                      <a:pt x="209" y="317"/>
                      <a:pt x="199" y="317"/>
                    </a:cubicBezTo>
                    <a:cubicBezTo>
                      <a:pt x="198" y="317"/>
                      <a:pt x="198" y="317"/>
                      <a:pt x="197" y="317"/>
                    </a:cubicBezTo>
                    <a:cubicBezTo>
                      <a:pt x="198" y="310"/>
                      <a:pt x="198" y="303"/>
                      <a:pt x="199" y="296"/>
                    </a:cubicBezTo>
                    <a:cubicBezTo>
                      <a:pt x="203" y="253"/>
                      <a:pt x="217" y="211"/>
                      <a:pt x="233" y="172"/>
                    </a:cubicBezTo>
                    <a:cubicBezTo>
                      <a:pt x="238" y="174"/>
                      <a:pt x="243" y="175"/>
                      <a:pt x="249" y="175"/>
                    </a:cubicBezTo>
                    <a:cubicBezTo>
                      <a:pt x="265" y="175"/>
                      <a:pt x="279" y="167"/>
                      <a:pt x="288" y="155"/>
                    </a:cubicBezTo>
                    <a:cubicBezTo>
                      <a:pt x="313" y="170"/>
                      <a:pt x="338" y="190"/>
                      <a:pt x="359" y="215"/>
                    </a:cubicBezTo>
                    <a:cubicBezTo>
                      <a:pt x="349" y="223"/>
                      <a:pt x="342" y="236"/>
                      <a:pt x="342" y="251"/>
                    </a:cubicBezTo>
                    <a:cubicBezTo>
                      <a:pt x="342" y="254"/>
                      <a:pt x="342" y="258"/>
                      <a:pt x="343" y="261"/>
                    </a:cubicBezTo>
                    <a:cubicBezTo>
                      <a:pt x="306" y="278"/>
                      <a:pt x="266" y="299"/>
                      <a:pt x="226" y="325"/>
                    </a:cubicBezTo>
                    <a:close/>
                    <a:moveTo>
                      <a:pt x="307" y="17"/>
                    </a:moveTo>
                    <a:cubicBezTo>
                      <a:pt x="298" y="29"/>
                      <a:pt x="282" y="53"/>
                      <a:pt x="264" y="84"/>
                    </a:cubicBezTo>
                    <a:cubicBezTo>
                      <a:pt x="259" y="82"/>
                      <a:pt x="254" y="81"/>
                      <a:pt x="249" y="81"/>
                    </a:cubicBezTo>
                    <a:cubicBezTo>
                      <a:pt x="231" y="81"/>
                      <a:pt x="215" y="91"/>
                      <a:pt x="207" y="106"/>
                    </a:cubicBezTo>
                    <a:cubicBezTo>
                      <a:pt x="163" y="92"/>
                      <a:pt x="124" y="87"/>
                      <a:pt x="104" y="86"/>
                    </a:cubicBezTo>
                    <a:cubicBezTo>
                      <a:pt x="152" y="43"/>
                      <a:pt x="215" y="16"/>
                      <a:pt x="284" y="16"/>
                    </a:cubicBezTo>
                    <a:cubicBezTo>
                      <a:pt x="292" y="16"/>
                      <a:pt x="299" y="17"/>
                      <a:pt x="307" y="17"/>
                    </a:cubicBezTo>
                    <a:close/>
                    <a:moveTo>
                      <a:pt x="93" y="97"/>
                    </a:moveTo>
                    <a:cubicBezTo>
                      <a:pt x="104" y="98"/>
                      <a:pt x="149" y="101"/>
                      <a:pt x="203" y="117"/>
                    </a:cubicBezTo>
                    <a:cubicBezTo>
                      <a:pt x="202" y="121"/>
                      <a:pt x="202" y="124"/>
                      <a:pt x="202" y="128"/>
                    </a:cubicBezTo>
                    <a:cubicBezTo>
                      <a:pt x="202" y="144"/>
                      <a:pt x="210" y="158"/>
                      <a:pt x="222" y="167"/>
                    </a:cubicBezTo>
                    <a:cubicBezTo>
                      <a:pt x="206" y="207"/>
                      <a:pt x="192" y="251"/>
                      <a:pt x="187" y="294"/>
                    </a:cubicBezTo>
                    <a:cubicBezTo>
                      <a:pt x="186" y="303"/>
                      <a:pt x="186" y="311"/>
                      <a:pt x="185" y="319"/>
                    </a:cubicBezTo>
                    <a:cubicBezTo>
                      <a:pt x="166" y="325"/>
                      <a:pt x="152" y="343"/>
                      <a:pt x="152" y="364"/>
                    </a:cubicBezTo>
                    <a:cubicBezTo>
                      <a:pt x="152" y="369"/>
                      <a:pt x="153" y="375"/>
                      <a:pt x="155" y="380"/>
                    </a:cubicBezTo>
                    <a:cubicBezTo>
                      <a:pt x="129" y="402"/>
                      <a:pt x="103" y="428"/>
                      <a:pt x="80" y="456"/>
                    </a:cubicBezTo>
                    <a:cubicBezTo>
                      <a:pt x="40" y="410"/>
                      <a:pt x="16" y="350"/>
                      <a:pt x="16" y="284"/>
                    </a:cubicBezTo>
                    <a:cubicBezTo>
                      <a:pt x="16" y="211"/>
                      <a:pt x="46" y="145"/>
                      <a:pt x="93" y="97"/>
                    </a:cubicBezTo>
                    <a:close/>
                    <a:moveTo>
                      <a:pt x="88" y="465"/>
                    </a:moveTo>
                    <a:cubicBezTo>
                      <a:pt x="110" y="438"/>
                      <a:pt x="135" y="413"/>
                      <a:pt x="160" y="391"/>
                    </a:cubicBezTo>
                    <a:cubicBezTo>
                      <a:pt x="168" y="402"/>
                      <a:pt x="180" y="409"/>
                      <a:pt x="194" y="411"/>
                    </a:cubicBezTo>
                    <a:cubicBezTo>
                      <a:pt x="207" y="473"/>
                      <a:pt x="232" y="524"/>
                      <a:pt x="245" y="549"/>
                    </a:cubicBezTo>
                    <a:cubicBezTo>
                      <a:pt x="183" y="540"/>
                      <a:pt x="128" y="509"/>
                      <a:pt x="88" y="465"/>
                    </a:cubicBezTo>
                    <a:close/>
                    <a:moveTo>
                      <a:pt x="260" y="550"/>
                    </a:moveTo>
                    <a:cubicBezTo>
                      <a:pt x="249" y="531"/>
                      <a:pt x="221" y="478"/>
                      <a:pt x="206" y="410"/>
                    </a:cubicBezTo>
                    <a:cubicBezTo>
                      <a:pt x="229" y="407"/>
                      <a:pt x="246" y="388"/>
                      <a:pt x="246" y="364"/>
                    </a:cubicBezTo>
                    <a:cubicBezTo>
                      <a:pt x="246" y="352"/>
                      <a:pt x="242" y="342"/>
                      <a:pt x="235" y="334"/>
                    </a:cubicBezTo>
                    <a:cubicBezTo>
                      <a:pt x="273" y="309"/>
                      <a:pt x="311" y="288"/>
                      <a:pt x="347" y="272"/>
                    </a:cubicBezTo>
                    <a:cubicBezTo>
                      <a:pt x="355" y="288"/>
                      <a:pt x="371" y="298"/>
                      <a:pt x="389" y="298"/>
                    </a:cubicBezTo>
                    <a:cubicBezTo>
                      <a:pt x="395" y="298"/>
                      <a:pt x="401" y="297"/>
                      <a:pt x="406" y="295"/>
                    </a:cubicBezTo>
                    <a:cubicBezTo>
                      <a:pt x="429" y="356"/>
                      <a:pt x="434" y="429"/>
                      <a:pt x="419" y="515"/>
                    </a:cubicBezTo>
                    <a:cubicBezTo>
                      <a:pt x="379" y="538"/>
                      <a:pt x="333" y="552"/>
                      <a:pt x="284" y="552"/>
                    </a:cubicBezTo>
                    <a:cubicBezTo>
                      <a:pt x="276" y="552"/>
                      <a:pt x="268" y="551"/>
                      <a:pt x="260" y="550"/>
                    </a:cubicBezTo>
                    <a:close/>
                    <a:moveTo>
                      <a:pt x="433" y="506"/>
                    </a:moveTo>
                    <a:cubicBezTo>
                      <a:pt x="446" y="423"/>
                      <a:pt x="440" y="350"/>
                      <a:pt x="417" y="289"/>
                    </a:cubicBezTo>
                    <a:cubicBezTo>
                      <a:pt x="428" y="280"/>
                      <a:pt x="436" y="267"/>
                      <a:pt x="436" y="251"/>
                    </a:cubicBezTo>
                    <a:cubicBezTo>
                      <a:pt x="436" y="247"/>
                      <a:pt x="435" y="243"/>
                      <a:pt x="434" y="239"/>
                    </a:cubicBezTo>
                    <a:cubicBezTo>
                      <a:pt x="488" y="221"/>
                      <a:pt x="528" y="214"/>
                      <a:pt x="542" y="212"/>
                    </a:cubicBezTo>
                    <a:cubicBezTo>
                      <a:pt x="548" y="235"/>
                      <a:pt x="552" y="259"/>
                      <a:pt x="552" y="284"/>
                    </a:cubicBezTo>
                    <a:cubicBezTo>
                      <a:pt x="552" y="377"/>
                      <a:pt x="504" y="458"/>
                      <a:pt x="433" y="506"/>
                    </a:cubicBezTo>
                    <a:close/>
                  </a:path>
                </a:pathLst>
              </a:custGeom>
              <a:solidFill>
                <a:srgbClr val="CD391F">
                  <a:alpha val="69803"/>
                </a:srgb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Century Gothic"/>
                  <a:buNone/>
                </a:pPr>
                <a:endParaRPr sz="1800" b="0" i="0" u="none" strike="noStrike" cap="none">
                  <a:solidFill>
                    <a:srgbClr val="3C3C3B"/>
                  </a:solidFill>
                  <a:latin typeface="Century Gothic"/>
                  <a:ea typeface="Century Gothic"/>
                  <a:cs typeface="Century Gothic"/>
                  <a:sym typeface="Century Gothic"/>
                </a:endParaRPr>
              </a:p>
            </p:txBody>
          </p:sp>
          <p:sp>
            <p:nvSpPr>
              <p:cNvPr id="1452" name="Google Shape;1452;p96"/>
              <p:cNvSpPr/>
              <p:nvPr/>
            </p:nvSpPr>
            <p:spPr>
              <a:xfrm>
                <a:off x="7224175" y="2716464"/>
                <a:ext cx="854290" cy="614602"/>
              </a:xfrm>
              <a:custGeom>
                <a:avLst/>
                <a:gdLst/>
                <a:ahLst/>
                <a:cxnLst/>
                <a:rect l="l" t="t" r="r" b="b"/>
                <a:pathLst>
                  <a:path w="564" h="406" extrusionOk="0">
                    <a:moveTo>
                      <a:pt x="483" y="212"/>
                    </a:moveTo>
                    <a:cubicBezTo>
                      <a:pt x="486" y="231"/>
                      <a:pt x="503" y="245"/>
                      <a:pt x="523" y="245"/>
                    </a:cubicBezTo>
                    <a:cubicBezTo>
                      <a:pt x="546" y="245"/>
                      <a:pt x="564" y="227"/>
                      <a:pt x="564" y="204"/>
                    </a:cubicBezTo>
                    <a:cubicBezTo>
                      <a:pt x="564" y="181"/>
                      <a:pt x="546" y="163"/>
                      <a:pt x="523" y="163"/>
                    </a:cubicBezTo>
                    <a:cubicBezTo>
                      <a:pt x="503" y="163"/>
                      <a:pt x="487" y="177"/>
                      <a:pt x="483" y="196"/>
                    </a:cubicBezTo>
                    <a:cubicBezTo>
                      <a:pt x="330" y="196"/>
                      <a:pt x="330" y="196"/>
                      <a:pt x="330" y="196"/>
                    </a:cubicBezTo>
                    <a:cubicBezTo>
                      <a:pt x="328" y="186"/>
                      <a:pt x="324" y="176"/>
                      <a:pt x="318" y="169"/>
                    </a:cubicBezTo>
                    <a:cubicBezTo>
                      <a:pt x="404" y="49"/>
                      <a:pt x="404" y="49"/>
                      <a:pt x="404" y="49"/>
                    </a:cubicBezTo>
                    <a:cubicBezTo>
                      <a:pt x="483" y="49"/>
                      <a:pt x="483" y="49"/>
                      <a:pt x="483" y="49"/>
                    </a:cubicBezTo>
                    <a:cubicBezTo>
                      <a:pt x="486" y="68"/>
                      <a:pt x="503" y="82"/>
                      <a:pt x="523" y="82"/>
                    </a:cubicBezTo>
                    <a:cubicBezTo>
                      <a:pt x="546" y="82"/>
                      <a:pt x="564" y="64"/>
                      <a:pt x="564" y="41"/>
                    </a:cubicBezTo>
                    <a:cubicBezTo>
                      <a:pt x="564" y="18"/>
                      <a:pt x="546" y="0"/>
                      <a:pt x="523" y="0"/>
                    </a:cubicBezTo>
                    <a:cubicBezTo>
                      <a:pt x="503" y="0"/>
                      <a:pt x="486" y="14"/>
                      <a:pt x="483" y="33"/>
                    </a:cubicBezTo>
                    <a:cubicBezTo>
                      <a:pt x="396" y="33"/>
                      <a:pt x="396" y="33"/>
                      <a:pt x="396" y="33"/>
                    </a:cubicBezTo>
                    <a:cubicBezTo>
                      <a:pt x="305" y="159"/>
                      <a:pt x="305" y="159"/>
                      <a:pt x="305" y="159"/>
                    </a:cubicBezTo>
                    <a:cubicBezTo>
                      <a:pt x="298" y="155"/>
                      <a:pt x="289" y="152"/>
                      <a:pt x="280" y="152"/>
                    </a:cubicBezTo>
                    <a:cubicBezTo>
                      <a:pt x="272" y="152"/>
                      <a:pt x="264" y="154"/>
                      <a:pt x="258" y="157"/>
                    </a:cubicBezTo>
                    <a:cubicBezTo>
                      <a:pt x="168" y="33"/>
                      <a:pt x="168" y="33"/>
                      <a:pt x="168" y="33"/>
                    </a:cubicBezTo>
                    <a:cubicBezTo>
                      <a:pt x="81" y="33"/>
                      <a:pt x="81" y="33"/>
                      <a:pt x="81" y="33"/>
                    </a:cubicBezTo>
                    <a:cubicBezTo>
                      <a:pt x="78" y="14"/>
                      <a:pt x="61" y="0"/>
                      <a:pt x="41" y="0"/>
                    </a:cubicBezTo>
                    <a:cubicBezTo>
                      <a:pt x="18" y="0"/>
                      <a:pt x="0" y="18"/>
                      <a:pt x="0" y="41"/>
                    </a:cubicBezTo>
                    <a:cubicBezTo>
                      <a:pt x="0" y="64"/>
                      <a:pt x="18" y="82"/>
                      <a:pt x="41" y="82"/>
                    </a:cubicBezTo>
                    <a:cubicBezTo>
                      <a:pt x="61" y="82"/>
                      <a:pt x="78" y="68"/>
                      <a:pt x="81" y="49"/>
                    </a:cubicBezTo>
                    <a:cubicBezTo>
                      <a:pt x="160" y="49"/>
                      <a:pt x="160" y="49"/>
                      <a:pt x="160" y="49"/>
                    </a:cubicBezTo>
                    <a:cubicBezTo>
                      <a:pt x="245" y="167"/>
                      <a:pt x="245" y="167"/>
                      <a:pt x="245" y="167"/>
                    </a:cubicBezTo>
                    <a:cubicBezTo>
                      <a:pt x="237" y="174"/>
                      <a:pt x="232" y="184"/>
                      <a:pt x="230" y="196"/>
                    </a:cubicBezTo>
                    <a:cubicBezTo>
                      <a:pt x="81" y="196"/>
                      <a:pt x="81" y="196"/>
                      <a:pt x="81" y="196"/>
                    </a:cubicBezTo>
                    <a:cubicBezTo>
                      <a:pt x="77" y="177"/>
                      <a:pt x="61" y="163"/>
                      <a:pt x="41" y="163"/>
                    </a:cubicBezTo>
                    <a:cubicBezTo>
                      <a:pt x="18" y="163"/>
                      <a:pt x="0" y="181"/>
                      <a:pt x="0" y="204"/>
                    </a:cubicBezTo>
                    <a:cubicBezTo>
                      <a:pt x="0" y="227"/>
                      <a:pt x="18" y="245"/>
                      <a:pt x="41" y="245"/>
                    </a:cubicBezTo>
                    <a:cubicBezTo>
                      <a:pt x="61" y="245"/>
                      <a:pt x="78" y="231"/>
                      <a:pt x="81" y="212"/>
                    </a:cubicBezTo>
                    <a:cubicBezTo>
                      <a:pt x="231" y="212"/>
                      <a:pt x="231" y="212"/>
                      <a:pt x="231" y="212"/>
                    </a:cubicBezTo>
                    <a:cubicBezTo>
                      <a:pt x="233" y="222"/>
                      <a:pt x="238" y="231"/>
                      <a:pt x="246" y="238"/>
                    </a:cubicBezTo>
                    <a:cubicBezTo>
                      <a:pt x="160" y="357"/>
                      <a:pt x="160" y="357"/>
                      <a:pt x="160" y="357"/>
                    </a:cubicBezTo>
                    <a:cubicBezTo>
                      <a:pt x="81" y="357"/>
                      <a:pt x="81" y="357"/>
                      <a:pt x="81" y="357"/>
                    </a:cubicBezTo>
                    <a:cubicBezTo>
                      <a:pt x="78" y="338"/>
                      <a:pt x="61" y="324"/>
                      <a:pt x="41" y="324"/>
                    </a:cubicBezTo>
                    <a:cubicBezTo>
                      <a:pt x="18" y="324"/>
                      <a:pt x="0" y="342"/>
                      <a:pt x="0" y="365"/>
                    </a:cubicBezTo>
                    <a:cubicBezTo>
                      <a:pt x="0" y="388"/>
                      <a:pt x="18" y="406"/>
                      <a:pt x="41" y="406"/>
                    </a:cubicBezTo>
                    <a:cubicBezTo>
                      <a:pt x="61" y="406"/>
                      <a:pt x="78" y="392"/>
                      <a:pt x="81" y="373"/>
                    </a:cubicBezTo>
                    <a:cubicBezTo>
                      <a:pt x="168" y="373"/>
                      <a:pt x="168" y="373"/>
                      <a:pt x="168" y="373"/>
                    </a:cubicBezTo>
                    <a:cubicBezTo>
                      <a:pt x="259" y="247"/>
                      <a:pt x="259" y="247"/>
                      <a:pt x="259" y="247"/>
                    </a:cubicBezTo>
                    <a:cubicBezTo>
                      <a:pt x="265" y="250"/>
                      <a:pt x="272" y="252"/>
                      <a:pt x="280" y="252"/>
                    </a:cubicBezTo>
                    <a:cubicBezTo>
                      <a:pt x="289" y="252"/>
                      <a:pt x="297" y="250"/>
                      <a:pt x="304" y="246"/>
                    </a:cubicBezTo>
                    <a:cubicBezTo>
                      <a:pt x="396" y="373"/>
                      <a:pt x="396" y="373"/>
                      <a:pt x="396" y="373"/>
                    </a:cubicBezTo>
                    <a:cubicBezTo>
                      <a:pt x="483" y="373"/>
                      <a:pt x="483" y="373"/>
                      <a:pt x="483" y="373"/>
                    </a:cubicBezTo>
                    <a:cubicBezTo>
                      <a:pt x="486" y="392"/>
                      <a:pt x="503" y="406"/>
                      <a:pt x="523" y="406"/>
                    </a:cubicBezTo>
                    <a:cubicBezTo>
                      <a:pt x="546" y="406"/>
                      <a:pt x="564" y="388"/>
                      <a:pt x="564" y="365"/>
                    </a:cubicBezTo>
                    <a:cubicBezTo>
                      <a:pt x="564" y="342"/>
                      <a:pt x="546" y="324"/>
                      <a:pt x="523" y="324"/>
                    </a:cubicBezTo>
                    <a:cubicBezTo>
                      <a:pt x="503" y="324"/>
                      <a:pt x="486" y="338"/>
                      <a:pt x="483" y="357"/>
                    </a:cubicBezTo>
                    <a:cubicBezTo>
                      <a:pt x="404" y="357"/>
                      <a:pt x="404" y="357"/>
                      <a:pt x="404" y="357"/>
                    </a:cubicBezTo>
                    <a:cubicBezTo>
                      <a:pt x="317" y="236"/>
                      <a:pt x="317" y="236"/>
                      <a:pt x="317" y="236"/>
                    </a:cubicBezTo>
                    <a:cubicBezTo>
                      <a:pt x="323" y="229"/>
                      <a:pt x="327" y="221"/>
                      <a:pt x="329" y="212"/>
                    </a:cubicBezTo>
                    <a:lnTo>
                      <a:pt x="483" y="212"/>
                    </a:lnTo>
                    <a:close/>
                    <a:moveTo>
                      <a:pt x="523" y="179"/>
                    </a:moveTo>
                    <a:cubicBezTo>
                      <a:pt x="537" y="179"/>
                      <a:pt x="548" y="190"/>
                      <a:pt x="548" y="204"/>
                    </a:cubicBezTo>
                    <a:cubicBezTo>
                      <a:pt x="548" y="218"/>
                      <a:pt x="537" y="229"/>
                      <a:pt x="523" y="229"/>
                    </a:cubicBezTo>
                    <a:cubicBezTo>
                      <a:pt x="509" y="229"/>
                      <a:pt x="498" y="218"/>
                      <a:pt x="498" y="204"/>
                    </a:cubicBezTo>
                    <a:cubicBezTo>
                      <a:pt x="498" y="190"/>
                      <a:pt x="509" y="179"/>
                      <a:pt x="523" y="179"/>
                    </a:cubicBezTo>
                    <a:close/>
                    <a:moveTo>
                      <a:pt x="523" y="16"/>
                    </a:moveTo>
                    <a:cubicBezTo>
                      <a:pt x="537" y="16"/>
                      <a:pt x="548" y="27"/>
                      <a:pt x="548" y="41"/>
                    </a:cubicBezTo>
                    <a:cubicBezTo>
                      <a:pt x="548" y="55"/>
                      <a:pt x="537" y="66"/>
                      <a:pt x="523" y="66"/>
                    </a:cubicBezTo>
                    <a:cubicBezTo>
                      <a:pt x="509" y="66"/>
                      <a:pt x="498" y="55"/>
                      <a:pt x="498" y="41"/>
                    </a:cubicBezTo>
                    <a:cubicBezTo>
                      <a:pt x="498" y="27"/>
                      <a:pt x="509" y="16"/>
                      <a:pt x="523" y="16"/>
                    </a:cubicBezTo>
                    <a:close/>
                    <a:moveTo>
                      <a:pt x="41" y="66"/>
                    </a:moveTo>
                    <a:cubicBezTo>
                      <a:pt x="27" y="66"/>
                      <a:pt x="16" y="55"/>
                      <a:pt x="16" y="41"/>
                    </a:cubicBezTo>
                    <a:cubicBezTo>
                      <a:pt x="16" y="27"/>
                      <a:pt x="27" y="16"/>
                      <a:pt x="41" y="16"/>
                    </a:cubicBezTo>
                    <a:cubicBezTo>
                      <a:pt x="55" y="16"/>
                      <a:pt x="66" y="27"/>
                      <a:pt x="66" y="41"/>
                    </a:cubicBezTo>
                    <a:cubicBezTo>
                      <a:pt x="66" y="55"/>
                      <a:pt x="55" y="66"/>
                      <a:pt x="41" y="66"/>
                    </a:cubicBezTo>
                    <a:close/>
                    <a:moveTo>
                      <a:pt x="41" y="229"/>
                    </a:moveTo>
                    <a:cubicBezTo>
                      <a:pt x="27" y="229"/>
                      <a:pt x="16" y="218"/>
                      <a:pt x="16" y="204"/>
                    </a:cubicBezTo>
                    <a:cubicBezTo>
                      <a:pt x="16" y="190"/>
                      <a:pt x="27" y="179"/>
                      <a:pt x="41" y="179"/>
                    </a:cubicBezTo>
                    <a:cubicBezTo>
                      <a:pt x="55" y="179"/>
                      <a:pt x="66" y="190"/>
                      <a:pt x="66" y="204"/>
                    </a:cubicBezTo>
                    <a:cubicBezTo>
                      <a:pt x="66" y="218"/>
                      <a:pt x="55" y="229"/>
                      <a:pt x="41" y="229"/>
                    </a:cubicBezTo>
                    <a:close/>
                    <a:moveTo>
                      <a:pt x="41" y="390"/>
                    </a:moveTo>
                    <a:cubicBezTo>
                      <a:pt x="27" y="390"/>
                      <a:pt x="16" y="379"/>
                      <a:pt x="16" y="365"/>
                    </a:cubicBezTo>
                    <a:cubicBezTo>
                      <a:pt x="16" y="351"/>
                      <a:pt x="27" y="340"/>
                      <a:pt x="41" y="340"/>
                    </a:cubicBezTo>
                    <a:cubicBezTo>
                      <a:pt x="55" y="340"/>
                      <a:pt x="66" y="351"/>
                      <a:pt x="66" y="365"/>
                    </a:cubicBezTo>
                    <a:cubicBezTo>
                      <a:pt x="66" y="379"/>
                      <a:pt x="55" y="390"/>
                      <a:pt x="41" y="390"/>
                    </a:cubicBezTo>
                    <a:close/>
                    <a:moveTo>
                      <a:pt x="523" y="340"/>
                    </a:moveTo>
                    <a:cubicBezTo>
                      <a:pt x="537" y="340"/>
                      <a:pt x="548" y="351"/>
                      <a:pt x="548" y="365"/>
                    </a:cubicBezTo>
                    <a:cubicBezTo>
                      <a:pt x="548" y="379"/>
                      <a:pt x="537" y="390"/>
                      <a:pt x="523" y="390"/>
                    </a:cubicBezTo>
                    <a:cubicBezTo>
                      <a:pt x="509" y="390"/>
                      <a:pt x="498" y="379"/>
                      <a:pt x="498" y="365"/>
                    </a:cubicBezTo>
                    <a:cubicBezTo>
                      <a:pt x="498" y="351"/>
                      <a:pt x="509" y="340"/>
                      <a:pt x="523" y="340"/>
                    </a:cubicBezTo>
                    <a:close/>
                    <a:moveTo>
                      <a:pt x="246" y="202"/>
                    </a:moveTo>
                    <a:cubicBezTo>
                      <a:pt x="246" y="183"/>
                      <a:pt x="261" y="168"/>
                      <a:pt x="280" y="168"/>
                    </a:cubicBezTo>
                    <a:cubicBezTo>
                      <a:pt x="299" y="168"/>
                      <a:pt x="314" y="183"/>
                      <a:pt x="314" y="202"/>
                    </a:cubicBezTo>
                    <a:cubicBezTo>
                      <a:pt x="314" y="221"/>
                      <a:pt x="299" y="236"/>
                      <a:pt x="280" y="236"/>
                    </a:cubicBezTo>
                    <a:cubicBezTo>
                      <a:pt x="261" y="236"/>
                      <a:pt x="246" y="221"/>
                      <a:pt x="246" y="202"/>
                    </a:cubicBezTo>
                    <a:close/>
                  </a:path>
                </a:pathLst>
              </a:custGeom>
              <a:solidFill>
                <a:srgbClr val="CD391F">
                  <a:alpha val="69803"/>
                </a:srgb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Century Gothic"/>
                  <a:buNone/>
                </a:pPr>
                <a:endParaRPr sz="1800" b="0" i="0" u="none" strike="noStrike" cap="none">
                  <a:solidFill>
                    <a:srgbClr val="3C3C3B"/>
                  </a:solidFill>
                  <a:latin typeface="Century Gothic"/>
                  <a:ea typeface="Century Gothic"/>
                  <a:cs typeface="Century Gothic"/>
                  <a:sym typeface="Century Gothic"/>
                </a:endParaRPr>
              </a:p>
            </p:txBody>
          </p:sp>
          <p:sp>
            <p:nvSpPr>
              <p:cNvPr id="1453" name="Google Shape;1453;p96"/>
              <p:cNvSpPr/>
              <p:nvPr/>
            </p:nvSpPr>
            <p:spPr>
              <a:xfrm>
                <a:off x="6327765" y="1851893"/>
                <a:ext cx="697160" cy="712679"/>
              </a:xfrm>
              <a:custGeom>
                <a:avLst/>
                <a:gdLst/>
                <a:ahLst/>
                <a:cxnLst/>
                <a:rect l="l" t="t" r="r" b="b"/>
                <a:pathLst>
                  <a:path w="630" h="643" extrusionOk="0">
                    <a:moveTo>
                      <a:pt x="630" y="246"/>
                    </a:moveTo>
                    <a:cubicBezTo>
                      <a:pt x="630" y="257"/>
                      <a:pt x="621" y="266"/>
                      <a:pt x="610" y="266"/>
                    </a:cubicBezTo>
                    <a:cubicBezTo>
                      <a:pt x="313" y="266"/>
                      <a:pt x="313" y="266"/>
                      <a:pt x="313" y="266"/>
                    </a:cubicBezTo>
                    <a:cubicBezTo>
                      <a:pt x="313" y="551"/>
                      <a:pt x="313" y="551"/>
                      <a:pt x="313" y="551"/>
                    </a:cubicBezTo>
                    <a:cubicBezTo>
                      <a:pt x="313" y="643"/>
                      <a:pt x="313" y="643"/>
                      <a:pt x="313" y="643"/>
                    </a:cubicBezTo>
                    <a:cubicBezTo>
                      <a:pt x="275" y="559"/>
                      <a:pt x="275" y="559"/>
                      <a:pt x="275" y="559"/>
                    </a:cubicBezTo>
                    <a:cubicBezTo>
                      <a:pt x="275" y="559"/>
                      <a:pt x="275" y="559"/>
                      <a:pt x="275" y="559"/>
                    </a:cubicBezTo>
                    <a:cubicBezTo>
                      <a:pt x="141" y="266"/>
                      <a:pt x="141" y="266"/>
                      <a:pt x="141" y="266"/>
                    </a:cubicBezTo>
                    <a:cubicBezTo>
                      <a:pt x="20" y="266"/>
                      <a:pt x="20" y="266"/>
                      <a:pt x="20" y="266"/>
                    </a:cubicBezTo>
                    <a:cubicBezTo>
                      <a:pt x="9" y="266"/>
                      <a:pt x="0" y="257"/>
                      <a:pt x="0" y="246"/>
                    </a:cubicBezTo>
                    <a:cubicBezTo>
                      <a:pt x="0" y="234"/>
                      <a:pt x="9" y="226"/>
                      <a:pt x="20" y="226"/>
                    </a:cubicBezTo>
                    <a:cubicBezTo>
                      <a:pt x="153" y="226"/>
                      <a:pt x="153" y="226"/>
                      <a:pt x="153" y="226"/>
                    </a:cubicBezTo>
                    <a:cubicBezTo>
                      <a:pt x="161" y="226"/>
                      <a:pt x="168" y="230"/>
                      <a:pt x="172" y="237"/>
                    </a:cubicBezTo>
                    <a:cubicBezTo>
                      <a:pt x="273" y="459"/>
                      <a:pt x="273" y="459"/>
                      <a:pt x="273" y="459"/>
                    </a:cubicBezTo>
                    <a:cubicBezTo>
                      <a:pt x="273" y="246"/>
                      <a:pt x="273" y="246"/>
                      <a:pt x="273" y="246"/>
                    </a:cubicBezTo>
                    <a:cubicBezTo>
                      <a:pt x="273" y="234"/>
                      <a:pt x="282" y="226"/>
                      <a:pt x="293" y="226"/>
                    </a:cubicBezTo>
                    <a:cubicBezTo>
                      <a:pt x="610" y="226"/>
                      <a:pt x="610" y="226"/>
                      <a:pt x="610" y="226"/>
                    </a:cubicBezTo>
                    <a:cubicBezTo>
                      <a:pt x="621" y="226"/>
                      <a:pt x="630" y="234"/>
                      <a:pt x="630" y="246"/>
                    </a:cubicBezTo>
                    <a:close/>
                    <a:moveTo>
                      <a:pt x="56" y="138"/>
                    </a:moveTo>
                    <a:cubicBezTo>
                      <a:pt x="56" y="44"/>
                      <a:pt x="56" y="44"/>
                      <a:pt x="56" y="44"/>
                    </a:cubicBezTo>
                    <a:cubicBezTo>
                      <a:pt x="56" y="12"/>
                      <a:pt x="63" y="0"/>
                      <a:pt x="93" y="0"/>
                    </a:cubicBezTo>
                    <a:cubicBezTo>
                      <a:pt x="122" y="0"/>
                      <a:pt x="129" y="12"/>
                      <a:pt x="129" y="44"/>
                    </a:cubicBezTo>
                    <a:cubicBezTo>
                      <a:pt x="129" y="138"/>
                      <a:pt x="129" y="138"/>
                      <a:pt x="129" y="138"/>
                    </a:cubicBezTo>
                    <a:cubicBezTo>
                      <a:pt x="129" y="170"/>
                      <a:pt x="122" y="181"/>
                      <a:pt x="93" y="181"/>
                    </a:cubicBezTo>
                    <a:cubicBezTo>
                      <a:pt x="63" y="181"/>
                      <a:pt x="56" y="170"/>
                      <a:pt x="56" y="138"/>
                    </a:cubicBezTo>
                    <a:close/>
                    <a:moveTo>
                      <a:pt x="79" y="141"/>
                    </a:moveTo>
                    <a:cubicBezTo>
                      <a:pt x="79" y="153"/>
                      <a:pt x="79" y="164"/>
                      <a:pt x="93" y="164"/>
                    </a:cubicBezTo>
                    <a:cubicBezTo>
                      <a:pt x="106" y="164"/>
                      <a:pt x="106" y="153"/>
                      <a:pt x="106" y="141"/>
                    </a:cubicBezTo>
                    <a:cubicBezTo>
                      <a:pt x="106" y="40"/>
                      <a:pt x="106" y="40"/>
                      <a:pt x="106" y="40"/>
                    </a:cubicBezTo>
                    <a:cubicBezTo>
                      <a:pt x="106" y="29"/>
                      <a:pt x="106" y="18"/>
                      <a:pt x="93" y="18"/>
                    </a:cubicBezTo>
                    <a:cubicBezTo>
                      <a:pt x="79" y="18"/>
                      <a:pt x="79" y="29"/>
                      <a:pt x="79" y="40"/>
                    </a:cubicBezTo>
                    <a:lnTo>
                      <a:pt x="79" y="141"/>
                    </a:lnTo>
                    <a:close/>
                    <a:moveTo>
                      <a:pt x="178" y="35"/>
                    </a:moveTo>
                    <a:cubicBezTo>
                      <a:pt x="178" y="35"/>
                      <a:pt x="178" y="35"/>
                      <a:pt x="178" y="35"/>
                    </a:cubicBezTo>
                    <a:cubicBezTo>
                      <a:pt x="178" y="180"/>
                      <a:pt x="178" y="180"/>
                      <a:pt x="178" y="180"/>
                    </a:cubicBezTo>
                    <a:cubicBezTo>
                      <a:pt x="201" y="180"/>
                      <a:pt x="201" y="180"/>
                      <a:pt x="201" y="180"/>
                    </a:cubicBezTo>
                    <a:cubicBezTo>
                      <a:pt x="201" y="2"/>
                      <a:pt x="201" y="2"/>
                      <a:pt x="201" y="2"/>
                    </a:cubicBezTo>
                    <a:cubicBezTo>
                      <a:pt x="180" y="2"/>
                      <a:pt x="180" y="2"/>
                      <a:pt x="180" y="2"/>
                    </a:cubicBezTo>
                    <a:cubicBezTo>
                      <a:pt x="177" y="10"/>
                      <a:pt x="164" y="27"/>
                      <a:pt x="158" y="31"/>
                    </a:cubicBezTo>
                    <a:cubicBezTo>
                      <a:pt x="158" y="54"/>
                      <a:pt x="158" y="54"/>
                      <a:pt x="158" y="54"/>
                    </a:cubicBezTo>
                    <a:cubicBezTo>
                      <a:pt x="168" y="47"/>
                      <a:pt x="172" y="42"/>
                      <a:pt x="178" y="35"/>
                    </a:cubicBezTo>
                    <a:close/>
                    <a:moveTo>
                      <a:pt x="239" y="138"/>
                    </a:moveTo>
                    <a:cubicBezTo>
                      <a:pt x="239" y="44"/>
                      <a:pt x="239" y="44"/>
                      <a:pt x="239" y="44"/>
                    </a:cubicBezTo>
                    <a:cubicBezTo>
                      <a:pt x="239" y="12"/>
                      <a:pt x="247" y="0"/>
                      <a:pt x="276" y="0"/>
                    </a:cubicBezTo>
                    <a:cubicBezTo>
                      <a:pt x="306" y="0"/>
                      <a:pt x="313" y="12"/>
                      <a:pt x="313" y="44"/>
                    </a:cubicBezTo>
                    <a:cubicBezTo>
                      <a:pt x="313" y="138"/>
                      <a:pt x="313" y="138"/>
                      <a:pt x="313" y="138"/>
                    </a:cubicBezTo>
                    <a:cubicBezTo>
                      <a:pt x="313" y="170"/>
                      <a:pt x="306" y="181"/>
                      <a:pt x="276" y="181"/>
                    </a:cubicBezTo>
                    <a:cubicBezTo>
                      <a:pt x="247" y="181"/>
                      <a:pt x="239" y="170"/>
                      <a:pt x="239" y="138"/>
                    </a:cubicBezTo>
                    <a:close/>
                    <a:moveTo>
                      <a:pt x="263" y="141"/>
                    </a:moveTo>
                    <a:cubicBezTo>
                      <a:pt x="263" y="153"/>
                      <a:pt x="263" y="164"/>
                      <a:pt x="276" y="164"/>
                    </a:cubicBezTo>
                    <a:cubicBezTo>
                      <a:pt x="290" y="164"/>
                      <a:pt x="290" y="153"/>
                      <a:pt x="290" y="141"/>
                    </a:cubicBezTo>
                    <a:cubicBezTo>
                      <a:pt x="290" y="40"/>
                      <a:pt x="290" y="40"/>
                      <a:pt x="290" y="40"/>
                    </a:cubicBezTo>
                    <a:cubicBezTo>
                      <a:pt x="290" y="29"/>
                      <a:pt x="290" y="18"/>
                      <a:pt x="276" y="18"/>
                    </a:cubicBezTo>
                    <a:cubicBezTo>
                      <a:pt x="263" y="18"/>
                      <a:pt x="263" y="29"/>
                      <a:pt x="263" y="40"/>
                    </a:cubicBezTo>
                    <a:lnTo>
                      <a:pt x="263" y="141"/>
                    </a:lnTo>
                    <a:close/>
                    <a:moveTo>
                      <a:pt x="331" y="138"/>
                    </a:moveTo>
                    <a:cubicBezTo>
                      <a:pt x="331" y="44"/>
                      <a:pt x="331" y="44"/>
                      <a:pt x="331" y="44"/>
                    </a:cubicBezTo>
                    <a:cubicBezTo>
                      <a:pt x="331" y="12"/>
                      <a:pt x="339" y="0"/>
                      <a:pt x="368" y="0"/>
                    </a:cubicBezTo>
                    <a:cubicBezTo>
                      <a:pt x="397" y="0"/>
                      <a:pt x="405" y="12"/>
                      <a:pt x="405" y="44"/>
                    </a:cubicBezTo>
                    <a:cubicBezTo>
                      <a:pt x="405" y="138"/>
                      <a:pt x="405" y="138"/>
                      <a:pt x="405" y="138"/>
                    </a:cubicBezTo>
                    <a:cubicBezTo>
                      <a:pt x="405" y="170"/>
                      <a:pt x="397" y="181"/>
                      <a:pt x="368" y="181"/>
                    </a:cubicBezTo>
                    <a:cubicBezTo>
                      <a:pt x="339" y="181"/>
                      <a:pt x="331" y="170"/>
                      <a:pt x="331" y="138"/>
                    </a:cubicBezTo>
                    <a:close/>
                    <a:moveTo>
                      <a:pt x="354" y="141"/>
                    </a:moveTo>
                    <a:cubicBezTo>
                      <a:pt x="354" y="153"/>
                      <a:pt x="354" y="164"/>
                      <a:pt x="368" y="164"/>
                    </a:cubicBezTo>
                    <a:cubicBezTo>
                      <a:pt x="382" y="164"/>
                      <a:pt x="382" y="153"/>
                      <a:pt x="382" y="141"/>
                    </a:cubicBezTo>
                    <a:cubicBezTo>
                      <a:pt x="382" y="40"/>
                      <a:pt x="382" y="40"/>
                      <a:pt x="382" y="40"/>
                    </a:cubicBezTo>
                    <a:cubicBezTo>
                      <a:pt x="382" y="29"/>
                      <a:pt x="382" y="18"/>
                      <a:pt x="368" y="18"/>
                    </a:cubicBezTo>
                    <a:cubicBezTo>
                      <a:pt x="354" y="18"/>
                      <a:pt x="354" y="29"/>
                      <a:pt x="354" y="40"/>
                    </a:cubicBezTo>
                    <a:lnTo>
                      <a:pt x="354" y="141"/>
                    </a:lnTo>
                    <a:close/>
                    <a:moveTo>
                      <a:pt x="453" y="35"/>
                    </a:moveTo>
                    <a:cubicBezTo>
                      <a:pt x="453" y="35"/>
                      <a:pt x="453" y="35"/>
                      <a:pt x="453" y="35"/>
                    </a:cubicBezTo>
                    <a:cubicBezTo>
                      <a:pt x="453" y="180"/>
                      <a:pt x="453" y="180"/>
                      <a:pt x="453" y="180"/>
                    </a:cubicBezTo>
                    <a:cubicBezTo>
                      <a:pt x="476" y="180"/>
                      <a:pt x="476" y="180"/>
                      <a:pt x="476" y="180"/>
                    </a:cubicBezTo>
                    <a:cubicBezTo>
                      <a:pt x="476" y="2"/>
                      <a:pt x="476" y="2"/>
                      <a:pt x="476" y="2"/>
                    </a:cubicBezTo>
                    <a:cubicBezTo>
                      <a:pt x="456" y="2"/>
                      <a:pt x="456" y="2"/>
                      <a:pt x="456" y="2"/>
                    </a:cubicBezTo>
                    <a:cubicBezTo>
                      <a:pt x="453" y="10"/>
                      <a:pt x="439" y="27"/>
                      <a:pt x="434" y="31"/>
                    </a:cubicBezTo>
                    <a:cubicBezTo>
                      <a:pt x="434" y="54"/>
                      <a:pt x="434" y="54"/>
                      <a:pt x="434" y="54"/>
                    </a:cubicBezTo>
                    <a:cubicBezTo>
                      <a:pt x="443" y="47"/>
                      <a:pt x="448" y="42"/>
                      <a:pt x="453" y="35"/>
                    </a:cubicBezTo>
                    <a:close/>
                    <a:moveTo>
                      <a:pt x="515" y="138"/>
                    </a:moveTo>
                    <a:cubicBezTo>
                      <a:pt x="515" y="44"/>
                      <a:pt x="515" y="44"/>
                      <a:pt x="515" y="44"/>
                    </a:cubicBezTo>
                    <a:cubicBezTo>
                      <a:pt x="515" y="12"/>
                      <a:pt x="522" y="0"/>
                      <a:pt x="551" y="0"/>
                    </a:cubicBezTo>
                    <a:cubicBezTo>
                      <a:pt x="581" y="0"/>
                      <a:pt x="588" y="12"/>
                      <a:pt x="588" y="44"/>
                    </a:cubicBezTo>
                    <a:cubicBezTo>
                      <a:pt x="588" y="138"/>
                      <a:pt x="588" y="138"/>
                      <a:pt x="588" y="138"/>
                    </a:cubicBezTo>
                    <a:cubicBezTo>
                      <a:pt x="588" y="170"/>
                      <a:pt x="581" y="181"/>
                      <a:pt x="551" y="181"/>
                    </a:cubicBezTo>
                    <a:cubicBezTo>
                      <a:pt x="522" y="181"/>
                      <a:pt x="515" y="170"/>
                      <a:pt x="515" y="138"/>
                    </a:cubicBezTo>
                    <a:close/>
                    <a:moveTo>
                      <a:pt x="538" y="141"/>
                    </a:moveTo>
                    <a:cubicBezTo>
                      <a:pt x="538" y="153"/>
                      <a:pt x="538" y="164"/>
                      <a:pt x="551" y="164"/>
                    </a:cubicBezTo>
                    <a:cubicBezTo>
                      <a:pt x="565" y="164"/>
                      <a:pt x="565" y="153"/>
                      <a:pt x="565" y="141"/>
                    </a:cubicBezTo>
                    <a:cubicBezTo>
                      <a:pt x="565" y="40"/>
                      <a:pt x="565" y="40"/>
                      <a:pt x="565" y="40"/>
                    </a:cubicBezTo>
                    <a:cubicBezTo>
                      <a:pt x="565" y="29"/>
                      <a:pt x="565" y="18"/>
                      <a:pt x="551" y="18"/>
                    </a:cubicBezTo>
                    <a:cubicBezTo>
                      <a:pt x="538" y="18"/>
                      <a:pt x="538" y="29"/>
                      <a:pt x="538" y="40"/>
                    </a:cubicBezTo>
                    <a:lnTo>
                      <a:pt x="538" y="141"/>
                    </a:lnTo>
                    <a:close/>
                    <a:moveTo>
                      <a:pt x="152" y="400"/>
                    </a:moveTo>
                    <a:cubicBezTo>
                      <a:pt x="118" y="400"/>
                      <a:pt x="85" y="400"/>
                      <a:pt x="51" y="400"/>
                    </a:cubicBezTo>
                    <a:cubicBezTo>
                      <a:pt x="42" y="400"/>
                      <a:pt x="40" y="400"/>
                      <a:pt x="39" y="400"/>
                    </a:cubicBezTo>
                    <a:cubicBezTo>
                      <a:pt x="30" y="402"/>
                      <a:pt x="26" y="403"/>
                      <a:pt x="21" y="408"/>
                    </a:cubicBezTo>
                    <a:cubicBezTo>
                      <a:pt x="15" y="414"/>
                      <a:pt x="11" y="421"/>
                      <a:pt x="7" y="430"/>
                    </a:cubicBezTo>
                    <a:cubicBezTo>
                      <a:pt x="6" y="433"/>
                      <a:pt x="4" y="439"/>
                      <a:pt x="3" y="442"/>
                    </a:cubicBezTo>
                    <a:cubicBezTo>
                      <a:pt x="2" y="443"/>
                      <a:pt x="2" y="443"/>
                      <a:pt x="2" y="443"/>
                    </a:cubicBezTo>
                    <a:cubicBezTo>
                      <a:pt x="7" y="443"/>
                      <a:pt x="7" y="443"/>
                      <a:pt x="7" y="443"/>
                    </a:cubicBezTo>
                    <a:cubicBezTo>
                      <a:pt x="9" y="441"/>
                      <a:pt x="9" y="441"/>
                      <a:pt x="9" y="441"/>
                    </a:cubicBezTo>
                    <a:cubicBezTo>
                      <a:pt x="13" y="434"/>
                      <a:pt x="18" y="429"/>
                      <a:pt x="22" y="426"/>
                    </a:cubicBezTo>
                    <a:cubicBezTo>
                      <a:pt x="26" y="423"/>
                      <a:pt x="33" y="421"/>
                      <a:pt x="42" y="421"/>
                    </a:cubicBezTo>
                    <a:cubicBezTo>
                      <a:pt x="45" y="421"/>
                      <a:pt x="45" y="421"/>
                      <a:pt x="45" y="421"/>
                    </a:cubicBezTo>
                    <a:cubicBezTo>
                      <a:pt x="44" y="429"/>
                      <a:pt x="44" y="437"/>
                      <a:pt x="43" y="445"/>
                    </a:cubicBezTo>
                    <a:cubicBezTo>
                      <a:pt x="41" y="471"/>
                      <a:pt x="41" y="471"/>
                      <a:pt x="40" y="477"/>
                    </a:cubicBezTo>
                    <a:cubicBezTo>
                      <a:pt x="37" y="496"/>
                      <a:pt x="35" y="503"/>
                      <a:pt x="27" y="514"/>
                    </a:cubicBezTo>
                    <a:cubicBezTo>
                      <a:pt x="20" y="524"/>
                      <a:pt x="19" y="526"/>
                      <a:pt x="18" y="531"/>
                    </a:cubicBezTo>
                    <a:cubicBezTo>
                      <a:pt x="17" y="538"/>
                      <a:pt x="21" y="543"/>
                      <a:pt x="27" y="545"/>
                    </a:cubicBezTo>
                    <a:cubicBezTo>
                      <a:pt x="30" y="546"/>
                      <a:pt x="33" y="546"/>
                      <a:pt x="36" y="545"/>
                    </a:cubicBezTo>
                    <a:cubicBezTo>
                      <a:pt x="36" y="545"/>
                      <a:pt x="36" y="545"/>
                      <a:pt x="36" y="545"/>
                    </a:cubicBezTo>
                    <a:cubicBezTo>
                      <a:pt x="39" y="543"/>
                      <a:pt x="43" y="539"/>
                      <a:pt x="45" y="534"/>
                    </a:cubicBezTo>
                    <a:cubicBezTo>
                      <a:pt x="50" y="525"/>
                      <a:pt x="55" y="500"/>
                      <a:pt x="58" y="470"/>
                    </a:cubicBezTo>
                    <a:cubicBezTo>
                      <a:pt x="58" y="467"/>
                      <a:pt x="61" y="423"/>
                      <a:pt x="61" y="421"/>
                    </a:cubicBezTo>
                    <a:cubicBezTo>
                      <a:pt x="99" y="421"/>
                      <a:pt x="99" y="421"/>
                      <a:pt x="99" y="421"/>
                    </a:cubicBezTo>
                    <a:cubicBezTo>
                      <a:pt x="96" y="439"/>
                      <a:pt x="95" y="456"/>
                      <a:pt x="94" y="473"/>
                    </a:cubicBezTo>
                    <a:cubicBezTo>
                      <a:pt x="93" y="479"/>
                      <a:pt x="93" y="499"/>
                      <a:pt x="93" y="505"/>
                    </a:cubicBezTo>
                    <a:cubicBezTo>
                      <a:pt x="94" y="520"/>
                      <a:pt x="97" y="530"/>
                      <a:pt x="101" y="536"/>
                    </a:cubicBezTo>
                    <a:cubicBezTo>
                      <a:pt x="105" y="541"/>
                      <a:pt x="110" y="544"/>
                      <a:pt x="115" y="545"/>
                    </a:cubicBezTo>
                    <a:cubicBezTo>
                      <a:pt x="118" y="546"/>
                      <a:pt x="123" y="546"/>
                      <a:pt x="126" y="545"/>
                    </a:cubicBezTo>
                    <a:cubicBezTo>
                      <a:pt x="130" y="544"/>
                      <a:pt x="134" y="541"/>
                      <a:pt x="138" y="537"/>
                    </a:cubicBezTo>
                    <a:cubicBezTo>
                      <a:pt x="143" y="532"/>
                      <a:pt x="146" y="526"/>
                      <a:pt x="149" y="517"/>
                    </a:cubicBezTo>
                    <a:cubicBezTo>
                      <a:pt x="150" y="513"/>
                      <a:pt x="151" y="505"/>
                      <a:pt x="151" y="504"/>
                    </a:cubicBezTo>
                    <a:cubicBezTo>
                      <a:pt x="147" y="504"/>
                      <a:pt x="147" y="504"/>
                      <a:pt x="147" y="504"/>
                    </a:cubicBezTo>
                    <a:cubicBezTo>
                      <a:pt x="146" y="508"/>
                      <a:pt x="146" y="509"/>
                      <a:pt x="145" y="511"/>
                    </a:cubicBezTo>
                    <a:cubicBezTo>
                      <a:pt x="143" y="515"/>
                      <a:pt x="140" y="518"/>
                      <a:pt x="135" y="520"/>
                    </a:cubicBezTo>
                    <a:cubicBezTo>
                      <a:pt x="130" y="521"/>
                      <a:pt x="124" y="521"/>
                      <a:pt x="119" y="518"/>
                    </a:cubicBezTo>
                    <a:cubicBezTo>
                      <a:pt x="114" y="515"/>
                      <a:pt x="111" y="509"/>
                      <a:pt x="110" y="502"/>
                    </a:cubicBezTo>
                    <a:cubicBezTo>
                      <a:pt x="108" y="475"/>
                      <a:pt x="112" y="448"/>
                      <a:pt x="115" y="421"/>
                    </a:cubicBezTo>
                    <a:cubicBezTo>
                      <a:pt x="152" y="421"/>
                      <a:pt x="152" y="421"/>
                      <a:pt x="152" y="421"/>
                    </a:cubicBezTo>
                    <a:cubicBezTo>
                      <a:pt x="152" y="400"/>
                      <a:pt x="152" y="400"/>
                      <a:pt x="152" y="400"/>
                    </a:cubicBezTo>
                    <a:close/>
                    <a:moveTo>
                      <a:pt x="366" y="348"/>
                    </a:moveTo>
                    <a:cubicBezTo>
                      <a:pt x="469" y="479"/>
                      <a:pt x="469" y="479"/>
                      <a:pt x="469" y="479"/>
                    </a:cubicBezTo>
                    <a:cubicBezTo>
                      <a:pt x="366" y="600"/>
                      <a:pt x="366" y="600"/>
                      <a:pt x="366" y="600"/>
                    </a:cubicBezTo>
                    <a:cubicBezTo>
                      <a:pt x="366" y="607"/>
                      <a:pt x="366" y="607"/>
                      <a:pt x="366" y="607"/>
                    </a:cubicBezTo>
                    <a:cubicBezTo>
                      <a:pt x="572" y="607"/>
                      <a:pt x="572" y="607"/>
                      <a:pt x="572" y="607"/>
                    </a:cubicBezTo>
                    <a:cubicBezTo>
                      <a:pt x="583" y="526"/>
                      <a:pt x="583" y="526"/>
                      <a:pt x="583" y="526"/>
                    </a:cubicBezTo>
                    <a:cubicBezTo>
                      <a:pt x="576" y="525"/>
                      <a:pt x="576" y="525"/>
                      <a:pt x="576" y="525"/>
                    </a:cubicBezTo>
                    <a:cubicBezTo>
                      <a:pt x="571" y="543"/>
                      <a:pt x="564" y="556"/>
                      <a:pt x="554" y="561"/>
                    </a:cubicBezTo>
                    <a:cubicBezTo>
                      <a:pt x="544" y="567"/>
                      <a:pt x="530" y="570"/>
                      <a:pt x="512" y="570"/>
                    </a:cubicBezTo>
                    <a:cubicBezTo>
                      <a:pt x="411" y="570"/>
                      <a:pt x="411" y="570"/>
                      <a:pt x="411" y="570"/>
                    </a:cubicBezTo>
                    <a:cubicBezTo>
                      <a:pt x="503" y="462"/>
                      <a:pt x="503" y="462"/>
                      <a:pt x="503" y="462"/>
                    </a:cubicBezTo>
                    <a:cubicBezTo>
                      <a:pt x="422" y="358"/>
                      <a:pt x="422" y="358"/>
                      <a:pt x="422" y="358"/>
                    </a:cubicBezTo>
                    <a:cubicBezTo>
                      <a:pt x="513" y="358"/>
                      <a:pt x="513" y="358"/>
                      <a:pt x="513" y="358"/>
                    </a:cubicBezTo>
                    <a:cubicBezTo>
                      <a:pt x="526" y="358"/>
                      <a:pt x="536" y="359"/>
                      <a:pt x="542" y="362"/>
                    </a:cubicBezTo>
                    <a:cubicBezTo>
                      <a:pt x="548" y="366"/>
                      <a:pt x="553" y="371"/>
                      <a:pt x="557" y="378"/>
                    </a:cubicBezTo>
                    <a:cubicBezTo>
                      <a:pt x="560" y="385"/>
                      <a:pt x="563" y="395"/>
                      <a:pt x="563" y="408"/>
                    </a:cubicBezTo>
                    <a:cubicBezTo>
                      <a:pt x="571" y="408"/>
                      <a:pt x="571" y="408"/>
                      <a:pt x="571" y="408"/>
                    </a:cubicBezTo>
                    <a:cubicBezTo>
                      <a:pt x="566" y="341"/>
                      <a:pt x="566" y="341"/>
                      <a:pt x="566" y="341"/>
                    </a:cubicBezTo>
                    <a:cubicBezTo>
                      <a:pt x="366" y="341"/>
                      <a:pt x="366" y="341"/>
                      <a:pt x="366" y="341"/>
                    </a:cubicBezTo>
                    <a:lnTo>
                      <a:pt x="366" y="348"/>
                    </a:lnTo>
                    <a:close/>
                  </a:path>
                </a:pathLst>
              </a:custGeom>
              <a:solidFill>
                <a:srgbClr val="CD391F">
                  <a:alpha val="69803"/>
                </a:srgbClr>
              </a:solid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Century Gothic"/>
                  <a:buNone/>
                </a:pPr>
                <a:endParaRPr sz="1800" b="0" i="0" u="none" strike="noStrike" cap="none">
                  <a:solidFill>
                    <a:srgbClr val="3C3C3B"/>
                  </a:solidFill>
                  <a:latin typeface="Century Gothic"/>
                  <a:ea typeface="Century Gothic"/>
                  <a:cs typeface="Century Gothic"/>
                  <a:sym typeface="Century Gothic"/>
                </a:endParaRPr>
              </a:p>
            </p:txBody>
          </p:sp>
        </p:grpSp>
      </p:grpSp>
      <p:grpSp>
        <p:nvGrpSpPr>
          <p:cNvPr id="1454" name="Google Shape;1454;p96"/>
          <p:cNvGrpSpPr/>
          <p:nvPr/>
        </p:nvGrpSpPr>
        <p:grpSpPr>
          <a:xfrm>
            <a:off x="7416805" y="4591395"/>
            <a:ext cx="1058348" cy="347375"/>
            <a:chOff x="7651698" y="4287227"/>
            <a:chExt cx="1058348" cy="347375"/>
          </a:xfrm>
        </p:grpSpPr>
        <p:grpSp>
          <p:nvGrpSpPr>
            <p:cNvPr id="1455" name="Google Shape;1455;p96"/>
            <p:cNvGrpSpPr/>
            <p:nvPr/>
          </p:nvGrpSpPr>
          <p:grpSpPr>
            <a:xfrm>
              <a:off x="7714163" y="4337598"/>
              <a:ext cx="995883" cy="297004"/>
              <a:chOff x="7711013" y="3986494"/>
              <a:chExt cx="995883" cy="297004"/>
            </a:xfrm>
          </p:grpSpPr>
          <p:sp>
            <p:nvSpPr>
              <p:cNvPr id="1456" name="Google Shape;1456;p96"/>
              <p:cNvSpPr txBox="1"/>
              <p:nvPr/>
            </p:nvSpPr>
            <p:spPr>
              <a:xfrm>
                <a:off x="7967591" y="3986494"/>
                <a:ext cx="739305" cy="297004"/>
              </a:xfrm>
              <a:prstGeom prst="rect">
                <a:avLst/>
              </a:prstGeom>
              <a:noFill/>
              <a:ln>
                <a:noFill/>
              </a:ln>
            </p:spPr>
            <p:txBody>
              <a:bodyPr spcFirstLastPara="1" wrap="square" lIns="91425" tIns="45700" rIns="91425" bIns="45700" anchor="t" anchorCtr="0">
                <a:noAutofit/>
              </a:bodyPr>
              <a:lstStyle/>
              <a:p>
                <a:pPr marL="0" marR="0" lvl="0" indent="0" algn="l" rtl="0">
                  <a:lnSpc>
                    <a:spcPct val="95000"/>
                  </a:lnSpc>
                  <a:spcBef>
                    <a:spcPts val="0"/>
                  </a:spcBef>
                  <a:spcAft>
                    <a:spcPts val="0"/>
                  </a:spcAft>
                  <a:buNone/>
                </a:pPr>
                <a:r>
                  <a:rPr lang="en-GB" sz="700">
                    <a:solidFill>
                      <a:srgbClr val="3C3C3B"/>
                    </a:solidFill>
                    <a:latin typeface="Century Gothic"/>
                    <a:ea typeface="Century Gothic"/>
                    <a:cs typeface="Century Gothic"/>
                    <a:sym typeface="Century Gothic"/>
                  </a:rPr>
                  <a:t>Use Cases &amp;</a:t>
                </a:r>
                <a:br>
                  <a:rPr lang="en-GB" sz="700">
                    <a:solidFill>
                      <a:srgbClr val="3C3C3B"/>
                    </a:solidFill>
                    <a:latin typeface="Century Gothic"/>
                    <a:ea typeface="Century Gothic"/>
                    <a:cs typeface="Century Gothic"/>
                    <a:sym typeface="Century Gothic"/>
                  </a:rPr>
                </a:br>
                <a:r>
                  <a:rPr lang="en-GB" sz="700">
                    <a:solidFill>
                      <a:srgbClr val="3C3C3B"/>
                    </a:solidFill>
                    <a:latin typeface="Century Gothic"/>
                    <a:ea typeface="Century Gothic"/>
                    <a:cs typeface="Century Gothic"/>
                    <a:sym typeface="Century Gothic"/>
                  </a:rPr>
                  <a:t>Case Studies</a:t>
                </a:r>
                <a:endParaRPr sz="700">
                  <a:solidFill>
                    <a:srgbClr val="3C3C3B"/>
                  </a:solidFill>
                  <a:latin typeface="Century Gothic"/>
                  <a:ea typeface="Century Gothic"/>
                  <a:cs typeface="Century Gothic"/>
                  <a:sym typeface="Century Gothic"/>
                </a:endParaRPr>
              </a:p>
            </p:txBody>
          </p:sp>
          <p:grpSp>
            <p:nvGrpSpPr>
              <p:cNvPr id="1457" name="Google Shape;1457;p96"/>
              <p:cNvGrpSpPr/>
              <p:nvPr/>
            </p:nvGrpSpPr>
            <p:grpSpPr>
              <a:xfrm>
                <a:off x="7711013" y="4002615"/>
                <a:ext cx="281520" cy="241973"/>
                <a:chOff x="5652748" y="4066000"/>
                <a:chExt cx="906498" cy="747974"/>
              </a:xfrm>
            </p:grpSpPr>
            <p:sp>
              <p:nvSpPr>
                <p:cNvPr id="1458" name="Google Shape;1458;p96"/>
                <p:cNvSpPr/>
                <p:nvPr/>
              </p:nvSpPr>
              <p:spPr>
                <a:xfrm>
                  <a:off x="6024179" y="4066000"/>
                  <a:ext cx="535067" cy="685800"/>
                </a:xfrm>
                <a:custGeom>
                  <a:avLst/>
                  <a:gdLst/>
                  <a:ahLst/>
                  <a:cxnLst/>
                  <a:rect l="l" t="t" r="r" b="b"/>
                  <a:pathLst>
                    <a:path w="347" h="445" extrusionOk="0">
                      <a:moveTo>
                        <a:pt x="235" y="136"/>
                      </a:moveTo>
                      <a:cubicBezTo>
                        <a:pt x="347" y="136"/>
                        <a:pt x="347" y="136"/>
                        <a:pt x="347" y="136"/>
                      </a:cubicBezTo>
                      <a:cubicBezTo>
                        <a:pt x="347" y="421"/>
                        <a:pt x="347" y="421"/>
                        <a:pt x="347" y="421"/>
                      </a:cubicBezTo>
                      <a:cubicBezTo>
                        <a:pt x="347" y="434"/>
                        <a:pt x="336" y="445"/>
                        <a:pt x="322" y="445"/>
                      </a:cubicBezTo>
                      <a:cubicBezTo>
                        <a:pt x="25" y="445"/>
                        <a:pt x="25" y="445"/>
                        <a:pt x="25" y="445"/>
                      </a:cubicBezTo>
                      <a:cubicBezTo>
                        <a:pt x="11" y="445"/>
                        <a:pt x="0" y="434"/>
                        <a:pt x="0" y="421"/>
                      </a:cubicBezTo>
                      <a:cubicBezTo>
                        <a:pt x="0" y="25"/>
                        <a:pt x="0" y="25"/>
                        <a:pt x="0" y="25"/>
                      </a:cubicBezTo>
                      <a:cubicBezTo>
                        <a:pt x="0" y="11"/>
                        <a:pt x="11" y="0"/>
                        <a:pt x="25" y="0"/>
                      </a:cubicBezTo>
                      <a:cubicBezTo>
                        <a:pt x="211" y="0"/>
                        <a:pt x="211" y="0"/>
                        <a:pt x="211" y="0"/>
                      </a:cubicBezTo>
                      <a:cubicBezTo>
                        <a:pt x="211" y="111"/>
                        <a:pt x="211" y="111"/>
                        <a:pt x="211" y="111"/>
                      </a:cubicBezTo>
                      <a:cubicBezTo>
                        <a:pt x="211" y="125"/>
                        <a:pt x="222" y="136"/>
                        <a:pt x="235" y="136"/>
                      </a:cubicBezTo>
                      <a:close/>
                      <a:moveTo>
                        <a:pt x="260" y="111"/>
                      </a:moveTo>
                      <a:cubicBezTo>
                        <a:pt x="347" y="111"/>
                        <a:pt x="347" y="111"/>
                        <a:pt x="347" y="111"/>
                      </a:cubicBezTo>
                      <a:cubicBezTo>
                        <a:pt x="235" y="0"/>
                        <a:pt x="235" y="0"/>
                        <a:pt x="235" y="0"/>
                      </a:cubicBezTo>
                      <a:cubicBezTo>
                        <a:pt x="235" y="86"/>
                        <a:pt x="235" y="86"/>
                        <a:pt x="235" y="86"/>
                      </a:cubicBezTo>
                      <a:cubicBezTo>
                        <a:pt x="235" y="100"/>
                        <a:pt x="246" y="111"/>
                        <a:pt x="260" y="111"/>
                      </a:cubicBezTo>
                      <a:close/>
                      <a:moveTo>
                        <a:pt x="293" y="219"/>
                      </a:moveTo>
                      <a:cubicBezTo>
                        <a:pt x="54" y="219"/>
                        <a:pt x="54" y="219"/>
                        <a:pt x="54" y="219"/>
                      </a:cubicBezTo>
                      <a:cubicBezTo>
                        <a:pt x="54" y="246"/>
                        <a:pt x="54" y="246"/>
                        <a:pt x="54" y="246"/>
                      </a:cubicBezTo>
                      <a:cubicBezTo>
                        <a:pt x="293" y="246"/>
                        <a:pt x="293" y="246"/>
                        <a:pt x="293" y="246"/>
                      </a:cubicBezTo>
                      <a:lnTo>
                        <a:pt x="293" y="219"/>
                      </a:lnTo>
                      <a:close/>
                      <a:moveTo>
                        <a:pt x="293" y="278"/>
                      </a:moveTo>
                      <a:cubicBezTo>
                        <a:pt x="54" y="278"/>
                        <a:pt x="54" y="278"/>
                        <a:pt x="54" y="278"/>
                      </a:cubicBezTo>
                      <a:cubicBezTo>
                        <a:pt x="54" y="306"/>
                        <a:pt x="54" y="306"/>
                        <a:pt x="54" y="306"/>
                      </a:cubicBezTo>
                      <a:cubicBezTo>
                        <a:pt x="293" y="306"/>
                        <a:pt x="293" y="306"/>
                        <a:pt x="293" y="306"/>
                      </a:cubicBezTo>
                      <a:lnTo>
                        <a:pt x="293" y="278"/>
                      </a:lnTo>
                      <a:close/>
                      <a:moveTo>
                        <a:pt x="293" y="338"/>
                      </a:moveTo>
                      <a:cubicBezTo>
                        <a:pt x="54" y="338"/>
                        <a:pt x="54" y="338"/>
                        <a:pt x="54" y="338"/>
                      </a:cubicBezTo>
                      <a:cubicBezTo>
                        <a:pt x="54" y="365"/>
                        <a:pt x="54" y="365"/>
                        <a:pt x="54" y="365"/>
                      </a:cubicBezTo>
                      <a:cubicBezTo>
                        <a:pt x="293" y="365"/>
                        <a:pt x="293" y="365"/>
                        <a:pt x="293" y="365"/>
                      </a:cubicBezTo>
                      <a:lnTo>
                        <a:pt x="293" y="338"/>
                      </a:lnTo>
                      <a:close/>
                    </a:path>
                  </a:pathLst>
                </a:custGeom>
                <a:solidFill>
                  <a:srgbClr val="5F6062"/>
                </a:solidFill>
                <a:ln>
                  <a:noFill/>
                </a:ln>
              </p:spPr>
              <p:txBody>
                <a:bodyPr spcFirstLastPara="1" wrap="square" lIns="91425" tIns="45700" rIns="91425" bIns="45700" anchor="t" anchorCtr="0">
                  <a:noAutofit/>
                </a:bodyPr>
                <a:lstStyle/>
                <a:p>
                  <a:pPr marL="0" marR="0" lvl="0" indent="0" algn="ctr"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459" name="Google Shape;1459;p96"/>
                <p:cNvSpPr/>
                <p:nvPr/>
              </p:nvSpPr>
              <p:spPr>
                <a:xfrm>
                  <a:off x="5842000" y="4222750"/>
                  <a:ext cx="412750" cy="412750"/>
                </a:xfrm>
                <a:prstGeom prst="ellipse">
                  <a:avLst/>
                </a:prstGeom>
                <a:solidFill>
                  <a:schemeClr val="accent1"/>
                </a:solidFill>
                <a:ln>
                  <a:noFill/>
                </a:ln>
              </p:spPr>
              <p:txBody>
                <a:bodyPr spcFirstLastPara="1" wrap="square" lIns="91425" tIns="91425" rIns="91425" bIns="91425" anchor="t" anchorCtr="0">
                  <a:noAutofit/>
                </a:bodyPr>
                <a:lstStyle/>
                <a:p>
                  <a:pPr marL="0" marR="0" lvl="0" indent="0" algn="ctr" rtl="0">
                    <a:spcBef>
                      <a:spcPts val="0"/>
                    </a:spcBef>
                    <a:spcAft>
                      <a:spcPts val="0"/>
                    </a:spcAft>
                    <a:buNone/>
                  </a:pPr>
                  <a:endParaRPr sz="1800">
                    <a:solidFill>
                      <a:srgbClr val="FFFFFF"/>
                    </a:solidFill>
                    <a:latin typeface="Century Gothic"/>
                    <a:ea typeface="Century Gothic"/>
                    <a:cs typeface="Century Gothic"/>
                    <a:sym typeface="Century Gothic"/>
                  </a:endParaRPr>
                </a:p>
              </p:txBody>
            </p:sp>
            <p:sp>
              <p:nvSpPr>
                <p:cNvPr id="1460" name="Google Shape;1460;p96"/>
                <p:cNvSpPr/>
                <p:nvPr/>
              </p:nvSpPr>
              <p:spPr>
                <a:xfrm>
                  <a:off x="5652748" y="4166436"/>
                  <a:ext cx="618134" cy="647538"/>
                </a:xfrm>
                <a:custGeom>
                  <a:avLst/>
                  <a:gdLst/>
                  <a:ahLst/>
                  <a:cxnLst/>
                  <a:rect l="l" t="t" r="r" b="b"/>
                  <a:pathLst>
                    <a:path w="383" h="401" extrusionOk="0">
                      <a:moveTo>
                        <a:pt x="380" y="144"/>
                      </a:moveTo>
                      <a:cubicBezTo>
                        <a:pt x="377" y="63"/>
                        <a:pt x="309" y="0"/>
                        <a:pt x="229" y="3"/>
                      </a:cubicBezTo>
                      <a:cubicBezTo>
                        <a:pt x="148" y="6"/>
                        <a:pt x="85" y="74"/>
                        <a:pt x="88" y="155"/>
                      </a:cubicBezTo>
                      <a:cubicBezTo>
                        <a:pt x="89" y="182"/>
                        <a:pt x="98" y="208"/>
                        <a:pt x="112" y="230"/>
                      </a:cubicBezTo>
                      <a:cubicBezTo>
                        <a:pt x="112" y="230"/>
                        <a:pt x="112" y="230"/>
                        <a:pt x="112" y="230"/>
                      </a:cubicBezTo>
                      <a:cubicBezTo>
                        <a:pt x="107" y="235"/>
                        <a:pt x="107" y="235"/>
                        <a:pt x="107" y="235"/>
                      </a:cubicBezTo>
                      <a:cubicBezTo>
                        <a:pt x="63" y="285"/>
                        <a:pt x="63" y="285"/>
                        <a:pt x="63" y="285"/>
                      </a:cubicBezTo>
                      <a:cubicBezTo>
                        <a:pt x="20" y="332"/>
                        <a:pt x="20" y="332"/>
                        <a:pt x="20" y="332"/>
                      </a:cubicBezTo>
                      <a:cubicBezTo>
                        <a:pt x="15" y="338"/>
                        <a:pt x="15" y="338"/>
                        <a:pt x="15" y="338"/>
                      </a:cubicBezTo>
                      <a:cubicBezTo>
                        <a:pt x="0" y="354"/>
                        <a:pt x="0" y="374"/>
                        <a:pt x="15" y="387"/>
                      </a:cubicBezTo>
                      <a:cubicBezTo>
                        <a:pt x="29" y="401"/>
                        <a:pt x="49" y="398"/>
                        <a:pt x="64" y="382"/>
                      </a:cubicBezTo>
                      <a:cubicBezTo>
                        <a:pt x="69" y="377"/>
                        <a:pt x="69" y="377"/>
                        <a:pt x="69" y="377"/>
                      </a:cubicBezTo>
                      <a:cubicBezTo>
                        <a:pt x="156" y="279"/>
                        <a:pt x="156" y="279"/>
                        <a:pt x="156" y="279"/>
                      </a:cubicBezTo>
                      <a:cubicBezTo>
                        <a:pt x="160" y="275"/>
                        <a:pt x="160" y="275"/>
                        <a:pt x="160" y="275"/>
                      </a:cubicBezTo>
                      <a:cubicBezTo>
                        <a:pt x="183" y="289"/>
                        <a:pt x="211" y="296"/>
                        <a:pt x="240" y="295"/>
                      </a:cubicBezTo>
                      <a:cubicBezTo>
                        <a:pt x="320" y="292"/>
                        <a:pt x="383" y="224"/>
                        <a:pt x="380" y="144"/>
                      </a:cubicBezTo>
                      <a:close/>
                      <a:moveTo>
                        <a:pt x="238" y="243"/>
                      </a:moveTo>
                      <a:cubicBezTo>
                        <a:pt x="186" y="245"/>
                        <a:pt x="142" y="205"/>
                        <a:pt x="140" y="153"/>
                      </a:cubicBezTo>
                      <a:cubicBezTo>
                        <a:pt x="139" y="101"/>
                        <a:pt x="179" y="57"/>
                        <a:pt x="231" y="56"/>
                      </a:cubicBezTo>
                      <a:cubicBezTo>
                        <a:pt x="282" y="54"/>
                        <a:pt x="326" y="94"/>
                        <a:pt x="328" y="146"/>
                      </a:cubicBezTo>
                      <a:cubicBezTo>
                        <a:pt x="330" y="198"/>
                        <a:pt x="289" y="241"/>
                        <a:pt x="238" y="243"/>
                      </a:cubicBezTo>
                      <a:close/>
                    </a:path>
                  </a:pathLst>
                </a:custGeom>
                <a:solidFill>
                  <a:schemeClr val="accent6"/>
                </a:solidFill>
                <a:ln w="9525"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ctr" rtl="0">
                    <a:spcBef>
                      <a:spcPts val="0"/>
                    </a:spcBef>
                    <a:spcAft>
                      <a:spcPts val="0"/>
                    </a:spcAft>
                    <a:buNone/>
                  </a:pPr>
                  <a:endParaRPr sz="1800">
                    <a:solidFill>
                      <a:schemeClr val="dk1"/>
                    </a:solidFill>
                    <a:latin typeface="Century Gothic"/>
                    <a:ea typeface="Century Gothic"/>
                    <a:cs typeface="Century Gothic"/>
                    <a:sym typeface="Century Gothic"/>
                  </a:endParaRPr>
                </a:p>
              </p:txBody>
            </p:sp>
          </p:grpSp>
        </p:grpSp>
        <p:sp>
          <p:nvSpPr>
            <p:cNvPr id="1461" name="Google Shape;1461;p96">
              <a:hlinkClick r:id="" action="ppaction://noaction"/>
            </p:cNvPr>
            <p:cNvSpPr/>
            <p:nvPr/>
          </p:nvSpPr>
          <p:spPr>
            <a:xfrm>
              <a:off x="7651698" y="4287227"/>
              <a:ext cx="1023242" cy="338668"/>
            </a:xfrm>
            <a:prstGeom prst="rect">
              <a:avLst/>
            </a:prstGeom>
            <a:solidFill>
              <a:schemeClr val="accent1">
                <a:alpha val="0"/>
              </a:schemeClr>
            </a:solidFill>
            <a:ln>
              <a:noFill/>
            </a:ln>
          </p:spPr>
          <p:txBody>
            <a:bodyPr spcFirstLastPara="1" wrap="square" lIns="91425" tIns="91425" rIns="91425" bIns="91425" anchor="t" anchorCtr="0">
              <a:noAutofit/>
            </a:bodyPr>
            <a:lstStyle/>
            <a:p>
              <a:pPr marL="0" marR="0" lvl="0" indent="0" algn="ctr" rtl="0">
                <a:spcBef>
                  <a:spcPts val="0"/>
                </a:spcBef>
                <a:spcAft>
                  <a:spcPts val="0"/>
                </a:spcAft>
                <a:buNone/>
              </a:pPr>
              <a:endParaRPr sz="1800" dirty="0">
                <a:solidFill>
                  <a:srgbClr val="FFFFFF"/>
                </a:solidFill>
                <a:latin typeface="Century Gothic"/>
                <a:ea typeface="Century Gothic"/>
                <a:cs typeface="Century Gothic"/>
                <a:sym typeface="Century Gothic"/>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466"/>
        <p:cNvGrpSpPr/>
        <p:nvPr/>
      </p:nvGrpSpPr>
      <p:grpSpPr>
        <a:xfrm>
          <a:off x="0" y="0"/>
          <a:ext cx="0" cy="0"/>
          <a:chOff x="0" y="0"/>
          <a:chExt cx="0" cy="0"/>
        </a:xfrm>
      </p:grpSpPr>
      <p:graphicFrame>
        <p:nvGraphicFramePr>
          <p:cNvPr id="1467" name="Google Shape;1467;p97"/>
          <p:cNvGraphicFramePr/>
          <p:nvPr/>
        </p:nvGraphicFramePr>
        <p:xfrm>
          <a:off x="469899" y="789217"/>
          <a:ext cx="8454525" cy="4076940"/>
        </p:xfrm>
        <a:graphic>
          <a:graphicData uri="http://schemas.openxmlformats.org/drawingml/2006/table">
            <a:tbl>
              <a:tblPr firstRow="1" bandRow="1">
                <a:noFill/>
                <a:tableStyleId>{D098BFCB-6916-41F2-A2A5-0DF0D5139B6F}</a:tableStyleId>
              </a:tblPr>
              <a:tblGrid>
                <a:gridCol w="130325">
                  <a:extLst>
                    <a:ext uri="{9D8B030D-6E8A-4147-A177-3AD203B41FA5}">
                      <a16:colId xmlns:a16="http://schemas.microsoft.com/office/drawing/2014/main" val="20000"/>
                    </a:ext>
                  </a:extLst>
                </a:gridCol>
                <a:gridCol w="556275">
                  <a:extLst>
                    <a:ext uri="{9D8B030D-6E8A-4147-A177-3AD203B41FA5}">
                      <a16:colId xmlns:a16="http://schemas.microsoft.com/office/drawing/2014/main" val="20001"/>
                    </a:ext>
                  </a:extLst>
                </a:gridCol>
                <a:gridCol w="367500">
                  <a:extLst>
                    <a:ext uri="{9D8B030D-6E8A-4147-A177-3AD203B41FA5}">
                      <a16:colId xmlns:a16="http://schemas.microsoft.com/office/drawing/2014/main" val="20002"/>
                    </a:ext>
                  </a:extLst>
                </a:gridCol>
                <a:gridCol w="3170075">
                  <a:extLst>
                    <a:ext uri="{9D8B030D-6E8A-4147-A177-3AD203B41FA5}">
                      <a16:colId xmlns:a16="http://schemas.microsoft.com/office/drawing/2014/main" val="20003"/>
                    </a:ext>
                  </a:extLst>
                </a:gridCol>
                <a:gridCol w="3276050">
                  <a:extLst>
                    <a:ext uri="{9D8B030D-6E8A-4147-A177-3AD203B41FA5}">
                      <a16:colId xmlns:a16="http://schemas.microsoft.com/office/drawing/2014/main" val="20004"/>
                    </a:ext>
                  </a:extLst>
                </a:gridCol>
                <a:gridCol w="477150">
                  <a:extLst>
                    <a:ext uri="{9D8B030D-6E8A-4147-A177-3AD203B41FA5}">
                      <a16:colId xmlns:a16="http://schemas.microsoft.com/office/drawing/2014/main" val="20005"/>
                    </a:ext>
                  </a:extLst>
                </a:gridCol>
                <a:gridCol w="477150">
                  <a:extLst>
                    <a:ext uri="{9D8B030D-6E8A-4147-A177-3AD203B41FA5}">
                      <a16:colId xmlns:a16="http://schemas.microsoft.com/office/drawing/2014/main" val="20006"/>
                    </a:ext>
                  </a:extLst>
                </a:gridCol>
              </a:tblGrid>
              <a:tr h="180850">
                <a:tc gridSpan="3">
                  <a:txBody>
                    <a:bodyPr/>
                    <a:lstStyle/>
                    <a:p>
                      <a:pPr marL="0" marR="0" lvl="0" indent="0" algn="ctr" rtl="0">
                        <a:spcBef>
                          <a:spcPts val="0"/>
                        </a:spcBef>
                        <a:spcAft>
                          <a:spcPts val="0"/>
                        </a:spcAft>
                        <a:buNone/>
                      </a:pPr>
                      <a:r>
                        <a:rPr lang="en-GB" sz="1200" b="1">
                          <a:solidFill>
                            <a:schemeClr val="dk2"/>
                          </a:solidFill>
                        </a:rPr>
                        <a:t>Level</a:t>
                      </a:r>
                      <a:endParaRPr sz="1200" b="1">
                        <a:solidFill>
                          <a:schemeClr val="dk2"/>
                        </a:solidFill>
                      </a:endParaRPr>
                    </a:p>
                  </a:txBody>
                  <a:tcPr marL="0" marR="0" marT="0" marB="0"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hMerge="1">
                  <a:txBody>
                    <a:bodyPr/>
                    <a:lstStyle/>
                    <a:p>
                      <a:endParaRPr/>
                    </a:p>
                  </a:txBody>
                  <a:tcPr/>
                </a:tc>
                <a:tc hMerge="1">
                  <a:txBody>
                    <a:bodyPr/>
                    <a:lstStyle/>
                    <a:p>
                      <a:endParaRPr/>
                    </a:p>
                  </a:txBody>
                  <a:tcPr/>
                </a:tc>
                <a:tc gridSpan="2">
                  <a:txBody>
                    <a:bodyPr/>
                    <a:lstStyle/>
                    <a:p>
                      <a:pPr marL="0" marR="0" lvl="0" indent="0" algn="ctr" rtl="0">
                        <a:lnSpc>
                          <a:spcPct val="100000"/>
                        </a:lnSpc>
                        <a:spcBef>
                          <a:spcPts val="0"/>
                        </a:spcBef>
                        <a:spcAft>
                          <a:spcPts val="0"/>
                        </a:spcAft>
                        <a:buClr>
                          <a:schemeClr val="dk2"/>
                        </a:buClr>
                        <a:buSzPts val="1200"/>
                        <a:buFont typeface="Century Gothic"/>
                        <a:buNone/>
                      </a:pPr>
                      <a:r>
                        <a:rPr lang="en-GB" sz="1200" b="1">
                          <a:solidFill>
                            <a:schemeClr val="dk2"/>
                          </a:solidFill>
                        </a:rPr>
                        <a:t>Maturity Statement</a:t>
                      </a:r>
                      <a:endParaRPr/>
                    </a:p>
                  </a:txBody>
                  <a:tcPr marL="0" marR="0" marT="0" marB="0"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hMerge="1">
                  <a:txBody>
                    <a:bodyPr/>
                    <a:lstStyle/>
                    <a:p>
                      <a:endParaRPr/>
                    </a:p>
                  </a:txBody>
                  <a:tcPr/>
                </a:tc>
                <a:tc>
                  <a:txBody>
                    <a:bodyPr/>
                    <a:lstStyle/>
                    <a:p>
                      <a:pPr marL="0" marR="0" lvl="0" indent="0" algn="ctr" rtl="0">
                        <a:spcBef>
                          <a:spcPts val="0"/>
                        </a:spcBef>
                        <a:spcAft>
                          <a:spcPts val="0"/>
                        </a:spcAft>
                        <a:buNone/>
                      </a:pPr>
                      <a:r>
                        <a:rPr lang="en-GB" sz="800" b="1">
                          <a:solidFill>
                            <a:schemeClr val="dk2"/>
                          </a:solidFill>
                        </a:rPr>
                        <a:t>Current</a:t>
                      </a:r>
                      <a:endParaRPr sz="800" b="1">
                        <a:solidFill>
                          <a:schemeClr val="dk2"/>
                        </a:solidFill>
                      </a:endParaRPr>
                    </a:p>
                  </a:txBody>
                  <a:tcPr marL="0" marR="0" marT="0" marB="0"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a:txBody>
                    <a:bodyPr/>
                    <a:lstStyle/>
                    <a:p>
                      <a:pPr marL="0" marR="0" lvl="0" indent="0" algn="ctr" rtl="0">
                        <a:spcBef>
                          <a:spcPts val="0"/>
                        </a:spcBef>
                        <a:spcAft>
                          <a:spcPts val="0"/>
                        </a:spcAft>
                        <a:buNone/>
                      </a:pPr>
                      <a:r>
                        <a:rPr lang="en-GB" sz="800" b="1">
                          <a:solidFill>
                            <a:schemeClr val="dk2"/>
                          </a:solidFill>
                        </a:rPr>
                        <a:t>Desired</a:t>
                      </a:r>
                      <a:endParaRPr sz="800" b="1">
                        <a:solidFill>
                          <a:schemeClr val="dk2"/>
                        </a:solidFill>
                      </a:endParaRPr>
                    </a:p>
                  </a:txBody>
                  <a:tcPr marL="0" marR="0" marT="0" marB="0"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extLst>
                  <a:ext uri="{0D108BD9-81ED-4DB2-BD59-A6C34878D82A}">
                    <a16:rowId xmlns:a16="http://schemas.microsoft.com/office/drawing/2014/main" val="10000"/>
                  </a:ext>
                </a:extLst>
              </a:tr>
              <a:tr h="553500">
                <a:tc>
                  <a:txBody>
                    <a:bodyPr/>
                    <a:lstStyle/>
                    <a:p>
                      <a:pPr marL="0" marR="0" lvl="0" indent="0" algn="ctr" rtl="0">
                        <a:spcBef>
                          <a:spcPts val="0"/>
                        </a:spcBef>
                        <a:spcAft>
                          <a:spcPts val="0"/>
                        </a:spcAft>
                        <a:buNone/>
                      </a:pPr>
                      <a:endParaRPr sz="1000" b="1">
                        <a:solidFill>
                          <a:schemeClr val="lt1"/>
                        </a:solidFill>
                        <a:latin typeface="Century Gothic"/>
                        <a:ea typeface="Century Gothic"/>
                        <a:cs typeface="Century Gothic"/>
                        <a:sym typeface="Century Gothic"/>
                      </a:endParaRPr>
                    </a:p>
                  </a:txBody>
                  <a:tcPr marL="46800" marR="46800" marT="46800" marB="46800"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C06C10"/>
                    </a:solidFill>
                  </a:tcPr>
                </a:tc>
                <a:tc gridSpan="2">
                  <a:txBody>
                    <a:bodyPr/>
                    <a:lstStyle/>
                    <a:p>
                      <a:pPr marL="0" marR="0" lvl="0" indent="0" algn="ctr" rtl="0">
                        <a:lnSpc>
                          <a:spcPct val="100000"/>
                        </a:lnSpc>
                        <a:spcBef>
                          <a:spcPts val="0"/>
                        </a:spcBef>
                        <a:spcAft>
                          <a:spcPts val="0"/>
                        </a:spcAft>
                        <a:buClr>
                          <a:schemeClr val="dk2"/>
                        </a:buClr>
                        <a:buSzPts val="1000"/>
                        <a:buFont typeface="Century Gothic"/>
                        <a:buNone/>
                      </a:pPr>
                      <a:r>
                        <a:rPr lang="en-GB" sz="1000" b="1">
                          <a:solidFill>
                            <a:schemeClr val="dk2"/>
                          </a:solidFill>
                          <a:latin typeface="Century Gothic"/>
                          <a:ea typeface="Century Gothic"/>
                          <a:cs typeface="Century Gothic"/>
                          <a:sym typeface="Century Gothic"/>
                        </a:rPr>
                        <a:t>Leading</a:t>
                      </a:r>
                      <a:endParaRPr/>
                    </a:p>
                  </a:txBody>
                  <a:tcPr marL="46800" marR="46800" marT="46800" marB="46800"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hMerge="1">
                  <a:txBody>
                    <a:bodyPr/>
                    <a:lstStyle/>
                    <a:p>
                      <a:endParaRPr/>
                    </a:p>
                  </a:txBody>
                  <a:tcPr/>
                </a:tc>
                <a:tc gridSpan="2">
                  <a:txBody>
                    <a:bodyPr/>
                    <a:lstStyle/>
                    <a:p>
                      <a:pPr marL="0" marR="0" lvl="0" indent="0" algn="l" rtl="0">
                        <a:lnSpc>
                          <a:spcPct val="100000"/>
                        </a:lnSpc>
                        <a:spcBef>
                          <a:spcPts val="0"/>
                        </a:spcBef>
                        <a:spcAft>
                          <a:spcPts val="0"/>
                        </a:spcAft>
                        <a:buClr>
                          <a:schemeClr val="dk1"/>
                        </a:buClr>
                        <a:buSzPts val="800"/>
                        <a:buFont typeface="Century Gothic"/>
                        <a:buNone/>
                      </a:pPr>
                      <a:r>
                        <a:rPr lang="en-GB" sz="800" b="0">
                          <a:solidFill>
                            <a:schemeClr val="dk1"/>
                          </a:solidFill>
                          <a:latin typeface="Century Gothic"/>
                          <a:ea typeface="Century Gothic"/>
                          <a:cs typeface="Century Gothic"/>
                          <a:sym typeface="Century Gothic"/>
                        </a:rPr>
                        <a:t>Intraday load of all acquisition data at a summary and detail level for all in progress / completed acquisitions showing channel / progress steps / information collected / accept / reject reasons. Triggers defined for proactive follow up of incomplete applications.. Utilize attribution to measure impact of acquisition sources/channels and re-allocate marketing spend as needed..</a:t>
                      </a:r>
                      <a:endParaRPr/>
                    </a:p>
                  </a:txBody>
                  <a:tcPr marL="36000" marR="36000" marT="36000" marB="36000">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hMerge="1">
                  <a:txBody>
                    <a:bodyPr/>
                    <a:lstStyle/>
                    <a:p>
                      <a:endParaRPr/>
                    </a:p>
                  </a:txBody>
                  <a:tcPr/>
                </a:tc>
                <a:tc>
                  <a:txBody>
                    <a:bodyPr/>
                    <a:lstStyle/>
                    <a:p>
                      <a:pPr marL="0" marR="0" lvl="0" indent="0" algn="ctr" rtl="0">
                        <a:spcBef>
                          <a:spcPts val="0"/>
                        </a:spcBef>
                        <a:spcAft>
                          <a:spcPts val="0"/>
                        </a:spcAft>
                        <a:buNone/>
                      </a:pPr>
                      <a:endParaRPr sz="1400"/>
                    </a:p>
                  </a:txBody>
                  <a:tcPr marL="46800" marR="46800" marT="46800" marB="46800"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a:txBody>
                    <a:bodyPr/>
                    <a:lstStyle/>
                    <a:p>
                      <a:pPr marL="0" marR="0" lvl="0" indent="0" algn="ctr" rtl="0">
                        <a:spcBef>
                          <a:spcPts val="0"/>
                        </a:spcBef>
                        <a:spcAft>
                          <a:spcPts val="0"/>
                        </a:spcAft>
                        <a:buNone/>
                      </a:pPr>
                      <a:endParaRPr sz="1400">
                        <a:solidFill>
                          <a:schemeClr val="dk1"/>
                        </a:solidFill>
                        <a:latin typeface="Noto Sans Symbols"/>
                        <a:ea typeface="Noto Sans Symbols"/>
                        <a:cs typeface="Noto Sans Symbols"/>
                        <a:sym typeface="Noto Sans Symbols"/>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extLst>
                  <a:ext uri="{0D108BD9-81ED-4DB2-BD59-A6C34878D82A}">
                    <a16:rowId xmlns:a16="http://schemas.microsoft.com/office/drawing/2014/main" val="10001"/>
                  </a:ext>
                </a:extLst>
              </a:tr>
              <a:tr h="503725">
                <a:tc>
                  <a:txBody>
                    <a:bodyPr/>
                    <a:lstStyle/>
                    <a:p>
                      <a:pPr marL="0" marR="0" lvl="0" indent="0" algn="ctr" rtl="0">
                        <a:spcBef>
                          <a:spcPts val="0"/>
                        </a:spcBef>
                        <a:spcAft>
                          <a:spcPts val="0"/>
                        </a:spcAft>
                        <a:buNone/>
                      </a:pPr>
                      <a:endParaRPr sz="1000" b="1">
                        <a:solidFill>
                          <a:schemeClr val="lt1"/>
                        </a:solidFill>
                        <a:latin typeface="Century Gothic"/>
                        <a:ea typeface="Century Gothic"/>
                        <a:cs typeface="Century Gothic"/>
                        <a:sym typeface="Century Gothic"/>
                      </a:endParaRPr>
                    </a:p>
                  </a:txBody>
                  <a:tcPr marL="46800" marR="46800" marT="46800" marB="46800"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CF7513"/>
                    </a:solidFill>
                  </a:tcPr>
                </a:tc>
                <a:tc gridSpan="2">
                  <a:txBody>
                    <a:bodyPr/>
                    <a:lstStyle/>
                    <a:p>
                      <a:pPr marL="0" marR="0" lvl="0" indent="0" algn="ctr" rtl="0">
                        <a:lnSpc>
                          <a:spcPct val="100000"/>
                        </a:lnSpc>
                        <a:spcBef>
                          <a:spcPts val="0"/>
                        </a:spcBef>
                        <a:spcAft>
                          <a:spcPts val="0"/>
                        </a:spcAft>
                        <a:buClr>
                          <a:schemeClr val="dk2"/>
                        </a:buClr>
                        <a:buSzPts val="1000"/>
                        <a:buFont typeface="Century Gothic"/>
                        <a:buNone/>
                      </a:pPr>
                      <a:r>
                        <a:rPr lang="en-GB" sz="1000" b="1">
                          <a:solidFill>
                            <a:schemeClr val="dk2"/>
                          </a:solidFill>
                          <a:latin typeface="Century Gothic"/>
                          <a:ea typeface="Century Gothic"/>
                          <a:cs typeface="Century Gothic"/>
                          <a:sym typeface="Century Gothic"/>
                        </a:rPr>
                        <a:t>Innovating</a:t>
                      </a:r>
                      <a:endParaRPr/>
                    </a:p>
                    <a:p>
                      <a:pPr marL="0" marR="0" lvl="0" indent="0" algn="ctr" rtl="0">
                        <a:spcBef>
                          <a:spcPts val="0"/>
                        </a:spcBef>
                        <a:spcAft>
                          <a:spcPts val="0"/>
                        </a:spcAft>
                        <a:buNone/>
                      </a:pPr>
                      <a:endParaRPr sz="1000" b="1">
                        <a:solidFill>
                          <a:schemeClr val="dk2"/>
                        </a:solidFill>
                        <a:latin typeface="Century Gothic"/>
                        <a:ea typeface="Century Gothic"/>
                        <a:cs typeface="Century Gothic"/>
                        <a:sym typeface="Century Gothic"/>
                      </a:endParaRPr>
                    </a:p>
                  </a:txBody>
                  <a:tcPr marL="46800" marR="46800" marT="46800" marB="46800"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hMerge="1">
                  <a:txBody>
                    <a:bodyPr/>
                    <a:lstStyle/>
                    <a:p>
                      <a:endParaRPr/>
                    </a:p>
                  </a:txBody>
                  <a:tcPr/>
                </a:tc>
                <a:tc gridSpan="2">
                  <a:txBody>
                    <a:bodyPr/>
                    <a:lstStyle/>
                    <a:p>
                      <a:pPr marL="0" marR="0" lvl="0" indent="0" algn="l" rtl="0">
                        <a:lnSpc>
                          <a:spcPct val="100000"/>
                        </a:lnSpc>
                        <a:spcBef>
                          <a:spcPts val="0"/>
                        </a:spcBef>
                        <a:spcAft>
                          <a:spcPts val="0"/>
                        </a:spcAft>
                        <a:buClr>
                          <a:schemeClr val="dk1"/>
                        </a:buClr>
                        <a:buSzPts val="800"/>
                        <a:buFont typeface="Century Gothic"/>
                        <a:buNone/>
                      </a:pPr>
                      <a:r>
                        <a:rPr lang="en-GB" sz="800" b="0">
                          <a:solidFill>
                            <a:schemeClr val="dk1"/>
                          </a:solidFill>
                          <a:latin typeface="Century Gothic"/>
                          <a:ea typeface="Century Gothic"/>
                          <a:cs typeface="Century Gothic"/>
                          <a:sym typeface="Century Gothic"/>
                        </a:rPr>
                        <a:t>Detailed acquisition data (for in progress and completed cases) showing channel / progress steps / accept rejection reasons loaded for most products in a daily batch. Analysis of acquisition.</a:t>
                      </a:r>
                      <a:endParaRPr/>
                    </a:p>
                  </a:txBody>
                  <a:tcPr marL="36000" marR="36000" marT="36000" marB="36000">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hMerge="1">
                  <a:txBody>
                    <a:bodyPr/>
                    <a:lstStyle/>
                    <a:p>
                      <a:endParaRPr/>
                    </a:p>
                  </a:txBody>
                  <a:tcPr/>
                </a:tc>
                <a:tc>
                  <a:txBody>
                    <a:bodyPr/>
                    <a:lstStyle/>
                    <a:p>
                      <a:pPr marL="0" marR="0" lvl="0" indent="0" algn="ctr" rtl="0">
                        <a:spcBef>
                          <a:spcPts val="0"/>
                        </a:spcBef>
                        <a:spcAft>
                          <a:spcPts val="0"/>
                        </a:spcAft>
                        <a:buNone/>
                      </a:pPr>
                      <a:endParaRPr sz="1400"/>
                    </a:p>
                  </a:txBody>
                  <a:tcPr marL="46800" marR="46800" marT="46800" marB="46800"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400"/>
                        <a:buFont typeface="Noto Sans Symbols"/>
                        <a:buNone/>
                      </a:pPr>
                      <a:r>
                        <a:rPr lang="en-GB" sz="1400">
                          <a:solidFill>
                            <a:schemeClr val="dk1"/>
                          </a:solidFill>
                          <a:latin typeface="Noto Sans Symbols"/>
                          <a:ea typeface="Noto Sans Symbols"/>
                          <a:cs typeface="Noto Sans Symbols"/>
                          <a:sym typeface="Noto Sans Symbols"/>
                        </a:rPr>
                        <a:t>✔</a:t>
                      </a:r>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extLst>
                  <a:ext uri="{0D108BD9-81ED-4DB2-BD59-A6C34878D82A}">
                    <a16:rowId xmlns:a16="http://schemas.microsoft.com/office/drawing/2014/main" val="10002"/>
                  </a:ext>
                </a:extLst>
              </a:tr>
              <a:tr h="553500">
                <a:tc>
                  <a:txBody>
                    <a:bodyPr/>
                    <a:lstStyle/>
                    <a:p>
                      <a:pPr marL="0" marR="0" lvl="0" indent="0" algn="ctr" rtl="0">
                        <a:spcBef>
                          <a:spcPts val="0"/>
                        </a:spcBef>
                        <a:spcAft>
                          <a:spcPts val="0"/>
                        </a:spcAft>
                        <a:buNone/>
                      </a:pPr>
                      <a:endParaRPr sz="1000" b="1">
                        <a:solidFill>
                          <a:schemeClr val="lt1"/>
                        </a:solidFill>
                        <a:latin typeface="Century Gothic"/>
                        <a:ea typeface="Century Gothic"/>
                        <a:cs typeface="Century Gothic"/>
                        <a:sym typeface="Century Gothic"/>
                      </a:endParaRPr>
                    </a:p>
                  </a:txBody>
                  <a:tcPr marL="46800" marR="46800" marT="46800" marB="46800"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EC891C"/>
                    </a:solidFill>
                  </a:tcPr>
                </a:tc>
                <a:tc gridSpan="2">
                  <a:txBody>
                    <a:bodyPr/>
                    <a:lstStyle/>
                    <a:p>
                      <a:pPr marL="0" marR="0" lvl="0" indent="0" algn="ctr" rtl="0">
                        <a:lnSpc>
                          <a:spcPct val="100000"/>
                        </a:lnSpc>
                        <a:spcBef>
                          <a:spcPts val="0"/>
                        </a:spcBef>
                        <a:spcAft>
                          <a:spcPts val="0"/>
                        </a:spcAft>
                        <a:buClr>
                          <a:schemeClr val="dk2"/>
                        </a:buClr>
                        <a:buSzPts val="1000"/>
                        <a:buFont typeface="Century Gothic"/>
                        <a:buNone/>
                      </a:pPr>
                      <a:r>
                        <a:rPr lang="en-GB" sz="1000" b="1">
                          <a:solidFill>
                            <a:schemeClr val="dk2"/>
                          </a:solidFill>
                          <a:latin typeface="Century Gothic"/>
                          <a:ea typeface="Century Gothic"/>
                          <a:cs typeface="Century Gothic"/>
                          <a:sym typeface="Century Gothic"/>
                        </a:rPr>
                        <a:t>Practicing</a:t>
                      </a:r>
                      <a:endParaRPr/>
                    </a:p>
                  </a:txBody>
                  <a:tcPr marL="46800" marR="46800" marT="46800" marB="46800"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hMerge="1">
                  <a:txBody>
                    <a:bodyPr/>
                    <a:lstStyle/>
                    <a:p>
                      <a:endParaRPr/>
                    </a:p>
                  </a:txBody>
                  <a:tcPr/>
                </a:tc>
                <a:tc gridSpan="2">
                  <a:txBody>
                    <a:bodyPr/>
                    <a:lstStyle/>
                    <a:p>
                      <a:pPr marL="0" marR="0" lvl="0" indent="0" algn="l" rtl="0">
                        <a:lnSpc>
                          <a:spcPct val="100000"/>
                        </a:lnSpc>
                        <a:spcBef>
                          <a:spcPts val="0"/>
                        </a:spcBef>
                        <a:spcAft>
                          <a:spcPts val="0"/>
                        </a:spcAft>
                        <a:buClr>
                          <a:schemeClr val="dk1"/>
                        </a:buClr>
                        <a:buSzPts val="800"/>
                        <a:buFont typeface="Century Gothic"/>
                        <a:buNone/>
                      </a:pPr>
                      <a:r>
                        <a:rPr lang="en-GB" sz="800" b="0">
                          <a:solidFill>
                            <a:schemeClr val="dk1"/>
                          </a:solidFill>
                          <a:latin typeface="Century Gothic"/>
                          <a:ea typeface="Century Gothic"/>
                          <a:cs typeface="Century Gothic"/>
                          <a:sym typeface="Century Gothic"/>
                        </a:rPr>
                        <a:t>Detailed acquisition data at a customer level in a daily batch for key products. Begin to link acquisition sources to results.</a:t>
                      </a:r>
                      <a:endParaRPr/>
                    </a:p>
                  </a:txBody>
                  <a:tcPr marL="36000" marR="36000" marT="36000" marB="36000">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hMerge="1">
                  <a:txBody>
                    <a:bodyPr/>
                    <a:lstStyle/>
                    <a:p>
                      <a:endParaRPr/>
                    </a:p>
                  </a:txBody>
                  <a:tcPr/>
                </a:tc>
                <a:tc>
                  <a:txBody>
                    <a:bodyPr/>
                    <a:lstStyle/>
                    <a:p>
                      <a:pPr marL="0" marR="0" lvl="0" indent="0" algn="ctr" rtl="0">
                        <a:lnSpc>
                          <a:spcPct val="100000"/>
                        </a:lnSpc>
                        <a:spcBef>
                          <a:spcPts val="0"/>
                        </a:spcBef>
                        <a:spcAft>
                          <a:spcPts val="0"/>
                        </a:spcAft>
                        <a:buClr>
                          <a:schemeClr val="dk1"/>
                        </a:buClr>
                        <a:buSzPts val="1400"/>
                        <a:buFont typeface="Century Gothic"/>
                        <a:buNone/>
                      </a:pPr>
                      <a:endParaRPr sz="1400">
                        <a:solidFill>
                          <a:schemeClr val="dk1"/>
                        </a:solidFill>
                        <a:latin typeface="Noto Sans Symbols"/>
                        <a:ea typeface="Noto Sans Symbols"/>
                        <a:cs typeface="Noto Sans Symbols"/>
                        <a:sym typeface="Noto Sans Symbols"/>
                      </a:endParaRPr>
                    </a:p>
                  </a:txBody>
                  <a:tcPr marL="46800" marR="46800" marT="46800" marB="46800"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a:txBody>
                    <a:bodyPr/>
                    <a:lstStyle/>
                    <a:p>
                      <a:pPr marL="0" marR="0" lvl="0" indent="0" algn="ctr" rtl="0">
                        <a:spcBef>
                          <a:spcPts val="0"/>
                        </a:spcBef>
                        <a:spcAft>
                          <a:spcPts val="0"/>
                        </a:spcAft>
                        <a:buNone/>
                      </a:pPr>
                      <a:endParaRPr sz="1400">
                        <a:solidFill>
                          <a:schemeClr val="dk1"/>
                        </a:solidFill>
                        <a:latin typeface="Noto Sans Symbols"/>
                        <a:ea typeface="Noto Sans Symbols"/>
                        <a:cs typeface="Noto Sans Symbols"/>
                        <a:sym typeface="Noto Sans Symbols"/>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extLst>
                  <a:ext uri="{0D108BD9-81ED-4DB2-BD59-A6C34878D82A}">
                    <a16:rowId xmlns:a16="http://schemas.microsoft.com/office/drawing/2014/main" val="10003"/>
                  </a:ext>
                </a:extLst>
              </a:tr>
              <a:tr h="553500">
                <a:tc>
                  <a:txBody>
                    <a:bodyPr/>
                    <a:lstStyle/>
                    <a:p>
                      <a:pPr marL="0" marR="0" lvl="0" indent="0" algn="ctr" rtl="0">
                        <a:spcBef>
                          <a:spcPts val="0"/>
                        </a:spcBef>
                        <a:spcAft>
                          <a:spcPts val="0"/>
                        </a:spcAft>
                        <a:buNone/>
                      </a:pPr>
                      <a:endParaRPr sz="1000" b="1">
                        <a:solidFill>
                          <a:schemeClr val="lt1"/>
                        </a:solidFill>
                        <a:latin typeface="Century Gothic"/>
                        <a:ea typeface="Century Gothic"/>
                        <a:cs typeface="Century Gothic"/>
                        <a:sym typeface="Century Gothic"/>
                      </a:endParaRPr>
                    </a:p>
                  </a:txBody>
                  <a:tcPr marL="46800" marR="46800" marT="46800" marB="46800"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EE9B40"/>
                    </a:solidFill>
                  </a:tcPr>
                </a:tc>
                <a:tc gridSpan="2">
                  <a:txBody>
                    <a:bodyPr/>
                    <a:lstStyle/>
                    <a:p>
                      <a:pPr marL="0" marR="0" lvl="0" indent="0" algn="ctr" rtl="0">
                        <a:lnSpc>
                          <a:spcPct val="100000"/>
                        </a:lnSpc>
                        <a:spcBef>
                          <a:spcPts val="0"/>
                        </a:spcBef>
                        <a:spcAft>
                          <a:spcPts val="0"/>
                        </a:spcAft>
                        <a:buClr>
                          <a:schemeClr val="dk2"/>
                        </a:buClr>
                        <a:buSzPts val="1000"/>
                        <a:buFont typeface="Century Gothic"/>
                        <a:buNone/>
                      </a:pPr>
                      <a:r>
                        <a:rPr lang="en-GB" sz="1000" b="1">
                          <a:solidFill>
                            <a:schemeClr val="dk2"/>
                          </a:solidFill>
                          <a:latin typeface="Century Gothic"/>
                          <a:ea typeface="Century Gothic"/>
                          <a:cs typeface="Century Gothic"/>
                          <a:sym typeface="Century Gothic"/>
                        </a:rPr>
                        <a:t>Developing</a:t>
                      </a:r>
                      <a:endParaRPr/>
                    </a:p>
                  </a:txBody>
                  <a:tcPr marL="46800" marR="46800" marT="46800" marB="46800"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hMerge="1">
                  <a:txBody>
                    <a:bodyPr/>
                    <a:lstStyle/>
                    <a:p>
                      <a:endParaRPr/>
                    </a:p>
                  </a:txBody>
                  <a:tcPr/>
                </a:tc>
                <a:tc gridSpan="2">
                  <a:txBody>
                    <a:bodyPr/>
                    <a:lstStyle/>
                    <a:p>
                      <a:pPr marL="0" marR="0" lvl="0" indent="0" algn="l" rtl="0">
                        <a:lnSpc>
                          <a:spcPct val="100000"/>
                        </a:lnSpc>
                        <a:spcBef>
                          <a:spcPts val="0"/>
                        </a:spcBef>
                        <a:spcAft>
                          <a:spcPts val="0"/>
                        </a:spcAft>
                        <a:buClr>
                          <a:schemeClr val="dk1"/>
                        </a:buClr>
                        <a:buSzPts val="800"/>
                        <a:buFont typeface="Century Gothic"/>
                        <a:buNone/>
                      </a:pPr>
                      <a:r>
                        <a:rPr lang="en-GB" sz="800" b="0">
                          <a:solidFill>
                            <a:schemeClr val="dk1"/>
                          </a:solidFill>
                          <a:latin typeface="Century Gothic"/>
                          <a:ea typeface="Century Gothic"/>
                          <a:cs typeface="Century Gothic"/>
                          <a:sym typeface="Century Gothic"/>
                        </a:rPr>
                        <a:t>Summary acquisition data loaded at a customer level for completed acquisitions in weekly batch for some processes</a:t>
                      </a:r>
                      <a:endParaRPr/>
                    </a:p>
                    <a:p>
                      <a:pPr marL="0" marR="0" lvl="0" indent="0" algn="l" rtl="0">
                        <a:lnSpc>
                          <a:spcPct val="100000"/>
                        </a:lnSpc>
                        <a:spcBef>
                          <a:spcPts val="0"/>
                        </a:spcBef>
                        <a:spcAft>
                          <a:spcPts val="0"/>
                        </a:spcAft>
                        <a:buClr>
                          <a:schemeClr val="dk1"/>
                        </a:buClr>
                        <a:buSzPts val="800"/>
                        <a:buFont typeface="Century Gothic"/>
                        <a:buNone/>
                      </a:pPr>
                      <a:endParaRPr sz="800" b="0">
                        <a:solidFill>
                          <a:schemeClr val="dk1"/>
                        </a:solidFill>
                        <a:latin typeface="Century Gothic"/>
                        <a:ea typeface="Century Gothic"/>
                        <a:cs typeface="Century Gothic"/>
                        <a:sym typeface="Century Gothic"/>
                      </a:endParaRPr>
                    </a:p>
                  </a:txBody>
                  <a:tcPr marL="36000" marR="36000" marT="36000" marB="36000">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hMerge="1">
                  <a:txBody>
                    <a:bodyPr/>
                    <a:lstStyle/>
                    <a:p>
                      <a:endParaRPr/>
                    </a:p>
                  </a:txBody>
                  <a:tcPr/>
                </a:tc>
                <a:tc>
                  <a:txBody>
                    <a:bodyPr/>
                    <a:lstStyle/>
                    <a:p>
                      <a:pPr marL="0" marR="0" lvl="0" indent="0" algn="ctr" rtl="0">
                        <a:lnSpc>
                          <a:spcPct val="100000"/>
                        </a:lnSpc>
                        <a:spcBef>
                          <a:spcPts val="0"/>
                        </a:spcBef>
                        <a:spcAft>
                          <a:spcPts val="0"/>
                        </a:spcAft>
                        <a:buClr>
                          <a:schemeClr val="dk1"/>
                        </a:buClr>
                        <a:buSzPts val="1400"/>
                        <a:buFont typeface="Noto Sans Symbols"/>
                        <a:buNone/>
                      </a:pPr>
                      <a:r>
                        <a:rPr lang="en-GB" sz="1400">
                          <a:solidFill>
                            <a:schemeClr val="dk1"/>
                          </a:solidFill>
                          <a:latin typeface="Noto Sans Symbols"/>
                          <a:ea typeface="Noto Sans Symbols"/>
                          <a:cs typeface="Noto Sans Symbols"/>
                          <a:sym typeface="Noto Sans Symbols"/>
                        </a:rPr>
                        <a:t>✔</a:t>
                      </a:r>
                      <a:endParaRPr/>
                    </a:p>
                  </a:txBody>
                  <a:tcPr marL="46800" marR="46800" marT="46800" marB="46800"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a:txBody>
                    <a:bodyPr/>
                    <a:lstStyle/>
                    <a:p>
                      <a:pPr marL="0" marR="0" lvl="0" indent="0" algn="ctr" rtl="0">
                        <a:spcBef>
                          <a:spcPts val="0"/>
                        </a:spcBef>
                        <a:spcAft>
                          <a:spcPts val="0"/>
                        </a:spcAft>
                        <a:buNone/>
                      </a:pPr>
                      <a:endParaRPr sz="1400">
                        <a:solidFill>
                          <a:schemeClr val="dk1"/>
                        </a:solidFill>
                        <a:latin typeface="Noto Sans Symbols"/>
                        <a:ea typeface="Noto Sans Symbols"/>
                        <a:cs typeface="Noto Sans Symbols"/>
                        <a:sym typeface="Noto Sans Symbols"/>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extLst>
                  <a:ext uri="{0D108BD9-81ED-4DB2-BD59-A6C34878D82A}">
                    <a16:rowId xmlns:a16="http://schemas.microsoft.com/office/drawing/2014/main" val="10004"/>
                  </a:ext>
                </a:extLst>
              </a:tr>
              <a:tr h="503725">
                <a:tc>
                  <a:txBody>
                    <a:bodyPr/>
                    <a:lstStyle/>
                    <a:p>
                      <a:pPr marL="0" marR="0" lvl="0" indent="0" algn="ctr" rtl="0">
                        <a:spcBef>
                          <a:spcPts val="0"/>
                        </a:spcBef>
                        <a:spcAft>
                          <a:spcPts val="0"/>
                        </a:spcAft>
                        <a:buNone/>
                      </a:pPr>
                      <a:endParaRPr sz="1000" b="1">
                        <a:solidFill>
                          <a:schemeClr val="lt1"/>
                        </a:solidFill>
                        <a:latin typeface="Century Gothic"/>
                        <a:ea typeface="Century Gothic"/>
                        <a:cs typeface="Century Gothic"/>
                        <a:sym typeface="Century Gothic"/>
                      </a:endParaRPr>
                    </a:p>
                  </a:txBody>
                  <a:tcPr marL="46800" marR="46800" marT="46800" marB="46800"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1AE65"/>
                    </a:solidFill>
                  </a:tcPr>
                </a:tc>
                <a:tc gridSpan="2">
                  <a:txBody>
                    <a:bodyPr/>
                    <a:lstStyle/>
                    <a:p>
                      <a:pPr marL="0" marR="0" lvl="0" indent="0" algn="ctr" rtl="0">
                        <a:lnSpc>
                          <a:spcPct val="100000"/>
                        </a:lnSpc>
                        <a:spcBef>
                          <a:spcPts val="0"/>
                        </a:spcBef>
                        <a:spcAft>
                          <a:spcPts val="0"/>
                        </a:spcAft>
                        <a:buClr>
                          <a:schemeClr val="dk2"/>
                        </a:buClr>
                        <a:buSzPts val="1000"/>
                        <a:buFont typeface="Century Gothic"/>
                        <a:buNone/>
                      </a:pPr>
                      <a:r>
                        <a:rPr lang="en-GB" sz="1000" b="1">
                          <a:solidFill>
                            <a:schemeClr val="dk2"/>
                          </a:solidFill>
                          <a:latin typeface="Century Gothic"/>
                          <a:ea typeface="Century Gothic"/>
                          <a:cs typeface="Century Gothic"/>
                          <a:sym typeface="Century Gothic"/>
                        </a:rPr>
                        <a:t>Emerging</a:t>
                      </a:r>
                      <a:endParaRPr/>
                    </a:p>
                  </a:txBody>
                  <a:tcPr marL="46800" marR="46800" marT="46800" marB="46800"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hMerge="1">
                  <a:txBody>
                    <a:bodyPr/>
                    <a:lstStyle/>
                    <a:p>
                      <a:endParaRPr/>
                    </a:p>
                  </a:txBody>
                  <a:tcPr/>
                </a:tc>
                <a:tc gridSpan="2">
                  <a:txBody>
                    <a:bodyPr/>
                    <a:lstStyle/>
                    <a:p>
                      <a:pPr marL="0" marR="0" lvl="0" indent="0" algn="l" rtl="0">
                        <a:lnSpc>
                          <a:spcPct val="100000"/>
                        </a:lnSpc>
                        <a:spcBef>
                          <a:spcPts val="0"/>
                        </a:spcBef>
                        <a:spcAft>
                          <a:spcPts val="0"/>
                        </a:spcAft>
                        <a:buClr>
                          <a:schemeClr val="dk1"/>
                        </a:buClr>
                        <a:buSzPts val="800"/>
                        <a:buFont typeface="Century Gothic"/>
                        <a:buNone/>
                      </a:pPr>
                      <a:r>
                        <a:rPr lang="en-GB" sz="800" b="0">
                          <a:solidFill>
                            <a:schemeClr val="dk1"/>
                          </a:solidFill>
                          <a:latin typeface="Century Gothic"/>
                          <a:ea typeface="Century Gothic"/>
                          <a:cs typeface="Century Gothic"/>
                          <a:sym typeface="Century Gothic"/>
                        </a:rPr>
                        <a:t>Aggregate summary acquisition data available for reporting - not loaded at individual customer / applicant level for some processes</a:t>
                      </a:r>
                      <a:endParaRPr/>
                    </a:p>
                  </a:txBody>
                  <a:tcPr marL="36000" marR="36000" marT="36000" marB="36000">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hMerge="1">
                  <a:txBody>
                    <a:bodyPr/>
                    <a:lstStyle/>
                    <a:p>
                      <a:endParaRPr/>
                    </a:p>
                  </a:txBody>
                  <a:tcPr/>
                </a:tc>
                <a:tc>
                  <a:txBody>
                    <a:bodyPr/>
                    <a:lstStyle/>
                    <a:p>
                      <a:pPr marL="0" marR="0" lvl="0" indent="0" algn="ctr" rtl="0">
                        <a:spcBef>
                          <a:spcPts val="0"/>
                        </a:spcBef>
                        <a:spcAft>
                          <a:spcPts val="0"/>
                        </a:spcAft>
                        <a:buNone/>
                      </a:pPr>
                      <a:endParaRPr sz="1400"/>
                    </a:p>
                  </a:txBody>
                  <a:tcPr marL="46800" marR="46800" marT="46800" marB="46800"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a:txBody>
                    <a:bodyPr/>
                    <a:lstStyle/>
                    <a:p>
                      <a:pPr marL="0" marR="0" lvl="0" indent="0" algn="ctr" rtl="0">
                        <a:spcBef>
                          <a:spcPts val="0"/>
                        </a:spcBef>
                        <a:spcAft>
                          <a:spcPts val="0"/>
                        </a:spcAft>
                        <a:buNone/>
                      </a:pPr>
                      <a:endParaRPr sz="1400">
                        <a:solidFill>
                          <a:schemeClr val="dk1"/>
                        </a:solidFill>
                        <a:latin typeface="Noto Sans Symbols"/>
                        <a:ea typeface="Noto Sans Symbols"/>
                        <a:cs typeface="Noto Sans Symbols"/>
                        <a:sym typeface="Noto Sans Symbols"/>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extLst>
                  <a:ext uri="{0D108BD9-81ED-4DB2-BD59-A6C34878D82A}">
                    <a16:rowId xmlns:a16="http://schemas.microsoft.com/office/drawing/2014/main" val="10005"/>
                  </a:ext>
                </a:extLst>
              </a:tr>
              <a:tr h="178750">
                <a:tc gridSpan="3">
                  <a:txBody>
                    <a:bodyPr/>
                    <a:lstStyle/>
                    <a:p>
                      <a:pPr marL="0" marR="0" lvl="0" indent="0" algn="ctr" rtl="0">
                        <a:lnSpc>
                          <a:spcPct val="100000"/>
                        </a:lnSpc>
                        <a:spcBef>
                          <a:spcPts val="0"/>
                        </a:spcBef>
                        <a:spcAft>
                          <a:spcPts val="0"/>
                        </a:spcAft>
                        <a:buClr>
                          <a:schemeClr val="dk2"/>
                        </a:buClr>
                        <a:buSzPts val="1000"/>
                        <a:buFont typeface="Century Gothic"/>
                        <a:buNone/>
                      </a:pPr>
                      <a:r>
                        <a:rPr lang="en-GB" sz="1000" b="1">
                          <a:solidFill>
                            <a:schemeClr val="dk2"/>
                          </a:solidFill>
                        </a:rPr>
                        <a:t>Priority</a:t>
                      </a:r>
                      <a:endParaRPr/>
                    </a:p>
                  </a:txBody>
                  <a:tcPr marL="46800" marR="46800" marT="0" marB="0"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hMerge="1">
                  <a:txBody>
                    <a:bodyPr/>
                    <a:lstStyle/>
                    <a:p>
                      <a:endParaRPr/>
                    </a:p>
                  </a:txBody>
                  <a:tcPr/>
                </a:tc>
                <a:tc hMerge="1">
                  <a:txBody>
                    <a:bodyPr/>
                    <a:lstStyle/>
                    <a:p>
                      <a:endParaRPr/>
                    </a:p>
                  </a:txBody>
                  <a:tcPr/>
                </a:tc>
                <a:tc>
                  <a:txBody>
                    <a:bodyPr/>
                    <a:lstStyle/>
                    <a:p>
                      <a:pPr marL="0" marR="0" lvl="0" indent="0" algn="ctr" rtl="0">
                        <a:lnSpc>
                          <a:spcPct val="100000"/>
                        </a:lnSpc>
                        <a:spcBef>
                          <a:spcPts val="0"/>
                        </a:spcBef>
                        <a:spcAft>
                          <a:spcPts val="0"/>
                        </a:spcAft>
                        <a:buClr>
                          <a:schemeClr val="dk2"/>
                        </a:buClr>
                        <a:buSzPts val="1000"/>
                        <a:buFont typeface="Century Gothic"/>
                        <a:buNone/>
                      </a:pPr>
                      <a:r>
                        <a:rPr lang="en-GB" sz="1000" b="1">
                          <a:solidFill>
                            <a:schemeClr val="dk2"/>
                          </a:solidFill>
                          <a:latin typeface="Century Gothic"/>
                          <a:ea typeface="Century Gothic"/>
                          <a:cs typeface="Century Gothic"/>
                          <a:sym typeface="Century Gothic"/>
                        </a:rPr>
                        <a:t>Key areas for improvement</a:t>
                      </a:r>
                      <a:endParaRPr/>
                    </a:p>
                  </a:txBody>
                  <a:tcPr marL="46800" marR="46800" marT="0" marB="0"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2"/>
                        </a:buClr>
                        <a:buSzPts val="1000"/>
                        <a:buFont typeface="Century Gothic"/>
                        <a:buNone/>
                      </a:pPr>
                      <a:r>
                        <a:rPr lang="en-GB" sz="1000" b="1">
                          <a:solidFill>
                            <a:schemeClr val="dk2"/>
                          </a:solidFill>
                        </a:rPr>
                        <a:t>Benefits from uplift</a:t>
                      </a:r>
                      <a:endParaRPr sz="1000" b="1">
                        <a:solidFill>
                          <a:schemeClr val="dk2"/>
                        </a:solidFill>
                        <a:latin typeface="Century Gothic"/>
                        <a:ea typeface="Century Gothic"/>
                        <a:cs typeface="Century Gothic"/>
                        <a:sym typeface="Century Gothic"/>
                      </a:endParaRPr>
                    </a:p>
                  </a:txBody>
                  <a:tcPr marL="46800" marR="46800" marT="0" marB="0"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gridSpan="2">
                  <a:txBody>
                    <a:bodyPr/>
                    <a:lstStyle/>
                    <a:p>
                      <a:pPr marL="0" marR="0" lvl="0" indent="0" algn="ctr" rtl="0">
                        <a:spcBef>
                          <a:spcPts val="0"/>
                        </a:spcBef>
                        <a:spcAft>
                          <a:spcPts val="0"/>
                        </a:spcAft>
                        <a:buNone/>
                      </a:pPr>
                      <a:r>
                        <a:rPr lang="en-GB" sz="1000" b="1">
                          <a:solidFill>
                            <a:schemeClr val="dk2"/>
                          </a:solidFill>
                        </a:rPr>
                        <a:t>Timeframe</a:t>
                      </a:r>
                      <a:endParaRPr sz="1000" b="1">
                        <a:solidFill>
                          <a:schemeClr val="dk2"/>
                        </a:solidFill>
                      </a:endParaRPr>
                    </a:p>
                  </a:txBody>
                  <a:tcPr marL="46800" marR="46800" marT="0" marB="0"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hMerge="1">
                  <a:txBody>
                    <a:bodyPr/>
                    <a:lstStyle/>
                    <a:p>
                      <a:endParaRPr/>
                    </a:p>
                  </a:txBody>
                  <a:tcPr/>
                </a:tc>
                <a:extLst>
                  <a:ext uri="{0D108BD9-81ED-4DB2-BD59-A6C34878D82A}">
                    <a16:rowId xmlns:a16="http://schemas.microsoft.com/office/drawing/2014/main" val="10006"/>
                  </a:ext>
                </a:extLst>
              </a:tr>
              <a:tr h="243275">
                <a:tc gridSpan="2">
                  <a:txBody>
                    <a:bodyPr/>
                    <a:lstStyle/>
                    <a:p>
                      <a:pPr marL="0" marR="0" lvl="0" indent="0" algn="ctr" rtl="0">
                        <a:spcBef>
                          <a:spcPts val="0"/>
                        </a:spcBef>
                        <a:spcAft>
                          <a:spcPts val="0"/>
                        </a:spcAft>
                        <a:buNone/>
                      </a:pPr>
                      <a:r>
                        <a:rPr lang="en-GB" sz="800" b="1">
                          <a:solidFill>
                            <a:schemeClr val="dk1"/>
                          </a:solidFill>
                        </a:rPr>
                        <a:t>High</a:t>
                      </a:r>
                      <a:endParaRPr sz="800" b="1">
                        <a:solidFill>
                          <a:schemeClr val="dk1"/>
                        </a:solidFill>
                      </a:endParaRPr>
                    </a:p>
                  </a:txBody>
                  <a:tcPr marL="46800" marR="46800" marT="46800" marB="46800"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hMerge="1">
                  <a:txBody>
                    <a:bodyPr/>
                    <a:lstStyle/>
                    <a:p>
                      <a:endParaRPr/>
                    </a:p>
                  </a:txBody>
                  <a:tcPr/>
                </a:tc>
                <a:tc>
                  <a:txBody>
                    <a:bodyPr/>
                    <a:lstStyle/>
                    <a:p>
                      <a:pPr marL="0" marR="0" lvl="0" indent="0" algn="ctr" rtl="0">
                        <a:spcBef>
                          <a:spcPts val="0"/>
                        </a:spcBef>
                        <a:spcAft>
                          <a:spcPts val="0"/>
                        </a:spcAft>
                        <a:buNone/>
                      </a:pPr>
                      <a:r>
                        <a:rPr lang="en-GB" sz="1000">
                          <a:solidFill>
                            <a:schemeClr val="dk1"/>
                          </a:solidFill>
                          <a:latin typeface="Noto Sans Symbols"/>
                          <a:ea typeface="Noto Sans Symbols"/>
                          <a:cs typeface="Noto Sans Symbols"/>
                          <a:sym typeface="Noto Sans Symbols"/>
                        </a:rPr>
                        <a:t>✔</a:t>
                      </a:r>
                      <a:endParaRPr sz="1000" b="1">
                        <a:solidFill>
                          <a:schemeClr val="dk1"/>
                        </a:solidFill>
                      </a:endParaRPr>
                    </a:p>
                  </a:txBody>
                  <a:tcPr marL="46800" marR="46800" marT="46800" marB="46800"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rowSpan="3">
                  <a:txBody>
                    <a:bodyPr/>
                    <a:lstStyle/>
                    <a:p>
                      <a:pPr marL="0" marR="0" lvl="0" indent="0" algn="l" rtl="0">
                        <a:lnSpc>
                          <a:spcPct val="100000"/>
                        </a:lnSpc>
                        <a:spcBef>
                          <a:spcPts val="0"/>
                        </a:spcBef>
                        <a:spcAft>
                          <a:spcPts val="0"/>
                        </a:spcAft>
                        <a:buClr>
                          <a:schemeClr val="dk1"/>
                        </a:buClr>
                        <a:buSzPts val="800"/>
                        <a:buFont typeface="Arial"/>
                        <a:buNone/>
                      </a:pPr>
                      <a:r>
                        <a:rPr lang="en-GB" sz="800" b="0">
                          <a:solidFill>
                            <a:schemeClr val="dk1"/>
                          </a:solidFill>
                          <a:latin typeface="Century Gothic"/>
                          <a:ea typeface="Century Gothic"/>
                          <a:cs typeface="Century Gothic"/>
                          <a:sym typeface="Century Gothic"/>
                        </a:rPr>
                        <a:t>Client’s view of key areas for improvement e.g. </a:t>
                      </a:r>
                      <a:endParaRPr/>
                    </a:p>
                    <a:p>
                      <a:pPr marL="171450" marR="0" lvl="0" indent="-171450" algn="l" rtl="0">
                        <a:lnSpc>
                          <a:spcPct val="100000"/>
                        </a:lnSpc>
                        <a:spcBef>
                          <a:spcPts val="0"/>
                        </a:spcBef>
                        <a:spcAft>
                          <a:spcPts val="0"/>
                        </a:spcAft>
                        <a:buClr>
                          <a:schemeClr val="dk1"/>
                        </a:buClr>
                        <a:buSzPts val="800"/>
                        <a:buFont typeface="Arial"/>
                        <a:buChar char="•"/>
                      </a:pPr>
                      <a:r>
                        <a:rPr lang="en-GB" sz="800" b="0">
                          <a:solidFill>
                            <a:schemeClr val="dk1"/>
                          </a:solidFill>
                          <a:latin typeface="Century Gothic"/>
                          <a:ea typeface="Century Gothic"/>
                          <a:cs typeface="Century Gothic"/>
                          <a:sym typeface="Century Gothic"/>
                        </a:rPr>
                        <a:t>Analytical capability (sophistication, resourcing)</a:t>
                      </a:r>
                      <a:endParaRPr/>
                    </a:p>
                    <a:p>
                      <a:pPr marL="171450" marR="0" lvl="0" indent="-171450" algn="l" rtl="0">
                        <a:lnSpc>
                          <a:spcPct val="100000"/>
                        </a:lnSpc>
                        <a:spcBef>
                          <a:spcPts val="0"/>
                        </a:spcBef>
                        <a:spcAft>
                          <a:spcPts val="0"/>
                        </a:spcAft>
                        <a:buClr>
                          <a:schemeClr val="dk1"/>
                        </a:buClr>
                        <a:buSzPts val="800"/>
                        <a:buFont typeface="Arial"/>
                        <a:buChar char="•"/>
                      </a:pPr>
                      <a:r>
                        <a:rPr lang="en-GB" sz="800" b="0">
                          <a:solidFill>
                            <a:schemeClr val="dk1"/>
                          </a:solidFill>
                          <a:latin typeface="Century Gothic"/>
                          <a:ea typeface="Century Gothic"/>
                          <a:cs typeface="Century Gothic"/>
                          <a:sym typeface="Century Gothic"/>
                        </a:rPr>
                        <a:t>Analytical agility, time to market, automation</a:t>
                      </a:r>
                      <a:endParaRPr/>
                    </a:p>
                    <a:p>
                      <a:pPr marL="171450" marR="0" lvl="0" indent="-171450" algn="l" rtl="0">
                        <a:lnSpc>
                          <a:spcPct val="100000"/>
                        </a:lnSpc>
                        <a:spcBef>
                          <a:spcPts val="0"/>
                        </a:spcBef>
                        <a:spcAft>
                          <a:spcPts val="0"/>
                        </a:spcAft>
                        <a:buClr>
                          <a:schemeClr val="dk1"/>
                        </a:buClr>
                        <a:buSzPts val="800"/>
                        <a:buFont typeface="Arial"/>
                        <a:buChar char="•"/>
                      </a:pPr>
                      <a:r>
                        <a:rPr lang="en-GB" sz="800" b="0">
                          <a:solidFill>
                            <a:schemeClr val="dk1"/>
                          </a:solidFill>
                          <a:latin typeface="Century Gothic"/>
                          <a:ea typeface="Century Gothic"/>
                          <a:cs typeface="Century Gothic"/>
                          <a:sym typeface="Century Gothic"/>
                        </a:rPr>
                        <a:t>Data completeness, latency, extent of integration</a:t>
                      </a:r>
                      <a:endParaRPr/>
                    </a:p>
                  </a:txBody>
                  <a:tcPr marL="36000" marR="36000" marT="36000" marB="36000">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rowSpan="3">
                  <a:txBody>
                    <a:bodyPr/>
                    <a:lstStyle/>
                    <a:p>
                      <a:pPr marL="285750" marR="0" lvl="0" indent="-285750" algn="l" rtl="0">
                        <a:spcBef>
                          <a:spcPts val="0"/>
                        </a:spcBef>
                        <a:spcAft>
                          <a:spcPts val="0"/>
                        </a:spcAft>
                        <a:buClr>
                          <a:schemeClr val="dk1"/>
                        </a:buClr>
                        <a:buSzPts val="800"/>
                        <a:buFont typeface="Arial"/>
                        <a:buChar char="•"/>
                      </a:pPr>
                      <a:r>
                        <a:rPr lang="en-GB" sz="800">
                          <a:solidFill>
                            <a:schemeClr val="dk1"/>
                          </a:solidFill>
                          <a:latin typeface="Century Gothic"/>
                          <a:ea typeface="Century Gothic"/>
                          <a:cs typeface="Century Gothic"/>
                          <a:sym typeface="Century Gothic"/>
                        </a:rPr>
                        <a:t>Accurate customer count for SBP regulatory reporting
Reduced duplicate communications and offer conflicts
Complete relationship view enabling holistic customer management
Foundation for profitability, segmentation, and campaign analytics</a:t>
                      </a:r>
                      <a:endParaRPr/>
                    </a:p>
                    <a:p>
                      <a:pPr marL="285750" marR="0" lvl="0" indent="-285750" algn="l" rtl="0">
                        <a:spcBef>
                          <a:spcPts val="0"/>
                        </a:spcBef>
                        <a:spcAft>
                          <a:spcPts val="0"/>
                        </a:spcAft>
                        <a:buClr>
                          <a:schemeClr val="dk1"/>
                        </a:buClr>
                        <a:buSzPts val="800"/>
                        <a:buFont typeface="Arial"/>
                        <a:buChar char="•"/>
                      </a:pPr>
                      <a:r>
                        <a:rPr lang="en-GB" sz="800">
                          <a:solidFill>
                            <a:schemeClr val="dk1"/>
                          </a:solidFill>
                          <a:latin typeface="Century Gothic"/>
                          <a:ea typeface="Century Gothic"/>
                          <a:cs typeface="Century Gothic"/>
                          <a:sym typeface="Century Gothic"/>
                        </a:rPr>
                        <a:t>Consider how improving maturity level will impact these</a:t>
                      </a:r>
                      <a:endParaRPr/>
                    </a:p>
                    <a:p>
                      <a:pPr marL="285750" marR="0" lvl="0" indent="-285750" algn="l" rtl="0">
                        <a:spcBef>
                          <a:spcPts val="0"/>
                        </a:spcBef>
                        <a:spcAft>
                          <a:spcPts val="0"/>
                        </a:spcAft>
                        <a:buClr>
                          <a:schemeClr val="dk1"/>
                        </a:buClr>
                        <a:buSzPts val="800"/>
                        <a:buFont typeface="Arial"/>
                        <a:buChar char="•"/>
                      </a:pPr>
                      <a:r>
                        <a:rPr lang="en-GB" sz="800">
                          <a:solidFill>
                            <a:schemeClr val="dk1"/>
                          </a:solidFill>
                          <a:latin typeface="Century Gothic"/>
                          <a:ea typeface="Century Gothic"/>
                          <a:cs typeface="Century Gothic"/>
                          <a:sym typeface="Century Gothic"/>
                        </a:rPr>
                        <a:t>Balance these against client strategic priorities</a:t>
                      </a:r>
                      <a:endParaRPr sz="800">
                        <a:solidFill>
                          <a:schemeClr val="dk1"/>
                        </a:solidFill>
                        <a:latin typeface="Century Gothic"/>
                        <a:ea typeface="Century Gothic"/>
                        <a:cs typeface="Century Gothic"/>
                        <a:sym typeface="Century Gothic"/>
                      </a:endParaRPr>
                    </a:p>
                  </a:txBody>
                  <a:tcPr marL="36000" marR="36000" marT="36000" marB="36000">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rowSpan="3" gridSpan="2">
                  <a:txBody>
                    <a:bodyPr/>
                    <a:lstStyle/>
                    <a:p>
                      <a:pPr marL="0" marR="0" lvl="0" indent="0" algn="ctr" rtl="0">
                        <a:lnSpc>
                          <a:spcPct val="100000"/>
                        </a:lnSpc>
                        <a:spcBef>
                          <a:spcPts val="0"/>
                        </a:spcBef>
                        <a:spcAft>
                          <a:spcPts val="0"/>
                        </a:spcAft>
                        <a:buClr>
                          <a:schemeClr val="dk1"/>
                        </a:buClr>
                        <a:buSzPts val="800"/>
                        <a:buFont typeface="Century Gothic"/>
                        <a:buNone/>
                      </a:pPr>
                      <a:r>
                        <a:rPr lang="en-GB" sz="800" b="0">
                          <a:solidFill>
                            <a:schemeClr val="dk1"/>
                          </a:solidFill>
                        </a:rPr>
                        <a:t>2025-2027</a:t>
                      </a:r>
                      <a:endParaRPr/>
                    </a:p>
                  </a:txBody>
                  <a:tcPr marL="46800" marR="46800" marT="46800" marB="46800"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rowSpan="3" hMerge="1">
                  <a:txBody>
                    <a:bodyPr/>
                    <a:lstStyle/>
                    <a:p>
                      <a:endParaRPr/>
                    </a:p>
                  </a:txBody>
                  <a:tcPr/>
                </a:tc>
                <a:extLst>
                  <a:ext uri="{0D108BD9-81ED-4DB2-BD59-A6C34878D82A}">
                    <a16:rowId xmlns:a16="http://schemas.microsoft.com/office/drawing/2014/main" val="10007"/>
                  </a:ext>
                </a:extLst>
              </a:tr>
              <a:tr h="243275">
                <a:tc gridSpan="2">
                  <a:txBody>
                    <a:bodyPr/>
                    <a:lstStyle/>
                    <a:p>
                      <a:pPr marL="0" marR="0" lvl="0" indent="0" algn="ctr" rtl="0">
                        <a:spcBef>
                          <a:spcPts val="0"/>
                        </a:spcBef>
                        <a:spcAft>
                          <a:spcPts val="0"/>
                        </a:spcAft>
                        <a:buNone/>
                      </a:pPr>
                      <a:r>
                        <a:rPr lang="en-GB" sz="800" b="1">
                          <a:solidFill>
                            <a:schemeClr val="dk1"/>
                          </a:solidFill>
                        </a:rPr>
                        <a:t>Medium</a:t>
                      </a:r>
                      <a:endParaRPr sz="800" b="1">
                        <a:solidFill>
                          <a:schemeClr val="dk1"/>
                        </a:solidFill>
                      </a:endParaRPr>
                    </a:p>
                  </a:txBody>
                  <a:tcPr marL="46800" marR="46800" marT="46800" marB="46800"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hMerge="1">
                  <a:txBody>
                    <a:bodyPr/>
                    <a:lstStyle/>
                    <a:p>
                      <a:endParaRPr/>
                    </a:p>
                  </a:txBody>
                  <a:tcPr/>
                </a:tc>
                <a:tc>
                  <a:txBody>
                    <a:bodyPr/>
                    <a:lstStyle/>
                    <a:p>
                      <a:pPr marL="0" marR="0" lvl="0" indent="0" algn="l" rtl="0">
                        <a:spcBef>
                          <a:spcPts val="0"/>
                        </a:spcBef>
                        <a:spcAft>
                          <a:spcPts val="0"/>
                        </a:spcAft>
                        <a:buNone/>
                      </a:pPr>
                      <a:endParaRPr sz="1000"/>
                    </a:p>
                  </a:txBody>
                  <a:tcPr marL="46800" marR="46800" marT="46800" marB="46800"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vMerge="1">
                  <a:txBody>
                    <a:bodyPr/>
                    <a:lstStyle/>
                    <a:p>
                      <a:endParaRPr/>
                    </a:p>
                  </a:txBody>
                  <a:tcPr/>
                </a:tc>
                <a:tc vMerge="1">
                  <a:txBody>
                    <a:bodyPr/>
                    <a:lstStyle/>
                    <a:p>
                      <a:endParaRPr/>
                    </a:p>
                  </a:txBody>
                  <a:tcPr/>
                </a:tc>
                <a:tc gridSpan="2" vMerge="1">
                  <a:txBody>
                    <a:bodyPr/>
                    <a:lstStyle/>
                    <a:p>
                      <a:endParaRPr/>
                    </a:p>
                  </a:txBody>
                  <a:tcPr/>
                </a:tc>
                <a:tc hMerge="1" vMerge="1">
                  <a:txBody>
                    <a:bodyPr/>
                    <a:lstStyle/>
                    <a:p>
                      <a:endParaRPr/>
                    </a:p>
                  </a:txBody>
                  <a:tcPr/>
                </a:tc>
                <a:extLst>
                  <a:ext uri="{0D108BD9-81ED-4DB2-BD59-A6C34878D82A}">
                    <a16:rowId xmlns:a16="http://schemas.microsoft.com/office/drawing/2014/main" val="10008"/>
                  </a:ext>
                </a:extLst>
              </a:tr>
              <a:tr h="243275">
                <a:tc gridSpan="2">
                  <a:txBody>
                    <a:bodyPr/>
                    <a:lstStyle/>
                    <a:p>
                      <a:pPr marL="0" marR="0" lvl="0" indent="0" algn="ctr" rtl="0">
                        <a:spcBef>
                          <a:spcPts val="0"/>
                        </a:spcBef>
                        <a:spcAft>
                          <a:spcPts val="0"/>
                        </a:spcAft>
                        <a:buNone/>
                      </a:pPr>
                      <a:r>
                        <a:rPr lang="en-GB" sz="800" b="1">
                          <a:solidFill>
                            <a:schemeClr val="dk1"/>
                          </a:solidFill>
                        </a:rPr>
                        <a:t>Low</a:t>
                      </a:r>
                      <a:endParaRPr sz="800" b="1">
                        <a:solidFill>
                          <a:schemeClr val="dk1"/>
                        </a:solidFill>
                      </a:endParaRPr>
                    </a:p>
                  </a:txBody>
                  <a:tcPr marL="46800" marR="46800" marT="46800" marB="46800"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hMerge="1">
                  <a:txBody>
                    <a:bodyPr/>
                    <a:lstStyle/>
                    <a:p>
                      <a:endParaRPr/>
                    </a:p>
                  </a:txBody>
                  <a:tcPr/>
                </a:tc>
                <a:tc>
                  <a:txBody>
                    <a:bodyPr/>
                    <a:lstStyle/>
                    <a:p>
                      <a:pPr marL="0" marR="0" lvl="0" indent="0" algn="l" rtl="0">
                        <a:spcBef>
                          <a:spcPts val="0"/>
                        </a:spcBef>
                        <a:spcAft>
                          <a:spcPts val="0"/>
                        </a:spcAft>
                        <a:buNone/>
                      </a:pPr>
                      <a:endParaRPr sz="1000"/>
                    </a:p>
                  </a:txBody>
                  <a:tcPr marL="46800" marR="46800" marT="46800" marB="46800"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vMerge="1">
                  <a:txBody>
                    <a:bodyPr/>
                    <a:lstStyle/>
                    <a:p>
                      <a:endParaRPr/>
                    </a:p>
                  </a:txBody>
                  <a:tcPr/>
                </a:tc>
                <a:tc vMerge="1">
                  <a:txBody>
                    <a:bodyPr/>
                    <a:lstStyle/>
                    <a:p>
                      <a:endParaRPr/>
                    </a:p>
                  </a:txBody>
                  <a:tcPr/>
                </a:tc>
                <a:tc gridSpan="2" vMerge="1">
                  <a:txBody>
                    <a:bodyPr/>
                    <a:lstStyle/>
                    <a:p>
                      <a:endParaRPr/>
                    </a:p>
                  </a:txBody>
                  <a:tcPr/>
                </a:tc>
                <a:tc hMerge="1" vMerge="1">
                  <a:txBody>
                    <a:bodyPr/>
                    <a:lstStyle/>
                    <a:p>
                      <a:endParaRPr/>
                    </a:p>
                  </a:txBody>
                  <a:tcPr/>
                </a:tc>
                <a:extLst>
                  <a:ext uri="{0D108BD9-81ED-4DB2-BD59-A6C34878D82A}">
                    <a16:rowId xmlns:a16="http://schemas.microsoft.com/office/drawing/2014/main" val="10009"/>
                  </a:ext>
                </a:extLst>
              </a:tr>
            </a:tbl>
          </a:graphicData>
        </a:graphic>
      </p:graphicFrame>
      <p:grpSp>
        <p:nvGrpSpPr>
          <p:cNvPr id="1468" name="Google Shape;1468;p97"/>
          <p:cNvGrpSpPr/>
          <p:nvPr/>
        </p:nvGrpSpPr>
        <p:grpSpPr>
          <a:xfrm>
            <a:off x="469900" y="3828862"/>
            <a:ext cx="8455025" cy="732866"/>
            <a:chOff x="211138" y="3972860"/>
            <a:chExt cx="8713787" cy="642437"/>
          </a:xfrm>
        </p:grpSpPr>
        <p:sp>
          <p:nvSpPr>
            <p:cNvPr id="1469" name="Google Shape;1469;p97"/>
            <p:cNvSpPr/>
            <p:nvPr/>
          </p:nvSpPr>
          <p:spPr>
            <a:xfrm>
              <a:off x="211138" y="3972860"/>
              <a:ext cx="8713787" cy="642437"/>
            </a:xfrm>
            <a:prstGeom prst="rect">
              <a:avLst/>
            </a:prstGeom>
            <a:solidFill>
              <a:schemeClr val="lt1"/>
            </a:solidFill>
            <a:ln>
              <a:noFill/>
            </a:ln>
          </p:spPr>
          <p:txBody>
            <a:bodyPr spcFirstLastPara="1" wrap="square" lIns="91425" tIns="91425" rIns="91425" bIns="91425" anchor="ctr" anchorCtr="0">
              <a:noAutofit/>
            </a:bodyPr>
            <a:lstStyle/>
            <a:p>
              <a:pPr marL="0" marR="0" lvl="0" indent="0" algn="ctr" rtl="0">
                <a:spcBef>
                  <a:spcPts val="0"/>
                </a:spcBef>
                <a:spcAft>
                  <a:spcPts val="0"/>
                </a:spcAft>
                <a:buNone/>
              </a:pPr>
              <a:endParaRPr sz="1000">
                <a:solidFill>
                  <a:schemeClr val="dk1"/>
                </a:solidFill>
                <a:latin typeface="Century Gothic"/>
                <a:ea typeface="Century Gothic"/>
                <a:cs typeface="Century Gothic"/>
                <a:sym typeface="Century Gothic"/>
              </a:endParaRPr>
            </a:p>
          </p:txBody>
        </p:sp>
        <p:sp>
          <p:nvSpPr>
            <p:cNvPr id="1470" name="Google Shape;1470;p97"/>
            <p:cNvSpPr/>
            <p:nvPr/>
          </p:nvSpPr>
          <p:spPr>
            <a:xfrm>
              <a:off x="3692726" y="3982349"/>
              <a:ext cx="1753883" cy="632948"/>
            </a:xfrm>
            <a:prstGeom prst="rect">
              <a:avLst/>
            </a:prstGeom>
            <a:noFill/>
            <a:ln>
              <a:noFill/>
            </a:ln>
          </p:spPr>
          <p:txBody>
            <a:bodyPr spcFirstLastPara="1" wrap="square" lIns="91425" tIns="91425" rIns="91425" bIns="91425" anchor="ctr" anchorCtr="0">
              <a:noAutofit/>
            </a:bodyPr>
            <a:lstStyle/>
            <a:p>
              <a:pPr marL="0" marR="0" lvl="0" indent="0" algn="ctr" rtl="0">
                <a:spcBef>
                  <a:spcPts val="0"/>
                </a:spcBef>
                <a:spcAft>
                  <a:spcPts val="0"/>
                </a:spcAft>
                <a:buNone/>
              </a:pPr>
              <a:r>
                <a:rPr lang="en-GB" sz="800">
                  <a:solidFill>
                    <a:schemeClr val="dk1"/>
                  </a:solidFill>
                  <a:latin typeface="Century Gothic"/>
                  <a:ea typeface="Century Gothic"/>
                  <a:cs typeface="Century Gothic"/>
                  <a:sym typeface="Century Gothic"/>
                </a:rPr>
                <a:t>For use in Maturity Assessment &amp; Roadmap Engagements</a:t>
              </a:r>
              <a:endParaRPr/>
            </a:p>
          </p:txBody>
        </p:sp>
      </p:grpSp>
      <p:grpSp>
        <p:nvGrpSpPr>
          <p:cNvPr id="1471" name="Google Shape;1471;p97"/>
          <p:cNvGrpSpPr/>
          <p:nvPr/>
        </p:nvGrpSpPr>
        <p:grpSpPr>
          <a:xfrm>
            <a:off x="7971865" y="980278"/>
            <a:ext cx="949325" cy="2867825"/>
            <a:chOff x="7941888" y="1062037"/>
            <a:chExt cx="983037" cy="2695575"/>
          </a:xfrm>
        </p:grpSpPr>
        <p:sp>
          <p:nvSpPr>
            <p:cNvPr id="1472" name="Google Shape;1472;p97"/>
            <p:cNvSpPr/>
            <p:nvPr/>
          </p:nvSpPr>
          <p:spPr>
            <a:xfrm>
              <a:off x="7941889" y="1062037"/>
              <a:ext cx="983036" cy="2695575"/>
            </a:xfrm>
            <a:prstGeom prst="rect">
              <a:avLst/>
            </a:prstGeom>
            <a:solidFill>
              <a:schemeClr val="lt1"/>
            </a:solidFill>
            <a:ln>
              <a:noFill/>
            </a:ln>
          </p:spPr>
          <p:txBody>
            <a:bodyPr spcFirstLastPara="1" wrap="square" lIns="91425" tIns="91425" rIns="91425" bIns="91425" anchor="ctr" anchorCtr="0">
              <a:noAutofit/>
            </a:bodyPr>
            <a:lstStyle/>
            <a:p>
              <a:pPr marL="0" marR="0" lvl="0" indent="0" algn="ctr" rtl="0">
                <a:spcBef>
                  <a:spcPts val="0"/>
                </a:spcBef>
                <a:spcAft>
                  <a:spcPts val="0"/>
                </a:spcAft>
                <a:buNone/>
              </a:pPr>
              <a:endParaRPr sz="1000">
                <a:solidFill>
                  <a:schemeClr val="dk1"/>
                </a:solidFill>
                <a:latin typeface="Century Gothic"/>
                <a:ea typeface="Century Gothic"/>
                <a:cs typeface="Century Gothic"/>
                <a:sym typeface="Century Gothic"/>
              </a:endParaRPr>
            </a:p>
          </p:txBody>
        </p:sp>
        <p:sp>
          <p:nvSpPr>
            <p:cNvPr id="1473" name="Google Shape;1473;p97"/>
            <p:cNvSpPr/>
            <p:nvPr/>
          </p:nvSpPr>
          <p:spPr>
            <a:xfrm>
              <a:off x="7941888" y="2052586"/>
              <a:ext cx="983037" cy="714476"/>
            </a:xfrm>
            <a:prstGeom prst="rect">
              <a:avLst/>
            </a:prstGeom>
            <a:noFill/>
            <a:ln>
              <a:noFill/>
            </a:ln>
          </p:spPr>
          <p:txBody>
            <a:bodyPr spcFirstLastPara="1" wrap="square" lIns="91425" tIns="91425" rIns="91425" bIns="91425" anchor="ctr" anchorCtr="0">
              <a:noAutofit/>
            </a:bodyPr>
            <a:lstStyle/>
            <a:p>
              <a:pPr marL="0" marR="0" lvl="0" indent="0" algn="ctr" rtl="0">
                <a:spcBef>
                  <a:spcPts val="0"/>
                </a:spcBef>
                <a:spcAft>
                  <a:spcPts val="0"/>
                </a:spcAft>
                <a:buNone/>
              </a:pPr>
              <a:r>
                <a:rPr lang="en-GB" sz="800">
                  <a:solidFill>
                    <a:schemeClr val="dk1"/>
                  </a:solidFill>
                  <a:latin typeface="Century Gothic"/>
                  <a:ea typeface="Century Gothic"/>
                  <a:cs typeface="Century Gothic"/>
                  <a:sym typeface="Century Gothic"/>
                </a:rPr>
                <a:t>For use in Maturity Assessment &amp; Roadmap</a:t>
              </a:r>
              <a:endParaRPr/>
            </a:p>
            <a:p>
              <a:pPr marL="0" marR="0" lvl="0" indent="0" algn="ctr" rtl="0">
                <a:spcBef>
                  <a:spcPts val="0"/>
                </a:spcBef>
                <a:spcAft>
                  <a:spcPts val="0"/>
                </a:spcAft>
                <a:buNone/>
              </a:pPr>
              <a:r>
                <a:rPr lang="en-GB" sz="800">
                  <a:solidFill>
                    <a:schemeClr val="dk1"/>
                  </a:solidFill>
                  <a:latin typeface="Century Gothic"/>
                  <a:ea typeface="Century Gothic"/>
                  <a:cs typeface="Century Gothic"/>
                  <a:sym typeface="Century Gothic"/>
                </a:rPr>
                <a:t>Engagements</a:t>
              </a:r>
              <a:endParaRPr/>
            </a:p>
          </p:txBody>
        </p:sp>
      </p:grpSp>
      <p:sp>
        <p:nvSpPr>
          <p:cNvPr id="1474" name="Google Shape;1474;p97"/>
          <p:cNvSpPr txBox="1">
            <a:spLocks noGrp="1"/>
          </p:cNvSpPr>
          <p:nvPr>
            <p:ph type="title"/>
          </p:nvPr>
        </p:nvSpPr>
        <p:spPr>
          <a:xfrm>
            <a:off x="381000" y="296096"/>
            <a:ext cx="8543925" cy="360308"/>
          </a:xfrm>
          <a:prstGeom prst="rect">
            <a:avLst/>
          </a:prstGeom>
          <a:noFill/>
          <a:ln>
            <a:noFill/>
          </a:ln>
        </p:spPr>
        <p:txBody>
          <a:bodyPr spcFirstLastPara="1" wrap="square" lIns="90000" tIns="0" rIns="0" bIns="0" anchor="ctr" anchorCtr="0">
            <a:noAutofit/>
          </a:bodyPr>
          <a:lstStyle/>
          <a:p>
            <a:pPr marL="0" lvl="0" indent="0" algn="l" rtl="0">
              <a:lnSpc>
                <a:spcPct val="95000"/>
              </a:lnSpc>
              <a:spcBef>
                <a:spcPts val="0"/>
              </a:spcBef>
              <a:spcAft>
                <a:spcPts val="0"/>
              </a:spcAft>
              <a:buClr>
                <a:schemeClr val="accent1"/>
              </a:buClr>
              <a:buSzPts val="2200"/>
              <a:buFont typeface="Century Gothic"/>
              <a:buNone/>
            </a:pPr>
            <a:r>
              <a:rPr lang="en-GB"/>
              <a:t>Customer Acquisition</a:t>
            </a:r>
            <a:endParaRPr>
              <a:solidFill>
                <a:schemeClr val="accent6"/>
              </a:solidFill>
            </a:endParaRPr>
          </a:p>
        </p:txBody>
      </p:sp>
      <p:sp>
        <p:nvSpPr>
          <p:cNvPr id="1475" name="Google Shape;1475;p97">
            <a:hlinkClick r:id="rId3" action="ppaction://hlinksldjump"/>
          </p:cNvPr>
          <p:cNvSpPr/>
          <p:nvPr/>
        </p:nvSpPr>
        <p:spPr>
          <a:xfrm>
            <a:off x="6515100" y="-196501"/>
            <a:ext cx="2777392" cy="378533"/>
          </a:xfrm>
          <a:prstGeom prst="roundRect">
            <a:avLst>
              <a:gd name="adj" fmla="val 50000"/>
            </a:avLst>
          </a:prstGeom>
          <a:solidFill>
            <a:schemeClr val="accent4"/>
          </a:solidFill>
          <a:ln>
            <a:noFill/>
          </a:ln>
        </p:spPr>
        <p:txBody>
          <a:bodyPr spcFirstLastPara="1" wrap="square" lIns="36000" tIns="180000" rIns="180000" bIns="0" anchor="ctr" anchorCtr="0">
            <a:noAutofit/>
          </a:bodyPr>
          <a:lstStyle/>
          <a:p>
            <a:pPr marL="0" marR="0" lvl="0" indent="0" algn="ctr" rtl="0">
              <a:spcBef>
                <a:spcPts val="0"/>
              </a:spcBef>
              <a:spcAft>
                <a:spcPts val="0"/>
              </a:spcAft>
              <a:buNone/>
            </a:pPr>
            <a:r>
              <a:rPr lang="en-GB" sz="750">
                <a:solidFill>
                  <a:schemeClr val="lt1"/>
                </a:solidFill>
                <a:latin typeface="Century Gothic"/>
                <a:ea typeface="Century Gothic"/>
                <a:cs typeface="Century Gothic"/>
                <a:sym typeface="Century Gothic"/>
              </a:rPr>
              <a:t>   Customer Lifecycle Management</a:t>
            </a:r>
            <a:endParaRPr sz="750">
              <a:solidFill>
                <a:schemeClr val="lt1"/>
              </a:solidFill>
              <a:latin typeface="Century Gothic"/>
              <a:ea typeface="Century Gothic"/>
              <a:cs typeface="Century Gothic"/>
              <a:sym typeface="Century Gothic"/>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480"/>
        <p:cNvGrpSpPr/>
        <p:nvPr/>
      </p:nvGrpSpPr>
      <p:grpSpPr>
        <a:xfrm>
          <a:off x="0" y="0"/>
          <a:ext cx="0" cy="0"/>
          <a:chOff x="0" y="0"/>
          <a:chExt cx="0" cy="0"/>
        </a:xfrm>
      </p:grpSpPr>
      <p:cxnSp>
        <p:nvCxnSpPr>
          <p:cNvPr id="1481" name="Google Shape;1481;p98"/>
          <p:cNvCxnSpPr/>
          <p:nvPr/>
        </p:nvCxnSpPr>
        <p:spPr>
          <a:xfrm>
            <a:off x="4665503" y="858364"/>
            <a:ext cx="3239" cy="3906719"/>
          </a:xfrm>
          <a:prstGeom prst="straightConnector1">
            <a:avLst/>
          </a:prstGeom>
          <a:noFill/>
          <a:ln w="12700" cap="flat" cmpd="sng">
            <a:solidFill>
              <a:schemeClr val="lt2"/>
            </a:solidFill>
            <a:prstDash val="solid"/>
            <a:round/>
            <a:headEnd type="none" w="sm" len="sm"/>
            <a:tailEnd type="none" w="sm" len="sm"/>
          </a:ln>
        </p:spPr>
      </p:cxnSp>
      <p:sp>
        <p:nvSpPr>
          <p:cNvPr id="1482" name="Google Shape;1482;p98"/>
          <p:cNvSpPr txBox="1">
            <a:spLocks noGrp="1"/>
          </p:cNvSpPr>
          <p:nvPr>
            <p:ph type="title"/>
          </p:nvPr>
        </p:nvSpPr>
        <p:spPr>
          <a:xfrm>
            <a:off x="381000" y="285750"/>
            <a:ext cx="8543925" cy="381000"/>
          </a:xfrm>
          <a:prstGeom prst="rect">
            <a:avLst/>
          </a:prstGeom>
          <a:noFill/>
          <a:ln>
            <a:noFill/>
          </a:ln>
        </p:spPr>
        <p:txBody>
          <a:bodyPr spcFirstLastPara="1" wrap="square" lIns="90000" tIns="0" rIns="0" bIns="0" anchor="ctr" anchorCtr="0">
            <a:noAutofit/>
          </a:bodyPr>
          <a:lstStyle/>
          <a:p>
            <a:pPr marL="0" lvl="0" indent="0" algn="l" rtl="0">
              <a:lnSpc>
                <a:spcPct val="95000"/>
              </a:lnSpc>
              <a:spcBef>
                <a:spcPts val="0"/>
              </a:spcBef>
              <a:spcAft>
                <a:spcPts val="0"/>
              </a:spcAft>
              <a:buClr>
                <a:schemeClr val="accent1"/>
              </a:buClr>
              <a:buSzPts val="2200"/>
              <a:buFont typeface="Century Gothic"/>
              <a:buNone/>
            </a:pPr>
            <a:r>
              <a:rPr lang="en-GB"/>
              <a:t>Customer On-Boarding and Development</a:t>
            </a:r>
            <a:endParaRPr sz="1600"/>
          </a:p>
        </p:txBody>
      </p:sp>
      <p:graphicFrame>
        <p:nvGraphicFramePr>
          <p:cNvPr id="1483" name="Google Shape;1483;p98"/>
          <p:cNvGraphicFramePr/>
          <p:nvPr>
            <p:extLst>
              <p:ext uri="{D42A27DB-BD31-4B8C-83A1-F6EECF244321}">
                <p14:modId xmlns:p14="http://schemas.microsoft.com/office/powerpoint/2010/main" val="3604592961"/>
              </p:ext>
            </p:extLst>
          </p:nvPr>
        </p:nvGraphicFramePr>
        <p:xfrm>
          <a:off x="410066" y="865187"/>
          <a:ext cx="8513100" cy="6488450"/>
        </p:xfrm>
        <a:graphic>
          <a:graphicData uri="http://schemas.openxmlformats.org/drawingml/2006/table">
            <a:tbl>
              <a:tblPr firstRow="1" bandRow="1">
                <a:noFill/>
                <a:tableStyleId>{D098BFCB-6916-41F2-A2A5-0DF0D5139B6F}</a:tableStyleId>
              </a:tblPr>
              <a:tblGrid>
                <a:gridCol w="4171050">
                  <a:extLst>
                    <a:ext uri="{9D8B030D-6E8A-4147-A177-3AD203B41FA5}">
                      <a16:colId xmlns:a16="http://schemas.microsoft.com/office/drawing/2014/main" val="20000"/>
                    </a:ext>
                  </a:extLst>
                </a:gridCol>
                <a:gridCol w="175800">
                  <a:extLst>
                    <a:ext uri="{9D8B030D-6E8A-4147-A177-3AD203B41FA5}">
                      <a16:colId xmlns:a16="http://schemas.microsoft.com/office/drawing/2014/main" val="20001"/>
                    </a:ext>
                  </a:extLst>
                </a:gridCol>
                <a:gridCol w="4166250">
                  <a:extLst>
                    <a:ext uri="{9D8B030D-6E8A-4147-A177-3AD203B41FA5}">
                      <a16:colId xmlns:a16="http://schemas.microsoft.com/office/drawing/2014/main" val="20002"/>
                    </a:ext>
                  </a:extLst>
                </a:gridCol>
              </a:tblGrid>
              <a:tr h="136770">
                <a:tc>
                  <a:txBody>
                    <a:bodyPr/>
                    <a:lstStyle/>
                    <a:p>
                      <a:pPr marL="0" marR="0" lvl="0" indent="0" algn="l" rtl="0">
                        <a:spcBef>
                          <a:spcPts val="0"/>
                        </a:spcBef>
                        <a:spcAft>
                          <a:spcPts val="0"/>
                        </a:spcAft>
                        <a:buNone/>
                      </a:pPr>
                      <a:r>
                        <a:rPr lang="en-GB" sz="1400" b="1">
                          <a:solidFill>
                            <a:schemeClr val="dk2"/>
                          </a:solidFill>
                        </a:rPr>
                        <a:t>Business Objectives</a:t>
                      </a:r>
                      <a:endParaRPr sz="1400" b="1">
                        <a:solidFill>
                          <a:schemeClr val="dk2"/>
                        </a:solidFill>
                      </a:endParaRPr>
                    </a:p>
                  </a:txBody>
                  <a:tcPr marL="46800" marR="46800" marT="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rowSpan="2">
                  <a:txBody>
                    <a:bodyPr/>
                    <a:lstStyle/>
                    <a:p>
                      <a:pPr marL="0" marR="0" lvl="0" indent="0" algn="l" rtl="0">
                        <a:lnSpc>
                          <a:spcPct val="100000"/>
                        </a:lnSpc>
                        <a:spcBef>
                          <a:spcPts val="0"/>
                        </a:spcBef>
                        <a:spcAft>
                          <a:spcPts val="0"/>
                        </a:spcAft>
                        <a:buClr>
                          <a:schemeClr val="dk1"/>
                        </a:buClr>
                        <a:buSzPts val="1600"/>
                        <a:buFont typeface="Century Gothic"/>
                        <a:buNone/>
                      </a:pPr>
                      <a:endParaRPr sz="1600" b="1">
                        <a:solidFill>
                          <a:schemeClr val="accent6"/>
                        </a:solidFill>
                      </a:endParaRPr>
                    </a:p>
                  </a:txBody>
                  <a:tcPr marL="46800" marR="46800" marT="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rowSpan="2">
                  <a:txBody>
                    <a:bodyPr/>
                    <a:lstStyle/>
                    <a:p>
                      <a:pPr marL="0" marR="0" lvl="0" indent="0" algn="l" rtl="0">
                        <a:lnSpc>
                          <a:spcPct val="100000"/>
                        </a:lnSpc>
                        <a:spcBef>
                          <a:spcPts val="0"/>
                        </a:spcBef>
                        <a:spcAft>
                          <a:spcPts val="0"/>
                        </a:spcAft>
                        <a:buClr>
                          <a:schemeClr val="dk1"/>
                        </a:buClr>
                        <a:buSzPts val="1600"/>
                        <a:buFont typeface="Century Gothic"/>
                        <a:buNone/>
                      </a:pPr>
                      <a:endParaRPr sz="1600" b="1" dirty="0">
                        <a:solidFill>
                          <a:schemeClr val="accent6"/>
                        </a:solidFill>
                      </a:endParaRPr>
                    </a:p>
                  </a:txBody>
                  <a:tcPr marL="46800" marR="46800" marT="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2080871">
                <a:tc>
                  <a:txBody>
                    <a:bodyPr/>
                    <a:lstStyle/>
                    <a:p>
                      <a:pPr marL="0" marR="0" lvl="0" indent="0" algn="l" rtl="0">
                        <a:spcBef>
                          <a:spcPts val="0"/>
                        </a:spcBef>
                        <a:spcAft>
                          <a:spcPts val="0"/>
                        </a:spcAft>
                        <a:buNone/>
                      </a:pPr>
                      <a:r>
                        <a:rPr lang="en-GB" sz="900" b="1">
                          <a:solidFill>
                            <a:schemeClr val="dk1"/>
                          </a:solidFill>
                        </a:rPr>
                        <a:t>Onboard new customers to create profitable future relationships </a:t>
                      </a:r>
                      <a:endParaRPr/>
                    </a:p>
                    <a:p>
                      <a:pPr marL="171450" marR="0" lvl="0" indent="-171450" algn="l" rtl="0">
                        <a:spcBef>
                          <a:spcPts val="0"/>
                        </a:spcBef>
                        <a:spcAft>
                          <a:spcPts val="0"/>
                        </a:spcAft>
                        <a:buClr>
                          <a:schemeClr val="dk1"/>
                        </a:buClr>
                        <a:buSzPts val="900"/>
                        <a:buFont typeface="Arial"/>
                        <a:buChar char="•"/>
                      </a:pPr>
                      <a:r>
                        <a:rPr lang="en-GB" sz="900" b="0">
                          <a:solidFill>
                            <a:schemeClr val="dk1"/>
                          </a:solidFill>
                        </a:rPr>
                        <a:t>Activities performed in the first 90 days are paramount to the success of the customer relationship. </a:t>
                      </a:r>
                      <a:endParaRPr/>
                    </a:p>
                    <a:p>
                      <a:pPr marL="171450" marR="0" lvl="0" indent="-171450" algn="l" rtl="0">
                        <a:spcBef>
                          <a:spcPts val="0"/>
                        </a:spcBef>
                        <a:spcAft>
                          <a:spcPts val="0"/>
                        </a:spcAft>
                        <a:buClr>
                          <a:schemeClr val="dk1"/>
                        </a:buClr>
                        <a:buSzPts val="900"/>
                        <a:buFont typeface="Arial"/>
                        <a:buChar char="•"/>
                      </a:pPr>
                      <a:r>
                        <a:rPr lang="en-GB" sz="900" b="0">
                          <a:solidFill>
                            <a:schemeClr val="dk1"/>
                          </a:solidFill>
                        </a:rPr>
                        <a:t>Customers who are effectively onboarded have a substantially higher retention rate, lower cost to serve and higher cross sell rate than customers that are not.</a:t>
                      </a:r>
                      <a:endParaRPr/>
                    </a:p>
                    <a:p>
                      <a:pPr marL="171450" marR="0" lvl="0" indent="-171450" algn="l" rtl="0">
                        <a:spcBef>
                          <a:spcPts val="0"/>
                        </a:spcBef>
                        <a:spcAft>
                          <a:spcPts val="0"/>
                        </a:spcAft>
                        <a:buClr>
                          <a:schemeClr val="dk1"/>
                        </a:buClr>
                        <a:buSzPts val="900"/>
                        <a:buFont typeface="Arial"/>
                        <a:buChar char="•"/>
                      </a:pPr>
                      <a:r>
                        <a:rPr lang="en-GB" sz="900" b="0">
                          <a:solidFill>
                            <a:schemeClr val="dk1"/>
                          </a:solidFill>
                        </a:rPr>
                        <a:t>Elements of customer onboarding include:</a:t>
                      </a:r>
                      <a:endParaRPr/>
                    </a:p>
                    <a:p>
                      <a:pPr marL="628650" marR="0" lvl="1" indent="-171450" algn="l" rtl="0">
                        <a:spcBef>
                          <a:spcPts val="0"/>
                        </a:spcBef>
                        <a:spcAft>
                          <a:spcPts val="0"/>
                        </a:spcAft>
                        <a:buClr>
                          <a:schemeClr val="dk1"/>
                        </a:buClr>
                        <a:buSzPts val="900"/>
                        <a:buFont typeface="Arial"/>
                        <a:buChar char="•"/>
                      </a:pPr>
                      <a:r>
                        <a:rPr lang="en-GB" sz="900" b="0" u="none" strike="noStrike" cap="none">
                          <a:solidFill>
                            <a:schemeClr val="dk1"/>
                          </a:solidFill>
                        </a:rPr>
                        <a:t>Ensuring good data (identity and address)</a:t>
                      </a:r>
                      <a:endParaRPr/>
                    </a:p>
                    <a:p>
                      <a:pPr marL="628650" marR="0" lvl="1" indent="-171450" algn="l" rtl="0">
                        <a:spcBef>
                          <a:spcPts val="0"/>
                        </a:spcBef>
                        <a:spcAft>
                          <a:spcPts val="0"/>
                        </a:spcAft>
                        <a:buClr>
                          <a:schemeClr val="dk1"/>
                        </a:buClr>
                        <a:buSzPts val="900"/>
                        <a:buFont typeface="Arial"/>
                        <a:buChar char="•"/>
                      </a:pPr>
                      <a:r>
                        <a:rPr lang="en-GB" sz="900" b="0" u="none" strike="noStrike" cap="none">
                          <a:solidFill>
                            <a:schemeClr val="dk1"/>
                          </a:solidFill>
                        </a:rPr>
                        <a:t>Successful account activation (financial services) and/or product purchase</a:t>
                      </a:r>
                      <a:endParaRPr/>
                    </a:p>
                    <a:p>
                      <a:pPr marL="628650" marR="0" lvl="1" indent="-171450" algn="l" rtl="0">
                        <a:spcBef>
                          <a:spcPts val="0"/>
                        </a:spcBef>
                        <a:spcAft>
                          <a:spcPts val="0"/>
                        </a:spcAft>
                        <a:buClr>
                          <a:schemeClr val="dk1"/>
                        </a:buClr>
                        <a:buSzPts val="900"/>
                        <a:buFont typeface="Arial"/>
                        <a:buChar char="•"/>
                      </a:pPr>
                      <a:r>
                        <a:rPr lang="en-GB" sz="900" b="0" u="none" strike="noStrike" cap="none">
                          <a:solidFill>
                            <a:schemeClr val="dk1"/>
                          </a:solidFill>
                        </a:rPr>
                        <a:t>Customer interaction/engagement with the brand</a:t>
                      </a:r>
                      <a:endParaRPr sz="900" b="0" u="none" strike="noStrike" cap="none">
                        <a:solidFill>
                          <a:schemeClr val="dk1"/>
                        </a:solidFill>
                      </a:endParaRPr>
                    </a:p>
                    <a:p>
                      <a:pPr marL="628650" marR="0" lvl="1" indent="-171450" algn="l" rtl="0">
                        <a:lnSpc>
                          <a:spcPct val="100000"/>
                        </a:lnSpc>
                        <a:spcBef>
                          <a:spcPts val="0"/>
                        </a:spcBef>
                        <a:spcAft>
                          <a:spcPts val="0"/>
                        </a:spcAft>
                        <a:buClr>
                          <a:schemeClr val="dk1"/>
                        </a:buClr>
                        <a:buSzPts val="900"/>
                        <a:buFont typeface="Arial"/>
                        <a:buChar char="•"/>
                      </a:pPr>
                      <a:r>
                        <a:rPr lang="en-GB" sz="900" b="0" u="none" strike="noStrike" cap="none">
                          <a:solidFill>
                            <a:schemeClr val="dk1"/>
                          </a:solidFill>
                        </a:rPr>
                        <a:t>Personalizing customer communications (channel &amp; content)</a:t>
                      </a:r>
                      <a:endParaRPr/>
                    </a:p>
                    <a:p>
                      <a:pPr marL="628650" marR="0" lvl="1" indent="-171450" algn="l" rtl="0">
                        <a:spcBef>
                          <a:spcPts val="0"/>
                        </a:spcBef>
                        <a:spcAft>
                          <a:spcPts val="0"/>
                        </a:spcAft>
                        <a:buClr>
                          <a:schemeClr val="dk1"/>
                        </a:buClr>
                        <a:buSzPts val="900"/>
                        <a:buFont typeface="Arial"/>
                        <a:buChar char="•"/>
                      </a:pPr>
                      <a:r>
                        <a:rPr lang="en-GB" sz="900" b="0" u="none" strike="noStrike" cap="none">
                          <a:solidFill>
                            <a:schemeClr val="dk1"/>
                          </a:solidFill>
                        </a:rPr>
                        <a:t>Cross-sell leads management</a:t>
                      </a:r>
                      <a:endParaRPr/>
                    </a:p>
                    <a:p>
                      <a:pPr marL="628650" marR="0" lvl="1" indent="-171450" algn="l" rtl="0">
                        <a:spcBef>
                          <a:spcPts val="0"/>
                        </a:spcBef>
                        <a:spcAft>
                          <a:spcPts val="0"/>
                        </a:spcAft>
                        <a:buClr>
                          <a:schemeClr val="dk1"/>
                        </a:buClr>
                        <a:buSzPts val="900"/>
                        <a:buFont typeface="Arial"/>
                        <a:buChar char="•"/>
                      </a:pPr>
                      <a:r>
                        <a:rPr lang="en-GB" sz="900" b="0" u="none" strike="noStrike" cap="none">
                          <a:solidFill>
                            <a:schemeClr val="dk1"/>
                          </a:solidFill>
                        </a:rPr>
                        <a:t>Payment automation optimization (financial Services)</a:t>
                      </a:r>
                      <a:endParaRPr sz="900" b="0" u="none" strike="noStrike" cap="none">
                        <a:solidFill>
                          <a:schemeClr val="dk1"/>
                        </a:solidFill>
                      </a:endParaRPr>
                    </a:p>
                    <a:p>
                      <a:pPr marL="628650" marR="0" lvl="1" indent="-171450" algn="l" rtl="0">
                        <a:spcBef>
                          <a:spcPts val="0"/>
                        </a:spcBef>
                        <a:spcAft>
                          <a:spcPts val="0"/>
                        </a:spcAft>
                        <a:buClr>
                          <a:schemeClr val="dk1"/>
                        </a:buClr>
                        <a:buSzPts val="900"/>
                        <a:buFont typeface="Arial"/>
                        <a:buChar char="•"/>
                      </a:pPr>
                      <a:r>
                        <a:rPr lang="en-GB" sz="900" b="0" u="none" strike="noStrike" cap="none">
                          <a:solidFill>
                            <a:schemeClr val="dk1"/>
                          </a:solidFill>
                        </a:rPr>
                        <a:t>Execute CNIC + biometric auth within first-day onboarding workflow</a:t>
                      </a:r>
                      <a:endParaRPr sz="900" b="0" u="none" strike="noStrike" cap="none">
                        <a:solidFill>
                          <a:schemeClr val="dk1"/>
                        </a:solidFill>
                      </a:endParaRPr>
                    </a:p>
                    <a:p>
                      <a:pPr marL="628650" marR="0" lvl="1" indent="-171450" algn="l" rtl="0">
                        <a:spcBef>
                          <a:spcPts val="0"/>
                        </a:spcBef>
                        <a:spcAft>
                          <a:spcPts val="0"/>
                        </a:spcAft>
                        <a:buClr>
                          <a:schemeClr val="dk1"/>
                        </a:buClr>
                        <a:buSzPts val="900"/>
                        <a:buFont typeface="Arial"/>
                        <a:buChar char="•"/>
                      </a:pPr>
                      <a:r>
                        <a:rPr lang="en-GB" sz="900" b="0" u="none" strike="noStrike" cap="none">
                          <a:solidFill>
                            <a:schemeClr val="dk1"/>
                          </a:solidFill>
                        </a:rPr>
                        <a:t>Activate debit card, mobile banking, RAAST ID within 48 hours of account opening</a:t>
                      </a:r>
                      <a:endParaRPr sz="900" b="0" u="none" strike="noStrike" cap="none">
                        <a:solidFill>
                          <a:schemeClr val="dk1"/>
                        </a:solidFill>
                      </a:endParaRPr>
                    </a:p>
                    <a:p>
                      <a:pPr marL="628650" marR="0" lvl="1" indent="-171450" algn="l" rtl="0">
                        <a:spcBef>
                          <a:spcPts val="0"/>
                        </a:spcBef>
                        <a:spcAft>
                          <a:spcPts val="0"/>
                        </a:spcAft>
                        <a:buClr>
                          <a:schemeClr val="dk1"/>
                        </a:buClr>
                        <a:buSzPts val="900"/>
                        <a:buFont typeface="Arial"/>
                        <a:buChar char="•"/>
                      </a:pPr>
                      <a:r>
                        <a:rPr lang="en-GB" sz="900" b="0" u="none" strike="noStrike" cap="none">
                          <a:solidFill>
                            <a:schemeClr val="dk1"/>
                          </a:solidFill>
                        </a:rPr>
                        <a:t>Drive first IBFT/RAAST transaction within first week through incentives</a:t>
                      </a:r>
                      <a:endParaRPr sz="900" b="0" u="none" strike="noStrike" cap="none">
                        <a:solidFill>
                          <a:schemeClr val="dk1"/>
                        </a:solidFill>
                      </a:endParaRPr>
                    </a:p>
                    <a:p>
                      <a:pPr marL="628650" marR="0" lvl="1" indent="-171450" algn="l" rtl="0">
                        <a:spcBef>
                          <a:spcPts val="0"/>
                        </a:spcBef>
                        <a:spcAft>
                          <a:spcPts val="0"/>
                        </a:spcAft>
                        <a:buClr>
                          <a:schemeClr val="dk1"/>
                        </a:buClr>
                        <a:buSzPts val="900"/>
                        <a:buFont typeface="Arial"/>
                        <a:buChar char="•"/>
                      </a:pPr>
                      <a:r>
                        <a:rPr lang="en-GB" sz="900" b="0" u="none" strike="noStrike" cap="none">
                          <a:solidFill>
                            <a:schemeClr val="dk1"/>
                          </a:solidFill>
                        </a:rPr>
                        <a:t>Cross-sell debit to credit to personal loan within first 90 days</a:t>
                      </a:r>
                      <a:endParaRPr sz="900" b="0" u="none" strike="noStrike" cap="none">
                        <a:solidFill>
                          <a:schemeClr val="dk1"/>
                        </a:solidFill>
                      </a:endParaRPr>
                    </a:p>
                    <a:p>
                      <a:pPr marL="628650" marR="0" lvl="1" indent="-171450" algn="l" rtl="0">
                        <a:spcBef>
                          <a:spcPts val="0"/>
                        </a:spcBef>
                        <a:spcAft>
                          <a:spcPts val="0"/>
                        </a:spcAft>
                        <a:buClr>
                          <a:schemeClr val="dk1"/>
                        </a:buClr>
                        <a:buSzPts val="900"/>
                        <a:buFont typeface="Arial"/>
                        <a:buChar char="•"/>
                      </a:pPr>
                      <a:r>
                        <a:rPr lang="en-GB" sz="900" b="0" u="none" strike="noStrike" cap="none">
                          <a:solidFill>
                            <a:schemeClr val="dk1"/>
                          </a:solidFill>
                        </a:rPr>
                        <a:t>Personalize onboarding journey for conventional vs. Islamic customers</a:t>
                      </a:r>
                      <a:endParaRPr sz="900" b="0" u="none" strike="noStrike" cap="none">
                        <a:solidFill>
                          <a:schemeClr val="dk1"/>
                        </a:solidFill>
                      </a:endParaRPr>
                    </a:p>
                  </a:txBody>
                  <a:tcPr marL="46800" marR="4680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vMerge="1">
                  <a:txBody>
                    <a:bodyPr/>
                    <a:lstStyle/>
                    <a:p>
                      <a:endParaRPr/>
                    </a:p>
                  </a:txBody>
                  <a:tcPr/>
                </a:tc>
                <a:tc vMerge="1">
                  <a:txBody>
                    <a:bodyPr/>
                    <a:lstStyle/>
                    <a:p>
                      <a:endParaRPr/>
                    </a:p>
                  </a:txBody>
                  <a:tcPr/>
                </a:tc>
                <a:extLst>
                  <a:ext uri="{0D108BD9-81ED-4DB2-BD59-A6C34878D82A}">
                    <a16:rowId xmlns:a16="http://schemas.microsoft.com/office/drawing/2014/main" val="10001"/>
                  </a:ext>
                </a:extLst>
              </a:tr>
              <a:tr h="527543">
                <a:tc>
                  <a:txBody>
                    <a:bodyPr/>
                    <a:lstStyle/>
                    <a:p>
                      <a:pPr marL="0" marR="0" lvl="0" indent="0" algn="l" rtl="0">
                        <a:spcBef>
                          <a:spcPts val="0"/>
                        </a:spcBef>
                        <a:spcAft>
                          <a:spcPts val="0"/>
                        </a:spcAft>
                        <a:buNone/>
                      </a:pPr>
                      <a:r>
                        <a:rPr lang="en-GB" sz="1400" b="1" dirty="0">
                          <a:solidFill>
                            <a:schemeClr val="dk2"/>
                          </a:solidFill>
                          <a:latin typeface="Century Gothic"/>
                          <a:ea typeface="Century Gothic"/>
                          <a:cs typeface="Century Gothic"/>
                          <a:sym typeface="Century Gothic"/>
                        </a:rPr>
                        <a:t>Data &amp; Solution</a:t>
                      </a:r>
                      <a:endParaRPr sz="1400" b="1" dirty="0">
                        <a:solidFill>
                          <a:schemeClr val="dk2"/>
                        </a:solidFill>
                        <a:latin typeface="Century Gothic"/>
                        <a:ea typeface="Century Gothic"/>
                        <a:cs typeface="Century Gothic"/>
                        <a:sym typeface="Century Gothic"/>
                      </a:endParaRPr>
                    </a:p>
                    <a:p>
                      <a:r>
                        <a:rPr sz="800" b="1" dirty="0">
                          <a:solidFill>
                            <a:srgbClr val="006699"/>
                          </a:solidFill>
                        </a:rPr>
                        <a:t>FSDM: </a:t>
                      </a:r>
                      <a:r>
                        <a:rPr sz="800" b="1" dirty="0" err="1">
                          <a:solidFill>
                            <a:srgbClr val="006699"/>
                          </a:solidFill>
                        </a:rPr>
                        <a:t>Customer_Journey</a:t>
                      </a:r>
                      <a:r>
                        <a:rPr sz="800" b="1" dirty="0">
                          <a:solidFill>
                            <a:srgbClr val="006699"/>
                          </a:solidFill>
                        </a:rPr>
                        <a:t>, </a:t>
                      </a:r>
                      <a:r>
                        <a:rPr sz="800" b="1" dirty="0" err="1">
                          <a:solidFill>
                            <a:srgbClr val="006699"/>
                          </a:solidFill>
                        </a:rPr>
                        <a:t>Interaction_Event</a:t>
                      </a:r>
                      <a:r>
                        <a:rPr sz="800" b="1" dirty="0">
                          <a:solidFill>
                            <a:srgbClr val="006699"/>
                          </a:solidFill>
                        </a:rPr>
                        <a:t>, </a:t>
                      </a:r>
                      <a:r>
                        <a:rPr sz="800" b="1" dirty="0" err="1">
                          <a:solidFill>
                            <a:srgbClr val="006699"/>
                          </a:solidFill>
                        </a:rPr>
                        <a:t>Channel_Session</a:t>
                      </a:r>
                      <a:r>
                        <a:rPr sz="800" b="1" dirty="0">
                          <a:solidFill>
                            <a:srgbClr val="006699"/>
                          </a:solidFill>
                        </a:rPr>
                        <a:t>, </a:t>
                      </a:r>
                      <a:r>
                        <a:rPr sz="800" b="1" dirty="0" err="1">
                          <a:solidFill>
                            <a:srgbClr val="006699"/>
                          </a:solidFill>
                        </a:rPr>
                        <a:t>Service_Request</a:t>
                      </a:r>
                      <a:r>
                        <a:rPr sz="800" b="1" dirty="0">
                          <a:solidFill>
                            <a:srgbClr val="006699"/>
                          </a:solidFill>
                        </a:rPr>
                        <a:t>, </a:t>
                      </a:r>
                      <a:r>
                        <a:rPr sz="800" b="1" dirty="0" err="1">
                          <a:solidFill>
                            <a:srgbClr val="006699"/>
                          </a:solidFill>
                        </a:rPr>
                        <a:t>Process_Step</a:t>
                      </a:r>
                      <a:r>
                        <a:rPr sz="800" b="1" dirty="0">
                          <a:solidFill>
                            <a:srgbClr val="006699"/>
                          </a:solidFill>
                        </a:rPr>
                        <a:t>, </a:t>
                      </a:r>
                      <a:r>
                        <a:rPr sz="800" b="1" dirty="0" err="1">
                          <a:solidFill>
                            <a:srgbClr val="006699"/>
                          </a:solidFill>
                        </a:rPr>
                        <a:t>Wait_Time_Metric</a:t>
                      </a:r>
                      <a:endParaRPr sz="800" b="1" dirty="0">
                        <a:solidFill>
                          <a:srgbClr val="006699"/>
                        </a:solidFill>
                      </a:endParaRPr>
                    </a:p>
                    <a:p>
                      <a:r>
                        <a:rPr sz="800" i="1" dirty="0">
                          <a:solidFill>
                            <a:srgbClr val="008040"/>
                          </a:solidFill>
                        </a:rPr>
                        <a:t>Pakistan: Branch queue management, ATM uptime correlation, mobile app crash analytics, RAAST transaction experience, complaint resolution SLA tracking per SBP guidelines</a:t>
                      </a:r>
                    </a:p>
                  </a:txBody>
                  <a:tcPr marL="46800" marR="46800" marT="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400"/>
                        <a:buFont typeface="Century Gothic"/>
                        <a:buNone/>
                      </a:pPr>
                      <a:endParaRPr sz="1400" b="1" dirty="0">
                        <a:solidFill>
                          <a:schemeClr val="dk2"/>
                        </a:solidFill>
                        <a:latin typeface="Century Gothic"/>
                        <a:ea typeface="Century Gothic"/>
                        <a:cs typeface="Century Gothic"/>
                        <a:sym typeface="Century Gothic"/>
                      </a:endParaRPr>
                    </a:p>
                  </a:txBody>
                  <a:tcPr marL="46800" marR="46800" marT="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2"/>
                        </a:buClr>
                        <a:buSzPts val="1400"/>
                        <a:buFont typeface="Century Gothic"/>
                        <a:buNone/>
                      </a:pPr>
                      <a:r>
                        <a:rPr lang="en-GB" sz="1400" b="1" dirty="0">
                          <a:solidFill>
                            <a:schemeClr val="dk2"/>
                          </a:solidFill>
                          <a:latin typeface="Century Gothic"/>
                          <a:ea typeface="Century Gothic"/>
                          <a:cs typeface="Century Gothic"/>
                          <a:sym typeface="Century Gothic"/>
                        </a:rPr>
                        <a:t>Outcome</a:t>
                      </a:r>
                      <a:endParaRPr dirty="0"/>
                    </a:p>
                  </a:txBody>
                  <a:tcPr marL="46800" marR="46800" marT="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1414115">
                <a:tc>
                  <a:txBody>
                    <a:bodyPr/>
                    <a:lstStyle/>
                    <a:p>
                      <a:pPr marL="0" marR="0" lvl="0" indent="0" algn="l" rtl="0">
                        <a:spcBef>
                          <a:spcPts val="0"/>
                        </a:spcBef>
                        <a:spcAft>
                          <a:spcPts val="0"/>
                        </a:spcAft>
                        <a:buNone/>
                      </a:pPr>
                      <a:r>
                        <a:rPr lang="en-GB" sz="900" b="1" dirty="0">
                          <a:solidFill>
                            <a:schemeClr val="dk1"/>
                          </a:solidFill>
                        </a:rPr>
                        <a:t>Data</a:t>
                      </a:r>
                      <a:endParaRPr dirty="0"/>
                    </a:p>
                    <a:p>
                      <a:pPr marL="179388" marR="0" lvl="0" indent="-179388" algn="l" rtl="0">
                        <a:lnSpc>
                          <a:spcPct val="95000"/>
                        </a:lnSpc>
                        <a:spcBef>
                          <a:spcPts val="0"/>
                        </a:spcBef>
                        <a:spcAft>
                          <a:spcPts val="0"/>
                        </a:spcAft>
                        <a:buClr>
                          <a:schemeClr val="dk1"/>
                        </a:buClr>
                        <a:buSzPts val="850"/>
                        <a:buFont typeface="Arial"/>
                        <a:buChar char="•"/>
                      </a:pPr>
                      <a:r>
                        <a:rPr lang="en-GB" sz="850" dirty="0">
                          <a:solidFill>
                            <a:schemeClr val="dk1"/>
                          </a:solidFill>
                        </a:rPr>
                        <a:t>Detailed customer data profiles</a:t>
                      </a:r>
                      <a:endParaRPr dirty="0"/>
                    </a:p>
                    <a:p>
                      <a:pPr marL="179388" marR="0" lvl="0" indent="-179388" algn="l" rtl="0">
                        <a:lnSpc>
                          <a:spcPct val="95000"/>
                        </a:lnSpc>
                        <a:spcBef>
                          <a:spcPts val="0"/>
                        </a:spcBef>
                        <a:spcAft>
                          <a:spcPts val="0"/>
                        </a:spcAft>
                        <a:buClr>
                          <a:schemeClr val="dk1"/>
                        </a:buClr>
                        <a:buSzPts val="850"/>
                        <a:buFont typeface="Arial"/>
                        <a:buChar char="•"/>
                      </a:pPr>
                      <a:r>
                        <a:rPr lang="en-GB" sz="850" dirty="0">
                          <a:solidFill>
                            <a:schemeClr val="dk1"/>
                          </a:solidFill>
                        </a:rPr>
                        <a:t>3</a:t>
                      </a:r>
                      <a:r>
                        <a:rPr lang="en-GB" sz="850" baseline="30000" dirty="0">
                          <a:solidFill>
                            <a:schemeClr val="dk1"/>
                          </a:solidFill>
                        </a:rPr>
                        <a:t>rd</a:t>
                      </a:r>
                      <a:r>
                        <a:rPr lang="en-GB" sz="850" dirty="0">
                          <a:solidFill>
                            <a:schemeClr val="dk1"/>
                          </a:solidFill>
                        </a:rPr>
                        <a:t> party identity and address databases</a:t>
                      </a:r>
                      <a:endParaRPr dirty="0"/>
                    </a:p>
                    <a:p>
                      <a:pPr marL="179388" marR="0" lvl="0" indent="-179388" algn="l" rtl="0">
                        <a:lnSpc>
                          <a:spcPct val="95000"/>
                        </a:lnSpc>
                        <a:spcBef>
                          <a:spcPts val="0"/>
                        </a:spcBef>
                        <a:spcAft>
                          <a:spcPts val="0"/>
                        </a:spcAft>
                        <a:buClr>
                          <a:schemeClr val="dk1"/>
                        </a:buClr>
                        <a:buSzPts val="850"/>
                        <a:buFont typeface="Arial"/>
                        <a:buChar char="•"/>
                      </a:pPr>
                      <a:r>
                        <a:rPr lang="en-GB" sz="850" dirty="0">
                          <a:solidFill>
                            <a:schemeClr val="dk1"/>
                          </a:solidFill>
                        </a:rPr>
                        <a:t>Customer satisfaction metrics</a:t>
                      </a:r>
                      <a:endParaRPr dirty="0"/>
                    </a:p>
                    <a:p>
                      <a:pPr marL="179388" marR="0" lvl="0" indent="-179388" algn="l" rtl="0">
                        <a:lnSpc>
                          <a:spcPct val="95000"/>
                        </a:lnSpc>
                        <a:spcBef>
                          <a:spcPts val="0"/>
                        </a:spcBef>
                        <a:spcAft>
                          <a:spcPts val="0"/>
                        </a:spcAft>
                        <a:buClr>
                          <a:schemeClr val="dk1"/>
                        </a:buClr>
                        <a:buSzPts val="850"/>
                        <a:buFont typeface="Arial"/>
                        <a:buChar char="•"/>
                      </a:pPr>
                      <a:r>
                        <a:rPr lang="en-GB" sz="850" dirty="0">
                          <a:solidFill>
                            <a:schemeClr val="dk1"/>
                          </a:solidFill>
                        </a:rPr>
                        <a:t>Transactions      </a:t>
                      </a:r>
                      <a:endParaRPr dirty="0"/>
                    </a:p>
                    <a:p>
                      <a:pPr marL="179388" marR="0" lvl="0" indent="-179388" algn="l" rtl="0">
                        <a:lnSpc>
                          <a:spcPct val="95000"/>
                        </a:lnSpc>
                        <a:spcBef>
                          <a:spcPts val="0"/>
                        </a:spcBef>
                        <a:spcAft>
                          <a:spcPts val="0"/>
                        </a:spcAft>
                        <a:buClr>
                          <a:schemeClr val="dk1"/>
                        </a:buClr>
                        <a:buSzPts val="850"/>
                        <a:buFont typeface="Arial"/>
                        <a:buChar char="•"/>
                      </a:pPr>
                      <a:r>
                        <a:rPr lang="en-GB" sz="850" dirty="0">
                          <a:solidFill>
                            <a:schemeClr val="dk1"/>
                          </a:solidFill>
                        </a:rPr>
                        <a:t>Online and offline interactions</a:t>
                      </a:r>
                      <a:endParaRPr dirty="0"/>
                    </a:p>
                    <a:p>
                      <a:pPr marL="0" marR="0" lvl="0" indent="0" algn="l" rtl="0">
                        <a:spcBef>
                          <a:spcPts val="0"/>
                        </a:spcBef>
                        <a:spcAft>
                          <a:spcPts val="0"/>
                        </a:spcAft>
                        <a:buClr>
                          <a:schemeClr val="dk1"/>
                        </a:buClr>
                        <a:buSzPts val="900"/>
                        <a:buFont typeface="Arial"/>
                        <a:buNone/>
                      </a:pPr>
                      <a:r>
                        <a:rPr lang="en-GB" sz="900" b="1" dirty="0">
                          <a:solidFill>
                            <a:schemeClr val="dk1"/>
                          </a:solidFill>
                        </a:rPr>
                        <a:t>Analytics</a:t>
                      </a:r>
                      <a:endParaRPr dirty="0"/>
                    </a:p>
                    <a:p>
                      <a:pPr marL="171450" marR="0" lvl="0" indent="-171450" algn="l" rtl="0">
                        <a:lnSpc>
                          <a:spcPct val="95000"/>
                        </a:lnSpc>
                        <a:spcBef>
                          <a:spcPts val="0"/>
                        </a:spcBef>
                        <a:spcAft>
                          <a:spcPts val="0"/>
                        </a:spcAft>
                        <a:buClr>
                          <a:schemeClr val="dk1"/>
                        </a:buClr>
                        <a:buSzPts val="850"/>
                        <a:buFont typeface="Arial"/>
                        <a:buChar char="•"/>
                      </a:pPr>
                      <a:r>
                        <a:rPr lang="en-GB" sz="850" dirty="0">
                          <a:solidFill>
                            <a:schemeClr val="dk1"/>
                          </a:solidFill>
                        </a:rPr>
                        <a:t>Multiple BI KPI’s</a:t>
                      </a:r>
                      <a:endParaRPr dirty="0"/>
                    </a:p>
                    <a:p>
                      <a:pPr marL="179388" marR="0" lvl="0" indent="-179388" algn="l" rtl="0">
                        <a:lnSpc>
                          <a:spcPct val="95000"/>
                        </a:lnSpc>
                        <a:spcBef>
                          <a:spcPts val="0"/>
                        </a:spcBef>
                        <a:spcAft>
                          <a:spcPts val="0"/>
                        </a:spcAft>
                        <a:buClr>
                          <a:schemeClr val="dk1"/>
                        </a:buClr>
                        <a:buSzPts val="850"/>
                        <a:buFont typeface="Arial"/>
                        <a:buChar char="•"/>
                      </a:pPr>
                      <a:r>
                        <a:rPr lang="en-GB" sz="850" dirty="0">
                          <a:solidFill>
                            <a:schemeClr val="dk1"/>
                          </a:solidFill>
                        </a:rPr>
                        <a:t>Approximate string (fuzzy) matching algorithms</a:t>
                      </a:r>
                      <a:endParaRPr dirty="0"/>
                    </a:p>
                    <a:p>
                      <a:pPr marL="179388" marR="0" lvl="0" indent="-179388" algn="l" rtl="0">
                        <a:lnSpc>
                          <a:spcPct val="95000"/>
                        </a:lnSpc>
                        <a:spcBef>
                          <a:spcPts val="0"/>
                        </a:spcBef>
                        <a:spcAft>
                          <a:spcPts val="0"/>
                        </a:spcAft>
                        <a:buClr>
                          <a:schemeClr val="dk1"/>
                        </a:buClr>
                        <a:buSzPts val="850"/>
                        <a:buFont typeface="Arial"/>
                        <a:buChar char="•"/>
                      </a:pPr>
                      <a:r>
                        <a:rPr lang="en-GB" sz="850" dirty="0">
                          <a:solidFill>
                            <a:schemeClr val="dk1"/>
                          </a:solidFill>
                        </a:rPr>
                        <a:t>Variety of traditional ) analytics (e.g. profiling, clustering)</a:t>
                      </a:r>
                      <a:endParaRPr dirty="0"/>
                    </a:p>
                    <a:p>
                      <a:pPr marL="179388" marR="0" lvl="0" indent="-179388" algn="l" rtl="0">
                        <a:lnSpc>
                          <a:spcPct val="95000"/>
                        </a:lnSpc>
                        <a:spcBef>
                          <a:spcPts val="0"/>
                        </a:spcBef>
                        <a:spcAft>
                          <a:spcPts val="0"/>
                        </a:spcAft>
                        <a:buClr>
                          <a:schemeClr val="dk1"/>
                        </a:buClr>
                        <a:buSzPts val="850"/>
                        <a:buFont typeface="Arial"/>
                        <a:buChar char="•"/>
                      </a:pPr>
                      <a:r>
                        <a:rPr lang="en-GB" sz="850" dirty="0">
                          <a:solidFill>
                            <a:schemeClr val="dk1"/>
                          </a:solidFill>
                        </a:rPr>
                        <a:t>Advanced analytical techniques (e.g. pathing, text analytics and natural language processing, graphing)</a:t>
                      </a:r>
                      <a:endParaRPr dirty="0"/>
                    </a:p>
                    <a:p>
                      <a:r>
                        <a:rPr sz="800" b="1" dirty="0">
                          <a:solidFill>
                            <a:srgbClr val="006699"/>
                          </a:solidFill>
                        </a:rPr>
                        <a:t>FSDM: </a:t>
                      </a:r>
                      <a:r>
                        <a:rPr sz="800" b="1" dirty="0" err="1">
                          <a:solidFill>
                            <a:srgbClr val="006699"/>
                          </a:solidFill>
                        </a:rPr>
                        <a:t>Customer_Journey</a:t>
                      </a:r>
                      <a:r>
                        <a:rPr sz="800" b="1" dirty="0">
                          <a:solidFill>
                            <a:srgbClr val="006699"/>
                          </a:solidFill>
                        </a:rPr>
                        <a:t>, </a:t>
                      </a:r>
                      <a:r>
                        <a:rPr sz="800" b="1" dirty="0" err="1">
                          <a:solidFill>
                            <a:srgbClr val="006699"/>
                          </a:solidFill>
                        </a:rPr>
                        <a:t>Interaction_Event</a:t>
                      </a:r>
                      <a:r>
                        <a:rPr sz="800" b="1" dirty="0">
                          <a:solidFill>
                            <a:srgbClr val="006699"/>
                          </a:solidFill>
                        </a:rPr>
                        <a:t>, </a:t>
                      </a:r>
                      <a:r>
                        <a:rPr sz="800" b="1" dirty="0" err="1">
                          <a:solidFill>
                            <a:srgbClr val="006699"/>
                          </a:solidFill>
                        </a:rPr>
                        <a:t>Channel_Session</a:t>
                      </a:r>
                      <a:r>
                        <a:rPr sz="800" b="1" dirty="0">
                          <a:solidFill>
                            <a:srgbClr val="006699"/>
                          </a:solidFill>
                        </a:rPr>
                        <a:t>, </a:t>
                      </a:r>
                      <a:r>
                        <a:rPr sz="800" b="1" dirty="0" err="1">
                          <a:solidFill>
                            <a:srgbClr val="006699"/>
                          </a:solidFill>
                        </a:rPr>
                        <a:t>Service_Request</a:t>
                      </a:r>
                      <a:r>
                        <a:rPr sz="800" b="1" dirty="0">
                          <a:solidFill>
                            <a:srgbClr val="006699"/>
                          </a:solidFill>
                        </a:rPr>
                        <a:t>, </a:t>
                      </a:r>
                      <a:r>
                        <a:rPr sz="800" b="1" dirty="0" err="1">
                          <a:solidFill>
                            <a:srgbClr val="006699"/>
                          </a:solidFill>
                        </a:rPr>
                        <a:t>Process_Step</a:t>
                      </a:r>
                      <a:r>
                        <a:rPr sz="800" b="1" dirty="0">
                          <a:solidFill>
                            <a:srgbClr val="006699"/>
                          </a:solidFill>
                        </a:rPr>
                        <a:t>, </a:t>
                      </a:r>
                      <a:r>
                        <a:rPr sz="800" b="1" dirty="0" err="1">
                          <a:solidFill>
                            <a:srgbClr val="006699"/>
                          </a:solidFill>
                        </a:rPr>
                        <a:t>Wait_Time_Metric</a:t>
                      </a:r>
                      <a:endParaRPr sz="800" b="1" dirty="0">
                        <a:solidFill>
                          <a:srgbClr val="006699"/>
                        </a:solidFill>
                      </a:endParaRPr>
                    </a:p>
                    <a:p>
                      <a:r>
                        <a:rPr sz="800" i="1" dirty="0">
                          <a:solidFill>
                            <a:srgbClr val="008040"/>
                          </a:solidFill>
                        </a:rPr>
                        <a:t>Pakistan: Branch queue management, ATM uptime correlation, mobile app crash analytics, RAAST transaction experience, complaint resolution SLA tracking per SBP guidelines</a:t>
                      </a:r>
                    </a:p>
                  </a:txBody>
                  <a:tcPr marL="46800" marR="4680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171450" marR="0" lvl="0" indent="-114300" algn="l" rtl="0">
                        <a:lnSpc>
                          <a:spcPct val="100000"/>
                        </a:lnSpc>
                        <a:spcBef>
                          <a:spcPts val="0"/>
                        </a:spcBef>
                        <a:spcAft>
                          <a:spcPts val="0"/>
                        </a:spcAft>
                        <a:buClr>
                          <a:schemeClr val="dk1"/>
                        </a:buClr>
                        <a:buSzPts val="900"/>
                        <a:buFont typeface="Arial"/>
                        <a:buNone/>
                      </a:pPr>
                      <a:endParaRPr sz="900" dirty="0">
                        <a:solidFill>
                          <a:schemeClr val="dk1"/>
                        </a:solidFill>
                        <a:latin typeface="Century Gothic"/>
                        <a:ea typeface="Century Gothic"/>
                        <a:cs typeface="Century Gothic"/>
                        <a:sym typeface="Century Gothic"/>
                      </a:endParaRPr>
                    </a:p>
                  </a:txBody>
                  <a:tcPr marL="46800" marR="4680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171450" marR="0" lvl="0" indent="-171450" algn="l" rtl="0">
                        <a:lnSpc>
                          <a:spcPct val="100000"/>
                        </a:lnSpc>
                        <a:spcBef>
                          <a:spcPts val="0"/>
                        </a:spcBef>
                        <a:spcAft>
                          <a:spcPts val="0"/>
                        </a:spcAft>
                        <a:buClr>
                          <a:schemeClr val="dk1"/>
                        </a:buClr>
                        <a:buSzPts val="900"/>
                        <a:buFont typeface="Arial"/>
                        <a:buChar char="•"/>
                      </a:pPr>
                      <a:r>
                        <a:rPr lang="en-GB" sz="900" dirty="0">
                          <a:solidFill>
                            <a:schemeClr val="dk1"/>
                          </a:solidFill>
                          <a:latin typeface="Century Gothic"/>
                          <a:ea typeface="Century Gothic"/>
                          <a:cs typeface="Century Gothic"/>
                          <a:sym typeface="Century Gothic"/>
                        </a:rPr>
                        <a:t>Increased customer engagement earlier in the relationship with the brand</a:t>
                      </a:r>
                      <a:endParaRPr dirty="0"/>
                    </a:p>
                    <a:p>
                      <a:pPr marL="171450" marR="0" lvl="0" indent="-171450" algn="l" rtl="0">
                        <a:lnSpc>
                          <a:spcPct val="100000"/>
                        </a:lnSpc>
                        <a:spcBef>
                          <a:spcPts val="0"/>
                        </a:spcBef>
                        <a:spcAft>
                          <a:spcPts val="0"/>
                        </a:spcAft>
                        <a:buClr>
                          <a:schemeClr val="dk1"/>
                        </a:buClr>
                        <a:buSzPts val="900"/>
                        <a:buFont typeface="Arial"/>
                        <a:buChar char="•"/>
                      </a:pPr>
                      <a:r>
                        <a:rPr lang="en-GB" sz="900" dirty="0">
                          <a:solidFill>
                            <a:schemeClr val="dk1"/>
                          </a:solidFill>
                          <a:latin typeface="Century Gothic"/>
                          <a:ea typeface="Century Gothic"/>
                          <a:cs typeface="Century Gothic"/>
                          <a:sym typeface="Century Gothic"/>
                        </a:rPr>
                        <a:t>Increased customer satisfaction and advocacy</a:t>
                      </a:r>
                      <a:endParaRPr dirty="0"/>
                    </a:p>
                    <a:p>
                      <a:pPr marL="171450" marR="0" lvl="0" indent="-171450" algn="l" rtl="0">
                        <a:lnSpc>
                          <a:spcPct val="100000"/>
                        </a:lnSpc>
                        <a:spcBef>
                          <a:spcPts val="0"/>
                        </a:spcBef>
                        <a:spcAft>
                          <a:spcPts val="0"/>
                        </a:spcAft>
                        <a:buClr>
                          <a:schemeClr val="dk1"/>
                        </a:buClr>
                        <a:buSzPts val="900"/>
                        <a:buFont typeface="Arial"/>
                        <a:buChar char="•"/>
                      </a:pPr>
                      <a:r>
                        <a:rPr lang="en-GB" sz="900" dirty="0">
                          <a:solidFill>
                            <a:schemeClr val="dk1"/>
                          </a:solidFill>
                          <a:latin typeface="Century Gothic"/>
                          <a:ea typeface="Century Gothic"/>
                          <a:cs typeface="Century Gothic"/>
                          <a:sym typeface="Century Gothic"/>
                        </a:rPr>
                        <a:t>Increased sales and higher cross sell rates</a:t>
                      </a:r>
                      <a:endParaRPr dirty="0"/>
                    </a:p>
                    <a:p>
                      <a:pPr marL="171450" marR="0" lvl="0" indent="-171450" algn="l" rtl="0">
                        <a:lnSpc>
                          <a:spcPct val="100000"/>
                        </a:lnSpc>
                        <a:spcBef>
                          <a:spcPts val="0"/>
                        </a:spcBef>
                        <a:spcAft>
                          <a:spcPts val="0"/>
                        </a:spcAft>
                        <a:buClr>
                          <a:schemeClr val="dk1"/>
                        </a:buClr>
                        <a:buSzPts val="900"/>
                        <a:buFont typeface="Arial"/>
                        <a:buChar char="•"/>
                      </a:pPr>
                      <a:r>
                        <a:rPr lang="en-GB" sz="900" dirty="0">
                          <a:solidFill>
                            <a:schemeClr val="dk1"/>
                          </a:solidFill>
                          <a:latin typeface="Century Gothic"/>
                          <a:ea typeface="Century Gothic"/>
                          <a:cs typeface="Century Gothic"/>
                          <a:sym typeface="Century Gothic"/>
                        </a:rPr>
                        <a:t>Improved retention, brand loyalty, and referrals</a:t>
                      </a:r>
                      <a:endParaRPr dirty="0"/>
                    </a:p>
                    <a:p>
                      <a:pPr marL="171450" marR="0" lvl="0" indent="-171450" algn="l" rtl="0">
                        <a:lnSpc>
                          <a:spcPct val="100000"/>
                        </a:lnSpc>
                        <a:spcBef>
                          <a:spcPts val="0"/>
                        </a:spcBef>
                        <a:spcAft>
                          <a:spcPts val="0"/>
                        </a:spcAft>
                        <a:buClr>
                          <a:schemeClr val="dk1"/>
                        </a:buClr>
                        <a:buSzPts val="900"/>
                        <a:buFont typeface="Arial"/>
                        <a:buChar char="•"/>
                      </a:pPr>
                      <a:r>
                        <a:rPr lang="en-GB" sz="900" dirty="0">
                          <a:solidFill>
                            <a:schemeClr val="dk1"/>
                          </a:solidFill>
                          <a:latin typeface="Century Gothic"/>
                          <a:ea typeface="Century Gothic"/>
                          <a:cs typeface="Century Gothic"/>
                          <a:sym typeface="Century Gothic"/>
                        </a:rPr>
                        <a:t>Better customer experience and lower cost to serve</a:t>
                      </a:r>
                      <a:endParaRPr dirty="0"/>
                    </a:p>
                    <a:p>
                      <a:pPr marL="171450" marR="0" lvl="0" indent="-171450" algn="l" rtl="0">
                        <a:lnSpc>
                          <a:spcPct val="100000"/>
                        </a:lnSpc>
                        <a:spcBef>
                          <a:spcPts val="0"/>
                        </a:spcBef>
                        <a:spcAft>
                          <a:spcPts val="0"/>
                        </a:spcAft>
                        <a:buClr>
                          <a:schemeClr val="dk1"/>
                        </a:buClr>
                        <a:buSzPts val="900"/>
                        <a:buFont typeface="Arial"/>
                        <a:buChar char="•"/>
                      </a:pPr>
                      <a:r>
                        <a:rPr lang="en-GB" sz="900" dirty="0">
                          <a:solidFill>
                            <a:schemeClr val="dk1"/>
                          </a:solidFill>
                          <a:latin typeface="Century Gothic"/>
                          <a:ea typeface="Century Gothic"/>
                          <a:cs typeface="Century Gothic"/>
                          <a:sym typeface="Century Gothic"/>
                        </a:rPr>
                        <a:t>Enhanced operational efficiency and profitability</a:t>
                      </a:r>
                      <a:endParaRPr sz="900" dirty="0">
                        <a:solidFill>
                          <a:schemeClr val="dk1"/>
                        </a:solidFill>
                        <a:latin typeface="Century Gothic"/>
                        <a:ea typeface="Century Gothic"/>
                        <a:cs typeface="Century Gothic"/>
                        <a:sym typeface="Century Gothic"/>
                      </a:endParaRPr>
                    </a:p>
                  </a:txBody>
                  <a:tcPr marL="46800" marR="4680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grpSp>
        <p:nvGrpSpPr>
          <p:cNvPr id="1484" name="Google Shape;1484;p98"/>
          <p:cNvGrpSpPr/>
          <p:nvPr/>
        </p:nvGrpSpPr>
        <p:grpSpPr>
          <a:xfrm>
            <a:off x="6681181" y="227746"/>
            <a:ext cx="2432605" cy="1508418"/>
            <a:chOff x="3241483" y="678377"/>
            <a:chExt cx="2432605" cy="1508418"/>
          </a:xfrm>
        </p:grpSpPr>
        <p:sp>
          <p:nvSpPr>
            <p:cNvPr id="1485" name="Google Shape;1485;p98"/>
            <p:cNvSpPr/>
            <p:nvPr/>
          </p:nvSpPr>
          <p:spPr>
            <a:xfrm>
              <a:off x="3241483" y="678377"/>
              <a:ext cx="2432605" cy="1508418"/>
            </a:xfrm>
            <a:prstGeom prst="rect">
              <a:avLst/>
            </a:prstGeom>
            <a:solidFill>
              <a:srgbClr val="FFFFFF"/>
            </a:solidFill>
            <a:ln w="22225" cap="flat" cmpd="sng">
              <a:solidFill>
                <a:srgbClr val="FFFFFF"/>
              </a:solidFill>
              <a:prstDash val="dot"/>
              <a:miter lim="800000"/>
              <a:headEnd type="none" w="sm" len="sm"/>
              <a:tailEnd type="none" w="sm" len="sm"/>
            </a:ln>
          </p:spPr>
          <p:txBody>
            <a:bodyPr spcFirstLastPara="1" wrap="square" lIns="36000" tIns="36000" rIns="36000" bIns="36000" anchor="t" anchorCtr="0">
              <a:noAutofit/>
            </a:bodyPr>
            <a:lstStyle/>
            <a:p>
              <a:pPr marL="0" marR="0" lvl="0" indent="0" algn="ctr" rtl="0">
                <a:lnSpc>
                  <a:spcPct val="95000"/>
                </a:lnSpc>
                <a:spcBef>
                  <a:spcPts val="0"/>
                </a:spcBef>
                <a:spcAft>
                  <a:spcPts val="0"/>
                </a:spcAft>
                <a:buClr>
                  <a:srgbClr val="FFFFFF"/>
                </a:buClr>
                <a:buSzPts val="1200"/>
                <a:buFont typeface="Century Gothic"/>
                <a:buNone/>
              </a:pPr>
              <a:br>
                <a:rPr lang="en-GB" sz="1200" b="1" i="0" u="none" strike="noStrike" cap="none">
                  <a:solidFill>
                    <a:srgbClr val="3C3C3B"/>
                  </a:solidFill>
                  <a:latin typeface="Century Gothic"/>
                  <a:ea typeface="Century Gothic"/>
                  <a:cs typeface="Century Gothic"/>
                  <a:sym typeface="Century Gothic"/>
                </a:rPr>
              </a:br>
              <a:endParaRPr sz="1200" b="1" i="0" u="none" strike="noStrike" cap="none">
                <a:solidFill>
                  <a:srgbClr val="3C3C3B"/>
                </a:solidFill>
                <a:latin typeface="Century Gothic"/>
                <a:ea typeface="Century Gothic"/>
                <a:cs typeface="Century Gothic"/>
                <a:sym typeface="Century Gothic"/>
              </a:endParaRPr>
            </a:p>
            <a:p>
              <a:pPr marL="0" marR="0" lvl="0" indent="0" algn="l" rtl="0">
                <a:lnSpc>
                  <a:spcPct val="95000"/>
                </a:lnSpc>
                <a:spcBef>
                  <a:spcPts val="0"/>
                </a:spcBef>
                <a:spcAft>
                  <a:spcPts val="0"/>
                </a:spcAft>
                <a:buClr>
                  <a:srgbClr val="FFFFFF"/>
                </a:buClr>
                <a:buSzPts val="1200"/>
                <a:buFont typeface="Century Gothic"/>
                <a:buNone/>
              </a:pPr>
              <a:br>
                <a:rPr lang="en-GB" sz="1200" b="1" i="0" u="none" strike="noStrike" cap="none">
                  <a:solidFill>
                    <a:srgbClr val="3C3C3B"/>
                  </a:solidFill>
                  <a:latin typeface="Century Gothic"/>
                  <a:ea typeface="Century Gothic"/>
                  <a:cs typeface="Century Gothic"/>
                  <a:sym typeface="Century Gothic"/>
                </a:rPr>
              </a:br>
              <a:endParaRPr sz="1000" b="1" i="0" u="none" strike="noStrike" cap="none">
                <a:solidFill>
                  <a:srgbClr val="3C3C3B"/>
                </a:solidFill>
                <a:latin typeface="Century Gothic"/>
                <a:ea typeface="Century Gothic"/>
                <a:cs typeface="Century Gothic"/>
                <a:sym typeface="Century Gothic"/>
              </a:endParaRPr>
            </a:p>
          </p:txBody>
        </p:sp>
        <p:grpSp>
          <p:nvGrpSpPr>
            <p:cNvPr id="1486" name="Google Shape;1486;p98"/>
            <p:cNvGrpSpPr/>
            <p:nvPr/>
          </p:nvGrpSpPr>
          <p:grpSpPr>
            <a:xfrm>
              <a:off x="3430680" y="814892"/>
              <a:ext cx="2230757" cy="1257815"/>
              <a:chOff x="6269745" y="1818918"/>
              <a:chExt cx="2825275" cy="1593033"/>
            </a:xfrm>
          </p:grpSpPr>
          <p:grpSp>
            <p:nvGrpSpPr>
              <p:cNvPr id="1487" name="Google Shape;1487;p98"/>
              <p:cNvGrpSpPr/>
              <p:nvPr/>
            </p:nvGrpSpPr>
            <p:grpSpPr>
              <a:xfrm>
                <a:off x="7216189" y="1999143"/>
                <a:ext cx="992955" cy="399680"/>
                <a:chOff x="1795630" y="3780481"/>
                <a:chExt cx="992955" cy="399680"/>
              </a:xfrm>
            </p:grpSpPr>
            <p:sp>
              <p:nvSpPr>
                <p:cNvPr id="1488" name="Google Shape;1488;p98"/>
                <p:cNvSpPr/>
                <p:nvPr/>
              </p:nvSpPr>
              <p:spPr>
                <a:xfrm>
                  <a:off x="1941288" y="3941602"/>
                  <a:ext cx="283523" cy="128647"/>
                </a:xfrm>
                <a:custGeom>
                  <a:avLst/>
                  <a:gdLst/>
                  <a:ahLst/>
                  <a:cxnLst/>
                  <a:rect l="l" t="t" r="r" b="b"/>
                  <a:pathLst>
                    <a:path w="246" h="111" extrusionOk="0">
                      <a:moveTo>
                        <a:pt x="225" y="0"/>
                      </a:moveTo>
                      <a:cubicBezTo>
                        <a:pt x="214" y="0"/>
                        <a:pt x="204" y="10"/>
                        <a:pt x="204" y="21"/>
                      </a:cubicBezTo>
                      <a:cubicBezTo>
                        <a:pt x="204" y="25"/>
                        <a:pt x="206" y="29"/>
                        <a:pt x="208" y="33"/>
                      </a:cubicBezTo>
                      <a:cubicBezTo>
                        <a:pt x="157" y="74"/>
                        <a:pt x="157" y="74"/>
                        <a:pt x="157" y="74"/>
                      </a:cubicBezTo>
                      <a:cubicBezTo>
                        <a:pt x="153" y="71"/>
                        <a:pt x="148" y="69"/>
                        <a:pt x="143" y="69"/>
                      </a:cubicBezTo>
                      <a:cubicBezTo>
                        <a:pt x="137" y="69"/>
                        <a:pt x="131" y="71"/>
                        <a:pt x="128" y="75"/>
                      </a:cubicBezTo>
                      <a:cubicBezTo>
                        <a:pt x="86" y="46"/>
                        <a:pt x="86" y="46"/>
                        <a:pt x="86" y="46"/>
                      </a:cubicBezTo>
                      <a:cubicBezTo>
                        <a:pt x="87" y="43"/>
                        <a:pt x="88" y="40"/>
                        <a:pt x="88" y="37"/>
                      </a:cubicBezTo>
                      <a:cubicBezTo>
                        <a:pt x="88" y="25"/>
                        <a:pt x="78" y="16"/>
                        <a:pt x="67" y="16"/>
                      </a:cubicBezTo>
                      <a:cubicBezTo>
                        <a:pt x="55" y="16"/>
                        <a:pt x="46" y="25"/>
                        <a:pt x="46" y="37"/>
                      </a:cubicBezTo>
                      <a:cubicBezTo>
                        <a:pt x="46" y="40"/>
                        <a:pt x="46" y="42"/>
                        <a:pt x="47" y="45"/>
                      </a:cubicBezTo>
                      <a:cubicBezTo>
                        <a:pt x="0" y="74"/>
                        <a:pt x="0" y="74"/>
                        <a:pt x="0" y="74"/>
                      </a:cubicBezTo>
                      <a:cubicBezTo>
                        <a:pt x="4" y="80"/>
                        <a:pt x="4" y="80"/>
                        <a:pt x="4" y="80"/>
                      </a:cubicBezTo>
                      <a:cubicBezTo>
                        <a:pt x="51" y="51"/>
                        <a:pt x="51" y="51"/>
                        <a:pt x="51" y="51"/>
                      </a:cubicBezTo>
                      <a:cubicBezTo>
                        <a:pt x="55" y="55"/>
                        <a:pt x="61" y="58"/>
                        <a:pt x="67" y="58"/>
                      </a:cubicBezTo>
                      <a:cubicBezTo>
                        <a:pt x="73" y="58"/>
                        <a:pt x="78" y="55"/>
                        <a:pt x="82" y="51"/>
                      </a:cubicBezTo>
                      <a:cubicBezTo>
                        <a:pt x="124" y="81"/>
                        <a:pt x="124" y="81"/>
                        <a:pt x="124" y="81"/>
                      </a:cubicBezTo>
                      <a:cubicBezTo>
                        <a:pt x="122" y="84"/>
                        <a:pt x="122" y="87"/>
                        <a:pt x="122" y="90"/>
                      </a:cubicBezTo>
                      <a:cubicBezTo>
                        <a:pt x="122" y="102"/>
                        <a:pt x="131" y="111"/>
                        <a:pt x="143" y="111"/>
                      </a:cubicBezTo>
                      <a:cubicBezTo>
                        <a:pt x="154" y="111"/>
                        <a:pt x="164" y="102"/>
                        <a:pt x="164" y="90"/>
                      </a:cubicBezTo>
                      <a:cubicBezTo>
                        <a:pt x="164" y="86"/>
                        <a:pt x="163" y="83"/>
                        <a:pt x="161" y="80"/>
                      </a:cubicBezTo>
                      <a:cubicBezTo>
                        <a:pt x="212" y="38"/>
                        <a:pt x="212" y="38"/>
                        <a:pt x="212" y="38"/>
                      </a:cubicBezTo>
                      <a:cubicBezTo>
                        <a:pt x="216" y="40"/>
                        <a:pt x="220" y="42"/>
                        <a:pt x="225" y="42"/>
                      </a:cubicBezTo>
                      <a:cubicBezTo>
                        <a:pt x="237" y="42"/>
                        <a:pt x="246" y="33"/>
                        <a:pt x="246" y="21"/>
                      </a:cubicBezTo>
                      <a:cubicBezTo>
                        <a:pt x="246" y="10"/>
                        <a:pt x="237" y="0"/>
                        <a:pt x="225" y="0"/>
                      </a:cubicBezTo>
                      <a:close/>
                    </a:path>
                  </a:pathLst>
                </a:custGeom>
                <a:solidFill>
                  <a:srgbClr val="CD391F">
                    <a:alpha val="69803"/>
                  </a:srgbClr>
                </a:solid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Century Gothic"/>
                    <a:buNone/>
                  </a:pPr>
                  <a:endParaRPr sz="1800" b="0" i="0" u="none" strike="noStrike" cap="none">
                    <a:solidFill>
                      <a:srgbClr val="3C3C3B"/>
                    </a:solidFill>
                    <a:latin typeface="Century Gothic"/>
                    <a:ea typeface="Century Gothic"/>
                    <a:cs typeface="Century Gothic"/>
                    <a:sym typeface="Century Gothic"/>
                  </a:endParaRPr>
                </a:p>
              </p:txBody>
            </p:sp>
            <p:sp>
              <p:nvSpPr>
                <p:cNvPr id="1489" name="Google Shape;1489;p98"/>
                <p:cNvSpPr/>
                <p:nvPr/>
              </p:nvSpPr>
              <p:spPr>
                <a:xfrm>
                  <a:off x="1795630" y="3780481"/>
                  <a:ext cx="992955" cy="399680"/>
                </a:xfrm>
                <a:custGeom>
                  <a:avLst/>
                  <a:gdLst/>
                  <a:ahLst/>
                  <a:cxnLst/>
                  <a:rect l="l" t="t" r="r" b="b"/>
                  <a:pathLst>
                    <a:path w="863" h="346" extrusionOk="0">
                      <a:moveTo>
                        <a:pt x="835" y="130"/>
                      </a:moveTo>
                      <a:cubicBezTo>
                        <a:pt x="814" y="55"/>
                        <a:pt x="739" y="0"/>
                        <a:pt x="651" y="0"/>
                      </a:cubicBezTo>
                      <a:cubicBezTo>
                        <a:pt x="592" y="0"/>
                        <a:pt x="540" y="24"/>
                        <a:pt x="505" y="61"/>
                      </a:cubicBezTo>
                      <a:cubicBezTo>
                        <a:pt x="505" y="61"/>
                        <a:pt x="470" y="90"/>
                        <a:pt x="431" y="90"/>
                      </a:cubicBezTo>
                      <a:cubicBezTo>
                        <a:pt x="393" y="90"/>
                        <a:pt x="358" y="61"/>
                        <a:pt x="358" y="61"/>
                      </a:cubicBezTo>
                      <a:cubicBezTo>
                        <a:pt x="323" y="24"/>
                        <a:pt x="271" y="0"/>
                        <a:pt x="212" y="0"/>
                      </a:cubicBezTo>
                      <a:cubicBezTo>
                        <a:pt x="123" y="0"/>
                        <a:pt x="49" y="55"/>
                        <a:pt x="28" y="130"/>
                      </a:cubicBezTo>
                      <a:cubicBezTo>
                        <a:pt x="0" y="130"/>
                        <a:pt x="0" y="130"/>
                        <a:pt x="0" y="130"/>
                      </a:cubicBezTo>
                      <a:cubicBezTo>
                        <a:pt x="0" y="215"/>
                        <a:pt x="0" y="215"/>
                        <a:pt x="0" y="215"/>
                      </a:cubicBezTo>
                      <a:cubicBezTo>
                        <a:pt x="28" y="215"/>
                        <a:pt x="28" y="215"/>
                        <a:pt x="28" y="215"/>
                      </a:cubicBezTo>
                      <a:cubicBezTo>
                        <a:pt x="49" y="290"/>
                        <a:pt x="123" y="346"/>
                        <a:pt x="212" y="346"/>
                      </a:cubicBezTo>
                      <a:cubicBezTo>
                        <a:pt x="289" y="346"/>
                        <a:pt x="355" y="305"/>
                        <a:pt x="385" y="246"/>
                      </a:cubicBezTo>
                      <a:cubicBezTo>
                        <a:pt x="400" y="217"/>
                        <a:pt x="430" y="212"/>
                        <a:pt x="431" y="211"/>
                      </a:cubicBezTo>
                      <a:cubicBezTo>
                        <a:pt x="433" y="212"/>
                        <a:pt x="463" y="217"/>
                        <a:pt x="478" y="246"/>
                      </a:cubicBezTo>
                      <a:cubicBezTo>
                        <a:pt x="508" y="305"/>
                        <a:pt x="574" y="346"/>
                        <a:pt x="651" y="346"/>
                      </a:cubicBezTo>
                      <a:cubicBezTo>
                        <a:pt x="739" y="346"/>
                        <a:pt x="814" y="290"/>
                        <a:pt x="835" y="215"/>
                      </a:cubicBezTo>
                      <a:cubicBezTo>
                        <a:pt x="863" y="215"/>
                        <a:pt x="863" y="215"/>
                        <a:pt x="863" y="215"/>
                      </a:cubicBezTo>
                      <a:cubicBezTo>
                        <a:pt x="863" y="130"/>
                        <a:pt x="863" y="130"/>
                        <a:pt x="863" y="130"/>
                      </a:cubicBezTo>
                      <a:lnTo>
                        <a:pt x="835" y="130"/>
                      </a:lnTo>
                      <a:close/>
                      <a:moveTo>
                        <a:pt x="212" y="309"/>
                      </a:moveTo>
                      <a:cubicBezTo>
                        <a:pt x="127" y="309"/>
                        <a:pt x="59" y="248"/>
                        <a:pt x="59" y="173"/>
                      </a:cubicBezTo>
                      <a:cubicBezTo>
                        <a:pt x="59" y="98"/>
                        <a:pt x="127" y="36"/>
                        <a:pt x="212" y="36"/>
                      </a:cubicBezTo>
                      <a:cubicBezTo>
                        <a:pt x="297" y="36"/>
                        <a:pt x="366" y="98"/>
                        <a:pt x="366" y="173"/>
                      </a:cubicBezTo>
                      <a:cubicBezTo>
                        <a:pt x="366" y="248"/>
                        <a:pt x="297" y="309"/>
                        <a:pt x="212" y="309"/>
                      </a:cubicBezTo>
                      <a:close/>
                      <a:moveTo>
                        <a:pt x="761" y="268"/>
                      </a:moveTo>
                      <a:cubicBezTo>
                        <a:pt x="761" y="111"/>
                        <a:pt x="761" y="111"/>
                        <a:pt x="761" y="111"/>
                      </a:cubicBezTo>
                      <a:cubicBezTo>
                        <a:pt x="703" y="111"/>
                        <a:pt x="703" y="111"/>
                        <a:pt x="703" y="111"/>
                      </a:cubicBezTo>
                      <a:cubicBezTo>
                        <a:pt x="703" y="301"/>
                        <a:pt x="703" y="301"/>
                        <a:pt x="703" y="301"/>
                      </a:cubicBezTo>
                      <a:cubicBezTo>
                        <a:pt x="696" y="304"/>
                        <a:pt x="688" y="306"/>
                        <a:pt x="680" y="307"/>
                      </a:cubicBezTo>
                      <a:cubicBezTo>
                        <a:pt x="680" y="165"/>
                        <a:pt x="680" y="165"/>
                        <a:pt x="680" y="165"/>
                      </a:cubicBezTo>
                      <a:cubicBezTo>
                        <a:pt x="622" y="165"/>
                        <a:pt x="622" y="165"/>
                        <a:pt x="622" y="165"/>
                      </a:cubicBezTo>
                      <a:cubicBezTo>
                        <a:pt x="622" y="307"/>
                        <a:pt x="622" y="307"/>
                        <a:pt x="622" y="307"/>
                      </a:cubicBezTo>
                      <a:cubicBezTo>
                        <a:pt x="614" y="306"/>
                        <a:pt x="606" y="304"/>
                        <a:pt x="598" y="301"/>
                      </a:cubicBezTo>
                      <a:cubicBezTo>
                        <a:pt x="598" y="235"/>
                        <a:pt x="598" y="235"/>
                        <a:pt x="598" y="235"/>
                      </a:cubicBezTo>
                      <a:cubicBezTo>
                        <a:pt x="541" y="235"/>
                        <a:pt x="541" y="235"/>
                        <a:pt x="541" y="235"/>
                      </a:cubicBezTo>
                      <a:cubicBezTo>
                        <a:pt x="541" y="269"/>
                        <a:pt x="541" y="269"/>
                        <a:pt x="541" y="269"/>
                      </a:cubicBezTo>
                      <a:cubicBezTo>
                        <a:pt x="514" y="244"/>
                        <a:pt x="497" y="210"/>
                        <a:pt x="497" y="173"/>
                      </a:cubicBezTo>
                      <a:cubicBezTo>
                        <a:pt x="497" y="98"/>
                        <a:pt x="566" y="36"/>
                        <a:pt x="651" y="36"/>
                      </a:cubicBezTo>
                      <a:cubicBezTo>
                        <a:pt x="736" y="36"/>
                        <a:pt x="804" y="98"/>
                        <a:pt x="804" y="173"/>
                      </a:cubicBezTo>
                      <a:cubicBezTo>
                        <a:pt x="804" y="210"/>
                        <a:pt x="788" y="244"/>
                        <a:pt x="761" y="268"/>
                      </a:cubicBezTo>
                      <a:close/>
                    </a:path>
                  </a:pathLst>
                </a:custGeom>
                <a:solidFill>
                  <a:srgbClr val="CD391F">
                    <a:alpha val="69803"/>
                  </a:srgbClr>
                </a:solid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Century Gothic"/>
                    <a:buNone/>
                  </a:pPr>
                  <a:endParaRPr sz="1800" b="0" i="0" u="none" strike="noStrike" cap="none">
                    <a:solidFill>
                      <a:srgbClr val="3C3C3B"/>
                    </a:solidFill>
                    <a:latin typeface="Century Gothic"/>
                    <a:ea typeface="Century Gothic"/>
                    <a:cs typeface="Century Gothic"/>
                    <a:sym typeface="Century Gothic"/>
                  </a:endParaRPr>
                </a:p>
              </p:txBody>
            </p:sp>
          </p:grpSp>
          <p:grpSp>
            <p:nvGrpSpPr>
              <p:cNvPr id="1490" name="Google Shape;1490;p98"/>
              <p:cNvGrpSpPr/>
              <p:nvPr/>
            </p:nvGrpSpPr>
            <p:grpSpPr>
              <a:xfrm>
                <a:off x="8395782" y="1818918"/>
                <a:ext cx="582035" cy="745654"/>
                <a:chOff x="6632575" y="6389688"/>
                <a:chExt cx="739775" cy="947737"/>
              </a:xfrm>
            </p:grpSpPr>
            <p:sp>
              <p:nvSpPr>
                <p:cNvPr id="1491" name="Google Shape;1491;p98"/>
                <p:cNvSpPr/>
                <p:nvPr/>
              </p:nvSpPr>
              <p:spPr>
                <a:xfrm>
                  <a:off x="6632575" y="6389688"/>
                  <a:ext cx="739775" cy="947737"/>
                </a:xfrm>
                <a:custGeom>
                  <a:avLst/>
                  <a:gdLst/>
                  <a:ahLst/>
                  <a:cxnLst/>
                  <a:rect l="l" t="t" r="r" b="b"/>
                  <a:pathLst>
                    <a:path w="613" h="784" extrusionOk="0">
                      <a:moveTo>
                        <a:pt x="307" y="784"/>
                      </a:moveTo>
                      <a:cubicBezTo>
                        <a:pt x="158" y="784"/>
                        <a:pt x="0" y="746"/>
                        <a:pt x="0" y="675"/>
                      </a:cubicBezTo>
                      <a:cubicBezTo>
                        <a:pt x="0" y="109"/>
                        <a:pt x="0" y="109"/>
                        <a:pt x="0" y="109"/>
                      </a:cubicBezTo>
                      <a:cubicBezTo>
                        <a:pt x="0" y="38"/>
                        <a:pt x="158" y="0"/>
                        <a:pt x="307" y="0"/>
                      </a:cubicBezTo>
                      <a:cubicBezTo>
                        <a:pt x="455" y="0"/>
                        <a:pt x="613" y="38"/>
                        <a:pt x="613" y="109"/>
                      </a:cubicBezTo>
                      <a:cubicBezTo>
                        <a:pt x="613" y="675"/>
                        <a:pt x="613" y="675"/>
                        <a:pt x="613" y="675"/>
                      </a:cubicBezTo>
                      <a:cubicBezTo>
                        <a:pt x="613" y="746"/>
                        <a:pt x="455" y="784"/>
                        <a:pt x="307" y="784"/>
                      </a:cubicBezTo>
                      <a:close/>
                      <a:moveTo>
                        <a:pt x="307" y="26"/>
                      </a:moveTo>
                      <a:cubicBezTo>
                        <a:pt x="230" y="26"/>
                        <a:pt x="157" y="36"/>
                        <a:pt x="103" y="54"/>
                      </a:cubicBezTo>
                      <a:cubicBezTo>
                        <a:pt x="55" y="69"/>
                        <a:pt x="27" y="90"/>
                        <a:pt x="27" y="109"/>
                      </a:cubicBezTo>
                      <a:cubicBezTo>
                        <a:pt x="27" y="675"/>
                        <a:pt x="27" y="675"/>
                        <a:pt x="27" y="675"/>
                      </a:cubicBezTo>
                      <a:cubicBezTo>
                        <a:pt x="27" y="693"/>
                        <a:pt x="55" y="714"/>
                        <a:pt x="103" y="730"/>
                      </a:cubicBezTo>
                      <a:cubicBezTo>
                        <a:pt x="157" y="747"/>
                        <a:pt x="230" y="757"/>
                        <a:pt x="307" y="757"/>
                      </a:cubicBezTo>
                      <a:cubicBezTo>
                        <a:pt x="384" y="757"/>
                        <a:pt x="456" y="747"/>
                        <a:pt x="510" y="730"/>
                      </a:cubicBezTo>
                      <a:cubicBezTo>
                        <a:pt x="558" y="714"/>
                        <a:pt x="587" y="693"/>
                        <a:pt x="587" y="675"/>
                      </a:cubicBezTo>
                      <a:cubicBezTo>
                        <a:pt x="587" y="109"/>
                        <a:pt x="587" y="109"/>
                        <a:pt x="587" y="109"/>
                      </a:cubicBezTo>
                      <a:cubicBezTo>
                        <a:pt x="587" y="90"/>
                        <a:pt x="558" y="69"/>
                        <a:pt x="510" y="54"/>
                      </a:cubicBezTo>
                      <a:cubicBezTo>
                        <a:pt x="456" y="36"/>
                        <a:pt x="384" y="26"/>
                        <a:pt x="307" y="26"/>
                      </a:cubicBezTo>
                      <a:close/>
                    </a:path>
                  </a:pathLst>
                </a:custGeom>
                <a:solidFill>
                  <a:srgbClr val="CD391F">
                    <a:alpha val="69803"/>
                  </a:srgbClr>
                </a:solid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Century Gothic"/>
                    <a:buNone/>
                  </a:pPr>
                  <a:endParaRPr sz="1800" b="0" i="0" u="none" strike="noStrike" cap="none">
                    <a:solidFill>
                      <a:srgbClr val="3C3C3B"/>
                    </a:solidFill>
                    <a:latin typeface="Century Gothic"/>
                    <a:ea typeface="Century Gothic"/>
                    <a:cs typeface="Century Gothic"/>
                    <a:sym typeface="Century Gothic"/>
                  </a:endParaRPr>
                </a:p>
              </p:txBody>
            </p:sp>
            <p:sp>
              <p:nvSpPr>
                <p:cNvPr id="1492" name="Google Shape;1492;p98"/>
                <p:cNvSpPr/>
                <p:nvPr/>
              </p:nvSpPr>
              <p:spPr>
                <a:xfrm>
                  <a:off x="6732588" y="6604000"/>
                  <a:ext cx="530225" cy="509587"/>
                </a:xfrm>
                <a:custGeom>
                  <a:avLst/>
                  <a:gdLst/>
                  <a:ahLst/>
                  <a:cxnLst/>
                  <a:rect l="l" t="t" r="r" b="b"/>
                  <a:pathLst>
                    <a:path w="439" h="422" extrusionOk="0">
                      <a:moveTo>
                        <a:pt x="408" y="140"/>
                      </a:moveTo>
                      <a:cubicBezTo>
                        <a:pt x="391" y="140"/>
                        <a:pt x="377" y="154"/>
                        <a:pt x="377" y="171"/>
                      </a:cubicBezTo>
                      <a:cubicBezTo>
                        <a:pt x="377" y="173"/>
                        <a:pt x="378" y="174"/>
                        <a:pt x="378" y="176"/>
                      </a:cubicBezTo>
                      <a:cubicBezTo>
                        <a:pt x="272" y="217"/>
                        <a:pt x="272" y="217"/>
                        <a:pt x="272" y="217"/>
                      </a:cubicBezTo>
                      <a:cubicBezTo>
                        <a:pt x="259" y="193"/>
                        <a:pt x="234" y="176"/>
                        <a:pt x="205" y="175"/>
                      </a:cubicBezTo>
                      <a:cubicBezTo>
                        <a:pt x="201" y="119"/>
                        <a:pt x="201" y="119"/>
                        <a:pt x="201" y="119"/>
                      </a:cubicBezTo>
                      <a:cubicBezTo>
                        <a:pt x="229" y="114"/>
                        <a:pt x="250" y="90"/>
                        <a:pt x="250" y="60"/>
                      </a:cubicBezTo>
                      <a:cubicBezTo>
                        <a:pt x="250" y="27"/>
                        <a:pt x="223" y="0"/>
                        <a:pt x="190" y="0"/>
                      </a:cubicBezTo>
                      <a:cubicBezTo>
                        <a:pt x="157" y="0"/>
                        <a:pt x="130" y="27"/>
                        <a:pt x="130" y="60"/>
                      </a:cubicBezTo>
                      <a:cubicBezTo>
                        <a:pt x="130" y="68"/>
                        <a:pt x="132" y="75"/>
                        <a:pt x="134" y="82"/>
                      </a:cubicBezTo>
                      <a:cubicBezTo>
                        <a:pt x="55" y="123"/>
                        <a:pt x="55" y="123"/>
                        <a:pt x="55" y="123"/>
                      </a:cubicBezTo>
                      <a:cubicBezTo>
                        <a:pt x="49" y="116"/>
                        <a:pt x="41" y="112"/>
                        <a:pt x="31" y="112"/>
                      </a:cubicBezTo>
                      <a:cubicBezTo>
                        <a:pt x="14" y="112"/>
                        <a:pt x="0" y="125"/>
                        <a:pt x="0" y="142"/>
                      </a:cubicBezTo>
                      <a:cubicBezTo>
                        <a:pt x="0" y="160"/>
                        <a:pt x="14" y="173"/>
                        <a:pt x="31" y="173"/>
                      </a:cubicBezTo>
                      <a:cubicBezTo>
                        <a:pt x="48" y="173"/>
                        <a:pt x="62" y="160"/>
                        <a:pt x="62" y="142"/>
                      </a:cubicBezTo>
                      <a:cubicBezTo>
                        <a:pt x="62" y="140"/>
                        <a:pt x="62" y="137"/>
                        <a:pt x="61" y="135"/>
                      </a:cubicBezTo>
                      <a:cubicBezTo>
                        <a:pt x="140" y="94"/>
                        <a:pt x="140" y="94"/>
                        <a:pt x="140" y="94"/>
                      </a:cubicBezTo>
                      <a:cubicBezTo>
                        <a:pt x="151" y="109"/>
                        <a:pt x="168" y="119"/>
                        <a:pt x="188" y="120"/>
                      </a:cubicBezTo>
                      <a:cubicBezTo>
                        <a:pt x="192" y="176"/>
                        <a:pt x="192" y="176"/>
                        <a:pt x="192" y="176"/>
                      </a:cubicBezTo>
                      <a:cubicBezTo>
                        <a:pt x="156" y="182"/>
                        <a:pt x="128" y="213"/>
                        <a:pt x="128" y="251"/>
                      </a:cubicBezTo>
                      <a:cubicBezTo>
                        <a:pt x="128" y="293"/>
                        <a:pt x="162" y="327"/>
                        <a:pt x="204" y="327"/>
                      </a:cubicBezTo>
                      <a:cubicBezTo>
                        <a:pt x="225" y="327"/>
                        <a:pt x="244" y="318"/>
                        <a:pt x="258" y="304"/>
                      </a:cubicBezTo>
                      <a:cubicBezTo>
                        <a:pt x="321" y="356"/>
                        <a:pt x="321" y="356"/>
                        <a:pt x="321" y="356"/>
                      </a:cubicBezTo>
                      <a:cubicBezTo>
                        <a:pt x="317" y="362"/>
                        <a:pt x="315" y="370"/>
                        <a:pt x="315" y="378"/>
                      </a:cubicBezTo>
                      <a:cubicBezTo>
                        <a:pt x="315" y="402"/>
                        <a:pt x="334" y="422"/>
                        <a:pt x="358" y="422"/>
                      </a:cubicBezTo>
                      <a:cubicBezTo>
                        <a:pt x="382" y="422"/>
                        <a:pt x="402" y="402"/>
                        <a:pt x="402" y="378"/>
                      </a:cubicBezTo>
                      <a:cubicBezTo>
                        <a:pt x="402" y="354"/>
                        <a:pt x="382" y="335"/>
                        <a:pt x="358" y="335"/>
                      </a:cubicBezTo>
                      <a:cubicBezTo>
                        <a:pt x="347" y="335"/>
                        <a:pt x="337" y="339"/>
                        <a:pt x="329" y="346"/>
                      </a:cubicBezTo>
                      <a:cubicBezTo>
                        <a:pt x="266" y="294"/>
                        <a:pt x="266" y="294"/>
                        <a:pt x="266" y="294"/>
                      </a:cubicBezTo>
                      <a:cubicBezTo>
                        <a:pt x="275" y="282"/>
                        <a:pt x="280" y="267"/>
                        <a:pt x="280" y="251"/>
                      </a:cubicBezTo>
                      <a:cubicBezTo>
                        <a:pt x="280" y="244"/>
                        <a:pt x="279" y="237"/>
                        <a:pt x="277" y="230"/>
                      </a:cubicBezTo>
                      <a:cubicBezTo>
                        <a:pt x="383" y="188"/>
                        <a:pt x="383" y="188"/>
                        <a:pt x="383" y="188"/>
                      </a:cubicBezTo>
                      <a:cubicBezTo>
                        <a:pt x="388" y="197"/>
                        <a:pt x="398" y="202"/>
                        <a:pt x="408" y="202"/>
                      </a:cubicBezTo>
                      <a:cubicBezTo>
                        <a:pt x="425" y="202"/>
                        <a:pt x="439" y="188"/>
                        <a:pt x="439" y="171"/>
                      </a:cubicBezTo>
                      <a:cubicBezTo>
                        <a:pt x="439" y="154"/>
                        <a:pt x="425" y="140"/>
                        <a:pt x="408" y="140"/>
                      </a:cubicBezTo>
                      <a:close/>
                    </a:path>
                  </a:pathLst>
                </a:custGeom>
                <a:solidFill>
                  <a:srgbClr val="CD391F">
                    <a:alpha val="69803"/>
                  </a:srgbClr>
                </a:solid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Century Gothic"/>
                    <a:buNone/>
                  </a:pPr>
                  <a:endParaRPr sz="1800" b="0" i="0" u="none" strike="noStrike" cap="none">
                    <a:solidFill>
                      <a:srgbClr val="3C3C3B"/>
                    </a:solidFill>
                    <a:latin typeface="Century Gothic"/>
                    <a:ea typeface="Century Gothic"/>
                    <a:cs typeface="Century Gothic"/>
                    <a:sym typeface="Century Gothic"/>
                  </a:endParaRPr>
                </a:p>
              </p:txBody>
            </p:sp>
          </p:grpSp>
          <p:sp>
            <p:nvSpPr>
              <p:cNvPr id="1493" name="Google Shape;1493;p98"/>
              <p:cNvSpPr/>
              <p:nvPr/>
            </p:nvSpPr>
            <p:spPr>
              <a:xfrm>
                <a:off x="8278580" y="2640132"/>
                <a:ext cx="816440" cy="751329"/>
              </a:xfrm>
              <a:custGeom>
                <a:avLst/>
                <a:gdLst/>
                <a:ahLst/>
                <a:cxnLst/>
                <a:rect l="l" t="t" r="r" b="b"/>
                <a:pathLst>
                  <a:path w="805" h="733" extrusionOk="0">
                    <a:moveTo>
                      <a:pt x="456" y="617"/>
                    </a:moveTo>
                    <a:cubicBezTo>
                      <a:pt x="415" y="635"/>
                      <a:pt x="371" y="645"/>
                      <a:pt x="323" y="645"/>
                    </a:cubicBezTo>
                    <a:cubicBezTo>
                      <a:pt x="145" y="645"/>
                      <a:pt x="0" y="501"/>
                      <a:pt x="0" y="323"/>
                    </a:cubicBezTo>
                    <a:cubicBezTo>
                      <a:pt x="0" y="145"/>
                      <a:pt x="145" y="0"/>
                      <a:pt x="323" y="0"/>
                    </a:cubicBezTo>
                    <a:cubicBezTo>
                      <a:pt x="501" y="0"/>
                      <a:pt x="646" y="145"/>
                      <a:pt x="646" y="323"/>
                    </a:cubicBezTo>
                    <a:cubicBezTo>
                      <a:pt x="646" y="341"/>
                      <a:pt x="644" y="359"/>
                      <a:pt x="641" y="377"/>
                    </a:cubicBezTo>
                    <a:cubicBezTo>
                      <a:pt x="639" y="377"/>
                      <a:pt x="637" y="376"/>
                      <a:pt x="635" y="376"/>
                    </a:cubicBezTo>
                    <a:cubicBezTo>
                      <a:pt x="559" y="376"/>
                      <a:pt x="494" y="422"/>
                      <a:pt x="464" y="487"/>
                    </a:cubicBezTo>
                    <a:cubicBezTo>
                      <a:pt x="418" y="388"/>
                      <a:pt x="418" y="388"/>
                      <a:pt x="418" y="388"/>
                    </a:cubicBezTo>
                    <a:cubicBezTo>
                      <a:pt x="414" y="378"/>
                      <a:pt x="407" y="368"/>
                      <a:pt x="399" y="359"/>
                    </a:cubicBezTo>
                    <a:cubicBezTo>
                      <a:pt x="391" y="350"/>
                      <a:pt x="383" y="344"/>
                      <a:pt x="375" y="341"/>
                    </a:cubicBezTo>
                    <a:cubicBezTo>
                      <a:pt x="375" y="340"/>
                      <a:pt x="375" y="340"/>
                      <a:pt x="375" y="340"/>
                    </a:cubicBezTo>
                    <a:cubicBezTo>
                      <a:pt x="401" y="333"/>
                      <a:pt x="422" y="321"/>
                      <a:pt x="436" y="303"/>
                    </a:cubicBezTo>
                    <a:cubicBezTo>
                      <a:pt x="451" y="284"/>
                      <a:pt x="458" y="262"/>
                      <a:pt x="458" y="236"/>
                    </a:cubicBezTo>
                    <a:cubicBezTo>
                      <a:pt x="458" y="204"/>
                      <a:pt x="448" y="179"/>
                      <a:pt x="426" y="161"/>
                    </a:cubicBezTo>
                    <a:cubicBezTo>
                      <a:pt x="404" y="143"/>
                      <a:pt x="373" y="134"/>
                      <a:pt x="334" y="134"/>
                    </a:cubicBezTo>
                    <a:cubicBezTo>
                      <a:pt x="212" y="134"/>
                      <a:pt x="212" y="134"/>
                      <a:pt x="212" y="134"/>
                    </a:cubicBezTo>
                    <a:cubicBezTo>
                      <a:pt x="212" y="511"/>
                      <a:pt x="212" y="511"/>
                      <a:pt x="212" y="511"/>
                    </a:cubicBezTo>
                    <a:cubicBezTo>
                      <a:pt x="275" y="511"/>
                      <a:pt x="275" y="511"/>
                      <a:pt x="275" y="511"/>
                    </a:cubicBezTo>
                    <a:cubicBezTo>
                      <a:pt x="275" y="358"/>
                      <a:pt x="275" y="358"/>
                      <a:pt x="275" y="358"/>
                    </a:cubicBezTo>
                    <a:cubicBezTo>
                      <a:pt x="304" y="358"/>
                      <a:pt x="304" y="358"/>
                      <a:pt x="304" y="358"/>
                    </a:cubicBezTo>
                    <a:cubicBezTo>
                      <a:pt x="326" y="358"/>
                      <a:pt x="343" y="373"/>
                      <a:pt x="355" y="402"/>
                    </a:cubicBezTo>
                    <a:cubicBezTo>
                      <a:pt x="401" y="511"/>
                      <a:pt x="401" y="511"/>
                      <a:pt x="401" y="511"/>
                    </a:cubicBezTo>
                    <a:cubicBezTo>
                      <a:pt x="456" y="511"/>
                      <a:pt x="456" y="511"/>
                      <a:pt x="456" y="511"/>
                    </a:cubicBezTo>
                    <a:cubicBezTo>
                      <a:pt x="451" y="528"/>
                      <a:pt x="448" y="545"/>
                      <a:pt x="448" y="563"/>
                    </a:cubicBezTo>
                    <a:cubicBezTo>
                      <a:pt x="448" y="582"/>
                      <a:pt x="451" y="600"/>
                      <a:pt x="456" y="617"/>
                    </a:cubicBezTo>
                    <a:moveTo>
                      <a:pt x="375" y="201"/>
                    </a:moveTo>
                    <a:cubicBezTo>
                      <a:pt x="363" y="191"/>
                      <a:pt x="346" y="186"/>
                      <a:pt x="325" y="186"/>
                    </a:cubicBezTo>
                    <a:cubicBezTo>
                      <a:pt x="275" y="186"/>
                      <a:pt x="275" y="186"/>
                      <a:pt x="275" y="186"/>
                    </a:cubicBezTo>
                    <a:cubicBezTo>
                      <a:pt x="275" y="306"/>
                      <a:pt x="275" y="306"/>
                      <a:pt x="275" y="306"/>
                    </a:cubicBezTo>
                    <a:cubicBezTo>
                      <a:pt x="324" y="306"/>
                      <a:pt x="324" y="306"/>
                      <a:pt x="324" y="306"/>
                    </a:cubicBezTo>
                    <a:cubicBezTo>
                      <a:pt x="344" y="306"/>
                      <a:pt x="360" y="300"/>
                      <a:pt x="373" y="288"/>
                    </a:cubicBezTo>
                    <a:cubicBezTo>
                      <a:pt x="386" y="276"/>
                      <a:pt x="393" y="261"/>
                      <a:pt x="393" y="242"/>
                    </a:cubicBezTo>
                    <a:cubicBezTo>
                      <a:pt x="393" y="224"/>
                      <a:pt x="387" y="211"/>
                      <a:pt x="375" y="201"/>
                    </a:cubicBezTo>
                    <a:close/>
                    <a:moveTo>
                      <a:pt x="805" y="563"/>
                    </a:moveTo>
                    <a:cubicBezTo>
                      <a:pt x="805" y="657"/>
                      <a:pt x="729" y="733"/>
                      <a:pt x="635" y="733"/>
                    </a:cubicBezTo>
                    <a:cubicBezTo>
                      <a:pt x="541" y="733"/>
                      <a:pt x="465" y="657"/>
                      <a:pt x="465" y="563"/>
                    </a:cubicBezTo>
                    <a:cubicBezTo>
                      <a:pt x="465" y="470"/>
                      <a:pt x="541" y="393"/>
                      <a:pt x="635" y="393"/>
                    </a:cubicBezTo>
                    <a:cubicBezTo>
                      <a:pt x="729" y="393"/>
                      <a:pt x="805" y="470"/>
                      <a:pt x="805" y="563"/>
                    </a:cubicBezTo>
                    <a:close/>
                    <a:moveTo>
                      <a:pt x="772" y="563"/>
                    </a:moveTo>
                    <a:cubicBezTo>
                      <a:pt x="772" y="488"/>
                      <a:pt x="710" y="427"/>
                      <a:pt x="635" y="427"/>
                    </a:cubicBezTo>
                    <a:cubicBezTo>
                      <a:pt x="560" y="427"/>
                      <a:pt x="499" y="488"/>
                      <a:pt x="499" y="563"/>
                    </a:cubicBezTo>
                    <a:cubicBezTo>
                      <a:pt x="499" y="639"/>
                      <a:pt x="560" y="700"/>
                      <a:pt x="635" y="700"/>
                    </a:cubicBezTo>
                    <a:cubicBezTo>
                      <a:pt x="710" y="700"/>
                      <a:pt x="772" y="639"/>
                      <a:pt x="772" y="563"/>
                    </a:cubicBezTo>
                    <a:close/>
                    <a:moveTo>
                      <a:pt x="600" y="616"/>
                    </a:moveTo>
                    <a:cubicBezTo>
                      <a:pt x="600" y="596"/>
                      <a:pt x="600" y="596"/>
                      <a:pt x="600" y="596"/>
                    </a:cubicBezTo>
                    <a:cubicBezTo>
                      <a:pt x="542" y="566"/>
                      <a:pt x="542" y="566"/>
                      <a:pt x="542" y="566"/>
                    </a:cubicBezTo>
                    <a:cubicBezTo>
                      <a:pt x="542" y="565"/>
                      <a:pt x="542" y="565"/>
                      <a:pt x="542" y="565"/>
                    </a:cubicBezTo>
                    <a:cubicBezTo>
                      <a:pt x="600" y="532"/>
                      <a:pt x="600" y="532"/>
                      <a:pt x="600" y="532"/>
                    </a:cubicBezTo>
                    <a:cubicBezTo>
                      <a:pt x="600" y="513"/>
                      <a:pt x="600" y="513"/>
                      <a:pt x="600" y="513"/>
                    </a:cubicBezTo>
                    <a:cubicBezTo>
                      <a:pt x="519" y="561"/>
                      <a:pt x="519" y="561"/>
                      <a:pt x="519" y="561"/>
                    </a:cubicBezTo>
                    <a:cubicBezTo>
                      <a:pt x="519" y="572"/>
                      <a:pt x="519" y="572"/>
                      <a:pt x="519" y="572"/>
                    </a:cubicBezTo>
                    <a:lnTo>
                      <a:pt x="600" y="616"/>
                    </a:lnTo>
                    <a:close/>
                    <a:moveTo>
                      <a:pt x="677" y="479"/>
                    </a:moveTo>
                    <a:cubicBezTo>
                      <a:pt x="657" y="479"/>
                      <a:pt x="657" y="479"/>
                      <a:pt x="657" y="479"/>
                    </a:cubicBezTo>
                    <a:cubicBezTo>
                      <a:pt x="595" y="650"/>
                      <a:pt x="595" y="650"/>
                      <a:pt x="595" y="650"/>
                    </a:cubicBezTo>
                    <a:cubicBezTo>
                      <a:pt x="614" y="650"/>
                      <a:pt x="614" y="650"/>
                      <a:pt x="614" y="650"/>
                    </a:cubicBezTo>
                    <a:lnTo>
                      <a:pt x="677" y="479"/>
                    </a:lnTo>
                    <a:close/>
                    <a:moveTo>
                      <a:pt x="754" y="571"/>
                    </a:moveTo>
                    <a:cubicBezTo>
                      <a:pt x="754" y="560"/>
                      <a:pt x="754" y="560"/>
                      <a:pt x="754" y="560"/>
                    </a:cubicBezTo>
                    <a:cubicBezTo>
                      <a:pt x="673" y="512"/>
                      <a:pt x="673" y="512"/>
                      <a:pt x="673" y="512"/>
                    </a:cubicBezTo>
                    <a:cubicBezTo>
                      <a:pt x="673" y="532"/>
                      <a:pt x="673" y="532"/>
                      <a:pt x="673" y="532"/>
                    </a:cubicBezTo>
                    <a:cubicBezTo>
                      <a:pt x="732" y="565"/>
                      <a:pt x="732" y="565"/>
                      <a:pt x="732" y="565"/>
                    </a:cubicBezTo>
                    <a:cubicBezTo>
                      <a:pt x="732" y="566"/>
                      <a:pt x="732" y="566"/>
                      <a:pt x="732" y="566"/>
                    </a:cubicBezTo>
                    <a:cubicBezTo>
                      <a:pt x="673" y="595"/>
                      <a:pt x="673" y="595"/>
                      <a:pt x="673" y="595"/>
                    </a:cubicBezTo>
                    <a:cubicBezTo>
                      <a:pt x="673" y="615"/>
                      <a:pt x="673" y="615"/>
                      <a:pt x="673" y="615"/>
                    </a:cubicBezTo>
                    <a:lnTo>
                      <a:pt x="754" y="571"/>
                    </a:lnTo>
                    <a:close/>
                  </a:path>
                </a:pathLst>
              </a:custGeom>
              <a:solidFill>
                <a:srgbClr val="CD391F">
                  <a:alpha val="69803"/>
                </a:srgb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Century Gothic"/>
                  <a:buNone/>
                </a:pPr>
                <a:endParaRPr sz="1800" b="0" i="0" u="none" strike="noStrike" cap="none">
                  <a:solidFill>
                    <a:srgbClr val="3C3C3B"/>
                  </a:solidFill>
                  <a:latin typeface="Century Gothic"/>
                  <a:ea typeface="Century Gothic"/>
                  <a:cs typeface="Century Gothic"/>
                  <a:sym typeface="Century Gothic"/>
                </a:endParaRPr>
              </a:p>
            </p:txBody>
          </p:sp>
          <p:sp>
            <p:nvSpPr>
              <p:cNvPr id="1494" name="Google Shape;1494;p98"/>
              <p:cNvSpPr/>
              <p:nvPr/>
            </p:nvSpPr>
            <p:spPr>
              <a:xfrm>
                <a:off x="6269745" y="2637237"/>
                <a:ext cx="774716" cy="774714"/>
              </a:xfrm>
              <a:custGeom>
                <a:avLst/>
                <a:gdLst/>
                <a:ahLst/>
                <a:cxnLst/>
                <a:rect l="l" t="t" r="r" b="b"/>
                <a:pathLst>
                  <a:path w="568" h="568" extrusionOk="0">
                    <a:moveTo>
                      <a:pt x="284" y="0"/>
                    </a:moveTo>
                    <a:cubicBezTo>
                      <a:pt x="128" y="0"/>
                      <a:pt x="0" y="128"/>
                      <a:pt x="0" y="284"/>
                    </a:cubicBezTo>
                    <a:cubicBezTo>
                      <a:pt x="0" y="440"/>
                      <a:pt x="128" y="568"/>
                      <a:pt x="284" y="568"/>
                    </a:cubicBezTo>
                    <a:cubicBezTo>
                      <a:pt x="440" y="568"/>
                      <a:pt x="568" y="440"/>
                      <a:pt x="568" y="284"/>
                    </a:cubicBezTo>
                    <a:cubicBezTo>
                      <a:pt x="568" y="128"/>
                      <a:pt x="440" y="0"/>
                      <a:pt x="284" y="0"/>
                    </a:cubicBezTo>
                    <a:close/>
                    <a:moveTo>
                      <a:pt x="538" y="200"/>
                    </a:moveTo>
                    <a:cubicBezTo>
                      <a:pt x="522" y="203"/>
                      <a:pt x="482" y="210"/>
                      <a:pt x="430" y="228"/>
                    </a:cubicBezTo>
                    <a:cubicBezTo>
                      <a:pt x="422" y="213"/>
                      <a:pt x="406" y="204"/>
                      <a:pt x="389" y="204"/>
                    </a:cubicBezTo>
                    <a:cubicBezTo>
                      <a:pt x="382" y="204"/>
                      <a:pt x="375" y="206"/>
                      <a:pt x="369" y="208"/>
                    </a:cubicBezTo>
                    <a:cubicBezTo>
                      <a:pt x="347" y="182"/>
                      <a:pt x="320" y="161"/>
                      <a:pt x="293" y="144"/>
                    </a:cubicBezTo>
                    <a:cubicBezTo>
                      <a:pt x="295" y="139"/>
                      <a:pt x="296" y="134"/>
                      <a:pt x="296" y="128"/>
                    </a:cubicBezTo>
                    <a:cubicBezTo>
                      <a:pt x="296" y="112"/>
                      <a:pt x="288" y="97"/>
                      <a:pt x="275" y="89"/>
                    </a:cubicBezTo>
                    <a:cubicBezTo>
                      <a:pt x="296" y="53"/>
                      <a:pt x="314" y="27"/>
                      <a:pt x="320" y="19"/>
                    </a:cubicBezTo>
                    <a:cubicBezTo>
                      <a:pt x="423" y="33"/>
                      <a:pt x="507" y="105"/>
                      <a:pt x="538" y="200"/>
                    </a:cubicBezTo>
                    <a:close/>
                    <a:moveTo>
                      <a:pt x="226" y="325"/>
                    </a:moveTo>
                    <a:cubicBezTo>
                      <a:pt x="218" y="320"/>
                      <a:pt x="209" y="317"/>
                      <a:pt x="199" y="317"/>
                    </a:cubicBezTo>
                    <a:cubicBezTo>
                      <a:pt x="198" y="317"/>
                      <a:pt x="198" y="317"/>
                      <a:pt x="197" y="317"/>
                    </a:cubicBezTo>
                    <a:cubicBezTo>
                      <a:pt x="198" y="310"/>
                      <a:pt x="198" y="303"/>
                      <a:pt x="199" y="296"/>
                    </a:cubicBezTo>
                    <a:cubicBezTo>
                      <a:pt x="203" y="253"/>
                      <a:pt x="217" y="211"/>
                      <a:pt x="233" y="172"/>
                    </a:cubicBezTo>
                    <a:cubicBezTo>
                      <a:pt x="238" y="174"/>
                      <a:pt x="243" y="175"/>
                      <a:pt x="249" y="175"/>
                    </a:cubicBezTo>
                    <a:cubicBezTo>
                      <a:pt x="265" y="175"/>
                      <a:pt x="279" y="167"/>
                      <a:pt x="288" y="155"/>
                    </a:cubicBezTo>
                    <a:cubicBezTo>
                      <a:pt x="313" y="170"/>
                      <a:pt x="338" y="190"/>
                      <a:pt x="359" y="215"/>
                    </a:cubicBezTo>
                    <a:cubicBezTo>
                      <a:pt x="349" y="223"/>
                      <a:pt x="342" y="236"/>
                      <a:pt x="342" y="251"/>
                    </a:cubicBezTo>
                    <a:cubicBezTo>
                      <a:pt x="342" y="254"/>
                      <a:pt x="342" y="258"/>
                      <a:pt x="343" y="261"/>
                    </a:cubicBezTo>
                    <a:cubicBezTo>
                      <a:pt x="306" y="278"/>
                      <a:pt x="266" y="299"/>
                      <a:pt x="226" y="325"/>
                    </a:cubicBezTo>
                    <a:close/>
                    <a:moveTo>
                      <a:pt x="307" y="17"/>
                    </a:moveTo>
                    <a:cubicBezTo>
                      <a:pt x="298" y="29"/>
                      <a:pt x="282" y="53"/>
                      <a:pt x="264" y="84"/>
                    </a:cubicBezTo>
                    <a:cubicBezTo>
                      <a:pt x="259" y="82"/>
                      <a:pt x="254" y="81"/>
                      <a:pt x="249" y="81"/>
                    </a:cubicBezTo>
                    <a:cubicBezTo>
                      <a:pt x="231" y="81"/>
                      <a:pt x="215" y="91"/>
                      <a:pt x="207" y="106"/>
                    </a:cubicBezTo>
                    <a:cubicBezTo>
                      <a:pt x="163" y="92"/>
                      <a:pt x="124" y="87"/>
                      <a:pt x="104" y="86"/>
                    </a:cubicBezTo>
                    <a:cubicBezTo>
                      <a:pt x="152" y="43"/>
                      <a:pt x="215" y="16"/>
                      <a:pt x="284" y="16"/>
                    </a:cubicBezTo>
                    <a:cubicBezTo>
                      <a:pt x="292" y="16"/>
                      <a:pt x="299" y="17"/>
                      <a:pt x="307" y="17"/>
                    </a:cubicBezTo>
                    <a:close/>
                    <a:moveTo>
                      <a:pt x="93" y="97"/>
                    </a:moveTo>
                    <a:cubicBezTo>
                      <a:pt x="104" y="98"/>
                      <a:pt x="149" y="101"/>
                      <a:pt x="203" y="117"/>
                    </a:cubicBezTo>
                    <a:cubicBezTo>
                      <a:pt x="202" y="121"/>
                      <a:pt x="202" y="124"/>
                      <a:pt x="202" y="128"/>
                    </a:cubicBezTo>
                    <a:cubicBezTo>
                      <a:pt x="202" y="144"/>
                      <a:pt x="210" y="158"/>
                      <a:pt x="222" y="167"/>
                    </a:cubicBezTo>
                    <a:cubicBezTo>
                      <a:pt x="206" y="207"/>
                      <a:pt x="192" y="251"/>
                      <a:pt x="187" y="294"/>
                    </a:cubicBezTo>
                    <a:cubicBezTo>
                      <a:pt x="186" y="303"/>
                      <a:pt x="186" y="311"/>
                      <a:pt x="185" y="319"/>
                    </a:cubicBezTo>
                    <a:cubicBezTo>
                      <a:pt x="166" y="325"/>
                      <a:pt x="152" y="343"/>
                      <a:pt x="152" y="364"/>
                    </a:cubicBezTo>
                    <a:cubicBezTo>
                      <a:pt x="152" y="369"/>
                      <a:pt x="153" y="375"/>
                      <a:pt x="155" y="380"/>
                    </a:cubicBezTo>
                    <a:cubicBezTo>
                      <a:pt x="129" y="402"/>
                      <a:pt x="103" y="428"/>
                      <a:pt x="80" y="456"/>
                    </a:cubicBezTo>
                    <a:cubicBezTo>
                      <a:pt x="40" y="410"/>
                      <a:pt x="16" y="350"/>
                      <a:pt x="16" y="284"/>
                    </a:cubicBezTo>
                    <a:cubicBezTo>
                      <a:pt x="16" y="211"/>
                      <a:pt x="46" y="145"/>
                      <a:pt x="93" y="97"/>
                    </a:cubicBezTo>
                    <a:close/>
                    <a:moveTo>
                      <a:pt x="88" y="465"/>
                    </a:moveTo>
                    <a:cubicBezTo>
                      <a:pt x="110" y="438"/>
                      <a:pt x="135" y="413"/>
                      <a:pt x="160" y="391"/>
                    </a:cubicBezTo>
                    <a:cubicBezTo>
                      <a:pt x="168" y="402"/>
                      <a:pt x="180" y="409"/>
                      <a:pt x="194" y="411"/>
                    </a:cubicBezTo>
                    <a:cubicBezTo>
                      <a:pt x="207" y="473"/>
                      <a:pt x="232" y="524"/>
                      <a:pt x="245" y="549"/>
                    </a:cubicBezTo>
                    <a:cubicBezTo>
                      <a:pt x="183" y="540"/>
                      <a:pt x="128" y="509"/>
                      <a:pt x="88" y="465"/>
                    </a:cubicBezTo>
                    <a:close/>
                    <a:moveTo>
                      <a:pt x="260" y="550"/>
                    </a:moveTo>
                    <a:cubicBezTo>
                      <a:pt x="249" y="531"/>
                      <a:pt x="221" y="478"/>
                      <a:pt x="206" y="410"/>
                    </a:cubicBezTo>
                    <a:cubicBezTo>
                      <a:pt x="229" y="407"/>
                      <a:pt x="246" y="388"/>
                      <a:pt x="246" y="364"/>
                    </a:cubicBezTo>
                    <a:cubicBezTo>
                      <a:pt x="246" y="352"/>
                      <a:pt x="242" y="342"/>
                      <a:pt x="235" y="334"/>
                    </a:cubicBezTo>
                    <a:cubicBezTo>
                      <a:pt x="273" y="309"/>
                      <a:pt x="311" y="288"/>
                      <a:pt x="347" y="272"/>
                    </a:cubicBezTo>
                    <a:cubicBezTo>
                      <a:pt x="355" y="288"/>
                      <a:pt x="371" y="298"/>
                      <a:pt x="389" y="298"/>
                    </a:cubicBezTo>
                    <a:cubicBezTo>
                      <a:pt x="395" y="298"/>
                      <a:pt x="401" y="297"/>
                      <a:pt x="406" y="295"/>
                    </a:cubicBezTo>
                    <a:cubicBezTo>
                      <a:pt x="429" y="356"/>
                      <a:pt x="434" y="429"/>
                      <a:pt x="419" y="515"/>
                    </a:cubicBezTo>
                    <a:cubicBezTo>
                      <a:pt x="379" y="538"/>
                      <a:pt x="333" y="552"/>
                      <a:pt x="284" y="552"/>
                    </a:cubicBezTo>
                    <a:cubicBezTo>
                      <a:pt x="276" y="552"/>
                      <a:pt x="268" y="551"/>
                      <a:pt x="260" y="550"/>
                    </a:cubicBezTo>
                    <a:close/>
                    <a:moveTo>
                      <a:pt x="433" y="506"/>
                    </a:moveTo>
                    <a:cubicBezTo>
                      <a:pt x="446" y="423"/>
                      <a:pt x="440" y="350"/>
                      <a:pt x="417" y="289"/>
                    </a:cubicBezTo>
                    <a:cubicBezTo>
                      <a:pt x="428" y="280"/>
                      <a:pt x="436" y="267"/>
                      <a:pt x="436" y="251"/>
                    </a:cubicBezTo>
                    <a:cubicBezTo>
                      <a:pt x="436" y="247"/>
                      <a:pt x="435" y="243"/>
                      <a:pt x="434" y="239"/>
                    </a:cubicBezTo>
                    <a:cubicBezTo>
                      <a:pt x="488" y="221"/>
                      <a:pt x="528" y="214"/>
                      <a:pt x="542" y="212"/>
                    </a:cubicBezTo>
                    <a:cubicBezTo>
                      <a:pt x="548" y="235"/>
                      <a:pt x="552" y="259"/>
                      <a:pt x="552" y="284"/>
                    </a:cubicBezTo>
                    <a:cubicBezTo>
                      <a:pt x="552" y="377"/>
                      <a:pt x="504" y="458"/>
                      <a:pt x="433" y="506"/>
                    </a:cubicBezTo>
                    <a:close/>
                  </a:path>
                </a:pathLst>
              </a:custGeom>
              <a:solidFill>
                <a:srgbClr val="CD391F">
                  <a:alpha val="69803"/>
                </a:srgb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Century Gothic"/>
                  <a:buNone/>
                </a:pPr>
                <a:endParaRPr sz="1800" b="0" i="0" u="none" strike="noStrike" cap="none">
                  <a:solidFill>
                    <a:srgbClr val="3C3C3B"/>
                  </a:solidFill>
                  <a:latin typeface="Century Gothic"/>
                  <a:ea typeface="Century Gothic"/>
                  <a:cs typeface="Century Gothic"/>
                  <a:sym typeface="Century Gothic"/>
                </a:endParaRPr>
              </a:p>
            </p:txBody>
          </p:sp>
          <p:sp>
            <p:nvSpPr>
              <p:cNvPr id="1495" name="Google Shape;1495;p98"/>
              <p:cNvSpPr/>
              <p:nvPr/>
            </p:nvSpPr>
            <p:spPr>
              <a:xfrm>
                <a:off x="7224175" y="2716464"/>
                <a:ext cx="854290" cy="614602"/>
              </a:xfrm>
              <a:custGeom>
                <a:avLst/>
                <a:gdLst/>
                <a:ahLst/>
                <a:cxnLst/>
                <a:rect l="l" t="t" r="r" b="b"/>
                <a:pathLst>
                  <a:path w="564" h="406" extrusionOk="0">
                    <a:moveTo>
                      <a:pt x="483" y="212"/>
                    </a:moveTo>
                    <a:cubicBezTo>
                      <a:pt x="486" y="231"/>
                      <a:pt x="503" y="245"/>
                      <a:pt x="523" y="245"/>
                    </a:cubicBezTo>
                    <a:cubicBezTo>
                      <a:pt x="546" y="245"/>
                      <a:pt x="564" y="227"/>
                      <a:pt x="564" y="204"/>
                    </a:cubicBezTo>
                    <a:cubicBezTo>
                      <a:pt x="564" y="181"/>
                      <a:pt x="546" y="163"/>
                      <a:pt x="523" y="163"/>
                    </a:cubicBezTo>
                    <a:cubicBezTo>
                      <a:pt x="503" y="163"/>
                      <a:pt x="487" y="177"/>
                      <a:pt x="483" y="196"/>
                    </a:cubicBezTo>
                    <a:cubicBezTo>
                      <a:pt x="330" y="196"/>
                      <a:pt x="330" y="196"/>
                      <a:pt x="330" y="196"/>
                    </a:cubicBezTo>
                    <a:cubicBezTo>
                      <a:pt x="328" y="186"/>
                      <a:pt x="324" y="176"/>
                      <a:pt x="318" y="169"/>
                    </a:cubicBezTo>
                    <a:cubicBezTo>
                      <a:pt x="404" y="49"/>
                      <a:pt x="404" y="49"/>
                      <a:pt x="404" y="49"/>
                    </a:cubicBezTo>
                    <a:cubicBezTo>
                      <a:pt x="483" y="49"/>
                      <a:pt x="483" y="49"/>
                      <a:pt x="483" y="49"/>
                    </a:cubicBezTo>
                    <a:cubicBezTo>
                      <a:pt x="486" y="68"/>
                      <a:pt x="503" y="82"/>
                      <a:pt x="523" y="82"/>
                    </a:cubicBezTo>
                    <a:cubicBezTo>
                      <a:pt x="546" y="82"/>
                      <a:pt x="564" y="64"/>
                      <a:pt x="564" y="41"/>
                    </a:cubicBezTo>
                    <a:cubicBezTo>
                      <a:pt x="564" y="18"/>
                      <a:pt x="546" y="0"/>
                      <a:pt x="523" y="0"/>
                    </a:cubicBezTo>
                    <a:cubicBezTo>
                      <a:pt x="503" y="0"/>
                      <a:pt x="486" y="14"/>
                      <a:pt x="483" y="33"/>
                    </a:cubicBezTo>
                    <a:cubicBezTo>
                      <a:pt x="396" y="33"/>
                      <a:pt x="396" y="33"/>
                      <a:pt x="396" y="33"/>
                    </a:cubicBezTo>
                    <a:cubicBezTo>
                      <a:pt x="305" y="159"/>
                      <a:pt x="305" y="159"/>
                      <a:pt x="305" y="159"/>
                    </a:cubicBezTo>
                    <a:cubicBezTo>
                      <a:pt x="298" y="155"/>
                      <a:pt x="289" y="152"/>
                      <a:pt x="280" y="152"/>
                    </a:cubicBezTo>
                    <a:cubicBezTo>
                      <a:pt x="272" y="152"/>
                      <a:pt x="264" y="154"/>
                      <a:pt x="258" y="157"/>
                    </a:cubicBezTo>
                    <a:cubicBezTo>
                      <a:pt x="168" y="33"/>
                      <a:pt x="168" y="33"/>
                      <a:pt x="168" y="33"/>
                    </a:cubicBezTo>
                    <a:cubicBezTo>
                      <a:pt x="81" y="33"/>
                      <a:pt x="81" y="33"/>
                      <a:pt x="81" y="33"/>
                    </a:cubicBezTo>
                    <a:cubicBezTo>
                      <a:pt x="78" y="14"/>
                      <a:pt x="61" y="0"/>
                      <a:pt x="41" y="0"/>
                    </a:cubicBezTo>
                    <a:cubicBezTo>
                      <a:pt x="18" y="0"/>
                      <a:pt x="0" y="18"/>
                      <a:pt x="0" y="41"/>
                    </a:cubicBezTo>
                    <a:cubicBezTo>
                      <a:pt x="0" y="64"/>
                      <a:pt x="18" y="82"/>
                      <a:pt x="41" y="82"/>
                    </a:cubicBezTo>
                    <a:cubicBezTo>
                      <a:pt x="61" y="82"/>
                      <a:pt x="78" y="68"/>
                      <a:pt x="81" y="49"/>
                    </a:cubicBezTo>
                    <a:cubicBezTo>
                      <a:pt x="160" y="49"/>
                      <a:pt x="160" y="49"/>
                      <a:pt x="160" y="49"/>
                    </a:cubicBezTo>
                    <a:cubicBezTo>
                      <a:pt x="245" y="167"/>
                      <a:pt x="245" y="167"/>
                      <a:pt x="245" y="167"/>
                    </a:cubicBezTo>
                    <a:cubicBezTo>
                      <a:pt x="237" y="174"/>
                      <a:pt x="232" y="184"/>
                      <a:pt x="230" y="196"/>
                    </a:cubicBezTo>
                    <a:cubicBezTo>
                      <a:pt x="81" y="196"/>
                      <a:pt x="81" y="196"/>
                      <a:pt x="81" y="196"/>
                    </a:cubicBezTo>
                    <a:cubicBezTo>
                      <a:pt x="77" y="177"/>
                      <a:pt x="61" y="163"/>
                      <a:pt x="41" y="163"/>
                    </a:cubicBezTo>
                    <a:cubicBezTo>
                      <a:pt x="18" y="163"/>
                      <a:pt x="0" y="181"/>
                      <a:pt x="0" y="204"/>
                    </a:cubicBezTo>
                    <a:cubicBezTo>
                      <a:pt x="0" y="227"/>
                      <a:pt x="18" y="245"/>
                      <a:pt x="41" y="245"/>
                    </a:cubicBezTo>
                    <a:cubicBezTo>
                      <a:pt x="61" y="245"/>
                      <a:pt x="78" y="231"/>
                      <a:pt x="81" y="212"/>
                    </a:cubicBezTo>
                    <a:cubicBezTo>
                      <a:pt x="231" y="212"/>
                      <a:pt x="231" y="212"/>
                      <a:pt x="231" y="212"/>
                    </a:cubicBezTo>
                    <a:cubicBezTo>
                      <a:pt x="233" y="222"/>
                      <a:pt x="238" y="231"/>
                      <a:pt x="246" y="238"/>
                    </a:cubicBezTo>
                    <a:cubicBezTo>
                      <a:pt x="160" y="357"/>
                      <a:pt x="160" y="357"/>
                      <a:pt x="160" y="357"/>
                    </a:cubicBezTo>
                    <a:cubicBezTo>
                      <a:pt x="81" y="357"/>
                      <a:pt x="81" y="357"/>
                      <a:pt x="81" y="357"/>
                    </a:cubicBezTo>
                    <a:cubicBezTo>
                      <a:pt x="78" y="338"/>
                      <a:pt x="61" y="324"/>
                      <a:pt x="41" y="324"/>
                    </a:cubicBezTo>
                    <a:cubicBezTo>
                      <a:pt x="18" y="324"/>
                      <a:pt x="0" y="342"/>
                      <a:pt x="0" y="365"/>
                    </a:cubicBezTo>
                    <a:cubicBezTo>
                      <a:pt x="0" y="388"/>
                      <a:pt x="18" y="406"/>
                      <a:pt x="41" y="406"/>
                    </a:cubicBezTo>
                    <a:cubicBezTo>
                      <a:pt x="61" y="406"/>
                      <a:pt x="78" y="392"/>
                      <a:pt x="81" y="373"/>
                    </a:cubicBezTo>
                    <a:cubicBezTo>
                      <a:pt x="168" y="373"/>
                      <a:pt x="168" y="373"/>
                      <a:pt x="168" y="373"/>
                    </a:cubicBezTo>
                    <a:cubicBezTo>
                      <a:pt x="259" y="247"/>
                      <a:pt x="259" y="247"/>
                      <a:pt x="259" y="247"/>
                    </a:cubicBezTo>
                    <a:cubicBezTo>
                      <a:pt x="265" y="250"/>
                      <a:pt x="272" y="252"/>
                      <a:pt x="280" y="252"/>
                    </a:cubicBezTo>
                    <a:cubicBezTo>
                      <a:pt x="289" y="252"/>
                      <a:pt x="297" y="250"/>
                      <a:pt x="304" y="246"/>
                    </a:cubicBezTo>
                    <a:cubicBezTo>
                      <a:pt x="396" y="373"/>
                      <a:pt x="396" y="373"/>
                      <a:pt x="396" y="373"/>
                    </a:cubicBezTo>
                    <a:cubicBezTo>
                      <a:pt x="483" y="373"/>
                      <a:pt x="483" y="373"/>
                      <a:pt x="483" y="373"/>
                    </a:cubicBezTo>
                    <a:cubicBezTo>
                      <a:pt x="486" y="392"/>
                      <a:pt x="503" y="406"/>
                      <a:pt x="523" y="406"/>
                    </a:cubicBezTo>
                    <a:cubicBezTo>
                      <a:pt x="546" y="406"/>
                      <a:pt x="564" y="388"/>
                      <a:pt x="564" y="365"/>
                    </a:cubicBezTo>
                    <a:cubicBezTo>
                      <a:pt x="564" y="342"/>
                      <a:pt x="546" y="324"/>
                      <a:pt x="523" y="324"/>
                    </a:cubicBezTo>
                    <a:cubicBezTo>
                      <a:pt x="503" y="324"/>
                      <a:pt x="486" y="338"/>
                      <a:pt x="483" y="357"/>
                    </a:cubicBezTo>
                    <a:cubicBezTo>
                      <a:pt x="404" y="357"/>
                      <a:pt x="404" y="357"/>
                      <a:pt x="404" y="357"/>
                    </a:cubicBezTo>
                    <a:cubicBezTo>
                      <a:pt x="317" y="236"/>
                      <a:pt x="317" y="236"/>
                      <a:pt x="317" y="236"/>
                    </a:cubicBezTo>
                    <a:cubicBezTo>
                      <a:pt x="323" y="229"/>
                      <a:pt x="327" y="221"/>
                      <a:pt x="329" y="212"/>
                    </a:cubicBezTo>
                    <a:lnTo>
                      <a:pt x="483" y="212"/>
                    </a:lnTo>
                    <a:close/>
                    <a:moveTo>
                      <a:pt x="523" y="179"/>
                    </a:moveTo>
                    <a:cubicBezTo>
                      <a:pt x="537" y="179"/>
                      <a:pt x="548" y="190"/>
                      <a:pt x="548" y="204"/>
                    </a:cubicBezTo>
                    <a:cubicBezTo>
                      <a:pt x="548" y="218"/>
                      <a:pt x="537" y="229"/>
                      <a:pt x="523" y="229"/>
                    </a:cubicBezTo>
                    <a:cubicBezTo>
                      <a:pt x="509" y="229"/>
                      <a:pt x="498" y="218"/>
                      <a:pt x="498" y="204"/>
                    </a:cubicBezTo>
                    <a:cubicBezTo>
                      <a:pt x="498" y="190"/>
                      <a:pt x="509" y="179"/>
                      <a:pt x="523" y="179"/>
                    </a:cubicBezTo>
                    <a:close/>
                    <a:moveTo>
                      <a:pt x="523" y="16"/>
                    </a:moveTo>
                    <a:cubicBezTo>
                      <a:pt x="537" y="16"/>
                      <a:pt x="548" y="27"/>
                      <a:pt x="548" y="41"/>
                    </a:cubicBezTo>
                    <a:cubicBezTo>
                      <a:pt x="548" y="55"/>
                      <a:pt x="537" y="66"/>
                      <a:pt x="523" y="66"/>
                    </a:cubicBezTo>
                    <a:cubicBezTo>
                      <a:pt x="509" y="66"/>
                      <a:pt x="498" y="55"/>
                      <a:pt x="498" y="41"/>
                    </a:cubicBezTo>
                    <a:cubicBezTo>
                      <a:pt x="498" y="27"/>
                      <a:pt x="509" y="16"/>
                      <a:pt x="523" y="16"/>
                    </a:cubicBezTo>
                    <a:close/>
                    <a:moveTo>
                      <a:pt x="41" y="66"/>
                    </a:moveTo>
                    <a:cubicBezTo>
                      <a:pt x="27" y="66"/>
                      <a:pt x="16" y="55"/>
                      <a:pt x="16" y="41"/>
                    </a:cubicBezTo>
                    <a:cubicBezTo>
                      <a:pt x="16" y="27"/>
                      <a:pt x="27" y="16"/>
                      <a:pt x="41" y="16"/>
                    </a:cubicBezTo>
                    <a:cubicBezTo>
                      <a:pt x="55" y="16"/>
                      <a:pt x="66" y="27"/>
                      <a:pt x="66" y="41"/>
                    </a:cubicBezTo>
                    <a:cubicBezTo>
                      <a:pt x="66" y="55"/>
                      <a:pt x="55" y="66"/>
                      <a:pt x="41" y="66"/>
                    </a:cubicBezTo>
                    <a:close/>
                    <a:moveTo>
                      <a:pt x="41" y="229"/>
                    </a:moveTo>
                    <a:cubicBezTo>
                      <a:pt x="27" y="229"/>
                      <a:pt x="16" y="218"/>
                      <a:pt x="16" y="204"/>
                    </a:cubicBezTo>
                    <a:cubicBezTo>
                      <a:pt x="16" y="190"/>
                      <a:pt x="27" y="179"/>
                      <a:pt x="41" y="179"/>
                    </a:cubicBezTo>
                    <a:cubicBezTo>
                      <a:pt x="55" y="179"/>
                      <a:pt x="66" y="190"/>
                      <a:pt x="66" y="204"/>
                    </a:cubicBezTo>
                    <a:cubicBezTo>
                      <a:pt x="66" y="218"/>
                      <a:pt x="55" y="229"/>
                      <a:pt x="41" y="229"/>
                    </a:cubicBezTo>
                    <a:close/>
                    <a:moveTo>
                      <a:pt x="41" y="390"/>
                    </a:moveTo>
                    <a:cubicBezTo>
                      <a:pt x="27" y="390"/>
                      <a:pt x="16" y="379"/>
                      <a:pt x="16" y="365"/>
                    </a:cubicBezTo>
                    <a:cubicBezTo>
                      <a:pt x="16" y="351"/>
                      <a:pt x="27" y="340"/>
                      <a:pt x="41" y="340"/>
                    </a:cubicBezTo>
                    <a:cubicBezTo>
                      <a:pt x="55" y="340"/>
                      <a:pt x="66" y="351"/>
                      <a:pt x="66" y="365"/>
                    </a:cubicBezTo>
                    <a:cubicBezTo>
                      <a:pt x="66" y="379"/>
                      <a:pt x="55" y="390"/>
                      <a:pt x="41" y="390"/>
                    </a:cubicBezTo>
                    <a:close/>
                    <a:moveTo>
                      <a:pt x="523" y="340"/>
                    </a:moveTo>
                    <a:cubicBezTo>
                      <a:pt x="537" y="340"/>
                      <a:pt x="548" y="351"/>
                      <a:pt x="548" y="365"/>
                    </a:cubicBezTo>
                    <a:cubicBezTo>
                      <a:pt x="548" y="379"/>
                      <a:pt x="537" y="390"/>
                      <a:pt x="523" y="390"/>
                    </a:cubicBezTo>
                    <a:cubicBezTo>
                      <a:pt x="509" y="390"/>
                      <a:pt x="498" y="379"/>
                      <a:pt x="498" y="365"/>
                    </a:cubicBezTo>
                    <a:cubicBezTo>
                      <a:pt x="498" y="351"/>
                      <a:pt x="509" y="340"/>
                      <a:pt x="523" y="340"/>
                    </a:cubicBezTo>
                    <a:close/>
                    <a:moveTo>
                      <a:pt x="246" y="202"/>
                    </a:moveTo>
                    <a:cubicBezTo>
                      <a:pt x="246" y="183"/>
                      <a:pt x="261" y="168"/>
                      <a:pt x="280" y="168"/>
                    </a:cubicBezTo>
                    <a:cubicBezTo>
                      <a:pt x="299" y="168"/>
                      <a:pt x="314" y="183"/>
                      <a:pt x="314" y="202"/>
                    </a:cubicBezTo>
                    <a:cubicBezTo>
                      <a:pt x="314" y="221"/>
                      <a:pt x="299" y="236"/>
                      <a:pt x="280" y="236"/>
                    </a:cubicBezTo>
                    <a:cubicBezTo>
                      <a:pt x="261" y="236"/>
                      <a:pt x="246" y="221"/>
                      <a:pt x="246" y="202"/>
                    </a:cubicBezTo>
                    <a:close/>
                  </a:path>
                </a:pathLst>
              </a:custGeom>
              <a:solidFill>
                <a:srgbClr val="CD391F">
                  <a:alpha val="69803"/>
                </a:srgb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Century Gothic"/>
                  <a:buNone/>
                </a:pPr>
                <a:endParaRPr sz="1800" b="0" i="0" u="none" strike="noStrike" cap="none">
                  <a:solidFill>
                    <a:srgbClr val="3C3C3B"/>
                  </a:solidFill>
                  <a:latin typeface="Century Gothic"/>
                  <a:ea typeface="Century Gothic"/>
                  <a:cs typeface="Century Gothic"/>
                  <a:sym typeface="Century Gothic"/>
                </a:endParaRPr>
              </a:p>
            </p:txBody>
          </p:sp>
          <p:sp>
            <p:nvSpPr>
              <p:cNvPr id="1496" name="Google Shape;1496;p98"/>
              <p:cNvSpPr/>
              <p:nvPr/>
            </p:nvSpPr>
            <p:spPr>
              <a:xfrm>
                <a:off x="6327765" y="1851893"/>
                <a:ext cx="697160" cy="712679"/>
              </a:xfrm>
              <a:custGeom>
                <a:avLst/>
                <a:gdLst/>
                <a:ahLst/>
                <a:cxnLst/>
                <a:rect l="l" t="t" r="r" b="b"/>
                <a:pathLst>
                  <a:path w="630" h="643" extrusionOk="0">
                    <a:moveTo>
                      <a:pt x="630" y="246"/>
                    </a:moveTo>
                    <a:cubicBezTo>
                      <a:pt x="630" y="257"/>
                      <a:pt x="621" y="266"/>
                      <a:pt x="610" y="266"/>
                    </a:cubicBezTo>
                    <a:cubicBezTo>
                      <a:pt x="313" y="266"/>
                      <a:pt x="313" y="266"/>
                      <a:pt x="313" y="266"/>
                    </a:cubicBezTo>
                    <a:cubicBezTo>
                      <a:pt x="313" y="551"/>
                      <a:pt x="313" y="551"/>
                      <a:pt x="313" y="551"/>
                    </a:cubicBezTo>
                    <a:cubicBezTo>
                      <a:pt x="313" y="643"/>
                      <a:pt x="313" y="643"/>
                      <a:pt x="313" y="643"/>
                    </a:cubicBezTo>
                    <a:cubicBezTo>
                      <a:pt x="275" y="559"/>
                      <a:pt x="275" y="559"/>
                      <a:pt x="275" y="559"/>
                    </a:cubicBezTo>
                    <a:cubicBezTo>
                      <a:pt x="275" y="559"/>
                      <a:pt x="275" y="559"/>
                      <a:pt x="275" y="559"/>
                    </a:cubicBezTo>
                    <a:cubicBezTo>
                      <a:pt x="141" y="266"/>
                      <a:pt x="141" y="266"/>
                      <a:pt x="141" y="266"/>
                    </a:cubicBezTo>
                    <a:cubicBezTo>
                      <a:pt x="20" y="266"/>
                      <a:pt x="20" y="266"/>
                      <a:pt x="20" y="266"/>
                    </a:cubicBezTo>
                    <a:cubicBezTo>
                      <a:pt x="9" y="266"/>
                      <a:pt x="0" y="257"/>
                      <a:pt x="0" y="246"/>
                    </a:cubicBezTo>
                    <a:cubicBezTo>
                      <a:pt x="0" y="234"/>
                      <a:pt x="9" y="226"/>
                      <a:pt x="20" y="226"/>
                    </a:cubicBezTo>
                    <a:cubicBezTo>
                      <a:pt x="153" y="226"/>
                      <a:pt x="153" y="226"/>
                      <a:pt x="153" y="226"/>
                    </a:cubicBezTo>
                    <a:cubicBezTo>
                      <a:pt x="161" y="226"/>
                      <a:pt x="168" y="230"/>
                      <a:pt x="172" y="237"/>
                    </a:cubicBezTo>
                    <a:cubicBezTo>
                      <a:pt x="273" y="459"/>
                      <a:pt x="273" y="459"/>
                      <a:pt x="273" y="459"/>
                    </a:cubicBezTo>
                    <a:cubicBezTo>
                      <a:pt x="273" y="246"/>
                      <a:pt x="273" y="246"/>
                      <a:pt x="273" y="246"/>
                    </a:cubicBezTo>
                    <a:cubicBezTo>
                      <a:pt x="273" y="234"/>
                      <a:pt x="282" y="226"/>
                      <a:pt x="293" y="226"/>
                    </a:cubicBezTo>
                    <a:cubicBezTo>
                      <a:pt x="610" y="226"/>
                      <a:pt x="610" y="226"/>
                      <a:pt x="610" y="226"/>
                    </a:cubicBezTo>
                    <a:cubicBezTo>
                      <a:pt x="621" y="226"/>
                      <a:pt x="630" y="234"/>
                      <a:pt x="630" y="246"/>
                    </a:cubicBezTo>
                    <a:close/>
                    <a:moveTo>
                      <a:pt x="56" y="138"/>
                    </a:moveTo>
                    <a:cubicBezTo>
                      <a:pt x="56" y="44"/>
                      <a:pt x="56" y="44"/>
                      <a:pt x="56" y="44"/>
                    </a:cubicBezTo>
                    <a:cubicBezTo>
                      <a:pt x="56" y="12"/>
                      <a:pt x="63" y="0"/>
                      <a:pt x="93" y="0"/>
                    </a:cubicBezTo>
                    <a:cubicBezTo>
                      <a:pt x="122" y="0"/>
                      <a:pt x="129" y="12"/>
                      <a:pt x="129" y="44"/>
                    </a:cubicBezTo>
                    <a:cubicBezTo>
                      <a:pt x="129" y="138"/>
                      <a:pt x="129" y="138"/>
                      <a:pt x="129" y="138"/>
                    </a:cubicBezTo>
                    <a:cubicBezTo>
                      <a:pt x="129" y="170"/>
                      <a:pt x="122" y="181"/>
                      <a:pt x="93" y="181"/>
                    </a:cubicBezTo>
                    <a:cubicBezTo>
                      <a:pt x="63" y="181"/>
                      <a:pt x="56" y="170"/>
                      <a:pt x="56" y="138"/>
                    </a:cubicBezTo>
                    <a:close/>
                    <a:moveTo>
                      <a:pt x="79" y="141"/>
                    </a:moveTo>
                    <a:cubicBezTo>
                      <a:pt x="79" y="153"/>
                      <a:pt x="79" y="164"/>
                      <a:pt x="93" y="164"/>
                    </a:cubicBezTo>
                    <a:cubicBezTo>
                      <a:pt x="106" y="164"/>
                      <a:pt x="106" y="153"/>
                      <a:pt x="106" y="141"/>
                    </a:cubicBezTo>
                    <a:cubicBezTo>
                      <a:pt x="106" y="40"/>
                      <a:pt x="106" y="40"/>
                      <a:pt x="106" y="40"/>
                    </a:cubicBezTo>
                    <a:cubicBezTo>
                      <a:pt x="106" y="29"/>
                      <a:pt x="106" y="18"/>
                      <a:pt x="93" y="18"/>
                    </a:cubicBezTo>
                    <a:cubicBezTo>
                      <a:pt x="79" y="18"/>
                      <a:pt x="79" y="29"/>
                      <a:pt x="79" y="40"/>
                    </a:cubicBezTo>
                    <a:lnTo>
                      <a:pt x="79" y="141"/>
                    </a:lnTo>
                    <a:close/>
                    <a:moveTo>
                      <a:pt x="178" y="35"/>
                    </a:moveTo>
                    <a:cubicBezTo>
                      <a:pt x="178" y="35"/>
                      <a:pt x="178" y="35"/>
                      <a:pt x="178" y="35"/>
                    </a:cubicBezTo>
                    <a:cubicBezTo>
                      <a:pt x="178" y="180"/>
                      <a:pt x="178" y="180"/>
                      <a:pt x="178" y="180"/>
                    </a:cubicBezTo>
                    <a:cubicBezTo>
                      <a:pt x="201" y="180"/>
                      <a:pt x="201" y="180"/>
                      <a:pt x="201" y="180"/>
                    </a:cubicBezTo>
                    <a:cubicBezTo>
                      <a:pt x="201" y="2"/>
                      <a:pt x="201" y="2"/>
                      <a:pt x="201" y="2"/>
                    </a:cubicBezTo>
                    <a:cubicBezTo>
                      <a:pt x="180" y="2"/>
                      <a:pt x="180" y="2"/>
                      <a:pt x="180" y="2"/>
                    </a:cubicBezTo>
                    <a:cubicBezTo>
                      <a:pt x="177" y="10"/>
                      <a:pt x="164" y="27"/>
                      <a:pt x="158" y="31"/>
                    </a:cubicBezTo>
                    <a:cubicBezTo>
                      <a:pt x="158" y="54"/>
                      <a:pt x="158" y="54"/>
                      <a:pt x="158" y="54"/>
                    </a:cubicBezTo>
                    <a:cubicBezTo>
                      <a:pt x="168" y="47"/>
                      <a:pt x="172" y="42"/>
                      <a:pt x="178" y="35"/>
                    </a:cubicBezTo>
                    <a:close/>
                    <a:moveTo>
                      <a:pt x="239" y="138"/>
                    </a:moveTo>
                    <a:cubicBezTo>
                      <a:pt x="239" y="44"/>
                      <a:pt x="239" y="44"/>
                      <a:pt x="239" y="44"/>
                    </a:cubicBezTo>
                    <a:cubicBezTo>
                      <a:pt x="239" y="12"/>
                      <a:pt x="247" y="0"/>
                      <a:pt x="276" y="0"/>
                    </a:cubicBezTo>
                    <a:cubicBezTo>
                      <a:pt x="306" y="0"/>
                      <a:pt x="313" y="12"/>
                      <a:pt x="313" y="44"/>
                    </a:cubicBezTo>
                    <a:cubicBezTo>
                      <a:pt x="313" y="138"/>
                      <a:pt x="313" y="138"/>
                      <a:pt x="313" y="138"/>
                    </a:cubicBezTo>
                    <a:cubicBezTo>
                      <a:pt x="313" y="170"/>
                      <a:pt x="306" y="181"/>
                      <a:pt x="276" y="181"/>
                    </a:cubicBezTo>
                    <a:cubicBezTo>
                      <a:pt x="247" y="181"/>
                      <a:pt x="239" y="170"/>
                      <a:pt x="239" y="138"/>
                    </a:cubicBezTo>
                    <a:close/>
                    <a:moveTo>
                      <a:pt x="263" y="141"/>
                    </a:moveTo>
                    <a:cubicBezTo>
                      <a:pt x="263" y="153"/>
                      <a:pt x="263" y="164"/>
                      <a:pt x="276" y="164"/>
                    </a:cubicBezTo>
                    <a:cubicBezTo>
                      <a:pt x="290" y="164"/>
                      <a:pt x="290" y="153"/>
                      <a:pt x="290" y="141"/>
                    </a:cubicBezTo>
                    <a:cubicBezTo>
                      <a:pt x="290" y="40"/>
                      <a:pt x="290" y="40"/>
                      <a:pt x="290" y="40"/>
                    </a:cubicBezTo>
                    <a:cubicBezTo>
                      <a:pt x="290" y="29"/>
                      <a:pt x="290" y="18"/>
                      <a:pt x="276" y="18"/>
                    </a:cubicBezTo>
                    <a:cubicBezTo>
                      <a:pt x="263" y="18"/>
                      <a:pt x="263" y="29"/>
                      <a:pt x="263" y="40"/>
                    </a:cubicBezTo>
                    <a:lnTo>
                      <a:pt x="263" y="141"/>
                    </a:lnTo>
                    <a:close/>
                    <a:moveTo>
                      <a:pt x="331" y="138"/>
                    </a:moveTo>
                    <a:cubicBezTo>
                      <a:pt x="331" y="44"/>
                      <a:pt x="331" y="44"/>
                      <a:pt x="331" y="44"/>
                    </a:cubicBezTo>
                    <a:cubicBezTo>
                      <a:pt x="331" y="12"/>
                      <a:pt x="339" y="0"/>
                      <a:pt x="368" y="0"/>
                    </a:cubicBezTo>
                    <a:cubicBezTo>
                      <a:pt x="397" y="0"/>
                      <a:pt x="405" y="12"/>
                      <a:pt x="405" y="44"/>
                    </a:cubicBezTo>
                    <a:cubicBezTo>
                      <a:pt x="405" y="138"/>
                      <a:pt x="405" y="138"/>
                      <a:pt x="405" y="138"/>
                    </a:cubicBezTo>
                    <a:cubicBezTo>
                      <a:pt x="405" y="170"/>
                      <a:pt x="397" y="181"/>
                      <a:pt x="368" y="181"/>
                    </a:cubicBezTo>
                    <a:cubicBezTo>
                      <a:pt x="339" y="181"/>
                      <a:pt x="331" y="170"/>
                      <a:pt x="331" y="138"/>
                    </a:cubicBezTo>
                    <a:close/>
                    <a:moveTo>
                      <a:pt x="354" y="141"/>
                    </a:moveTo>
                    <a:cubicBezTo>
                      <a:pt x="354" y="153"/>
                      <a:pt x="354" y="164"/>
                      <a:pt x="368" y="164"/>
                    </a:cubicBezTo>
                    <a:cubicBezTo>
                      <a:pt x="382" y="164"/>
                      <a:pt x="382" y="153"/>
                      <a:pt x="382" y="141"/>
                    </a:cubicBezTo>
                    <a:cubicBezTo>
                      <a:pt x="382" y="40"/>
                      <a:pt x="382" y="40"/>
                      <a:pt x="382" y="40"/>
                    </a:cubicBezTo>
                    <a:cubicBezTo>
                      <a:pt x="382" y="29"/>
                      <a:pt x="382" y="18"/>
                      <a:pt x="368" y="18"/>
                    </a:cubicBezTo>
                    <a:cubicBezTo>
                      <a:pt x="354" y="18"/>
                      <a:pt x="354" y="29"/>
                      <a:pt x="354" y="40"/>
                    </a:cubicBezTo>
                    <a:lnTo>
                      <a:pt x="354" y="141"/>
                    </a:lnTo>
                    <a:close/>
                    <a:moveTo>
                      <a:pt x="453" y="35"/>
                    </a:moveTo>
                    <a:cubicBezTo>
                      <a:pt x="453" y="35"/>
                      <a:pt x="453" y="35"/>
                      <a:pt x="453" y="35"/>
                    </a:cubicBezTo>
                    <a:cubicBezTo>
                      <a:pt x="453" y="180"/>
                      <a:pt x="453" y="180"/>
                      <a:pt x="453" y="180"/>
                    </a:cubicBezTo>
                    <a:cubicBezTo>
                      <a:pt x="476" y="180"/>
                      <a:pt x="476" y="180"/>
                      <a:pt x="476" y="180"/>
                    </a:cubicBezTo>
                    <a:cubicBezTo>
                      <a:pt x="476" y="2"/>
                      <a:pt x="476" y="2"/>
                      <a:pt x="476" y="2"/>
                    </a:cubicBezTo>
                    <a:cubicBezTo>
                      <a:pt x="456" y="2"/>
                      <a:pt x="456" y="2"/>
                      <a:pt x="456" y="2"/>
                    </a:cubicBezTo>
                    <a:cubicBezTo>
                      <a:pt x="453" y="10"/>
                      <a:pt x="439" y="27"/>
                      <a:pt x="434" y="31"/>
                    </a:cubicBezTo>
                    <a:cubicBezTo>
                      <a:pt x="434" y="54"/>
                      <a:pt x="434" y="54"/>
                      <a:pt x="434" y="54"/>
                    </a:cubicBezTo>
                    <a:cubicBezTo>
                      <a:pt x="443" y="47"/>
                      <a:pt x="448" y="42"/>
                      <a:pt x="453" y="35"/>
                    </a:cubicBezTo>
                    <a:close/>
                    <a:moveTo>
                      <a:pt x="515" y="138"/>
                    </a:moveTo>
                    <a:cubicBezTo>
                      <a:pt x="515" y="44"/>
                      <a:pt x="515" y="44"/>
                      <a:pt x="515" y="44"/>
                    </a:cubicBezTo>
                    <a:cubicBezTo>
                      <a:pt x="515" y="12"/>
                      <a:pt x="522" y="0"/>
                      <a:pt x="551" y="0"/>
                    </a:cubicBezTo>
                    <a:cubicBezTo>
                      <a:pt x="581" y="0"/>
                      <a:pt x="588" y="12"/>
                      <a:pt x="588" y="44"/>
                    </a:cubicBezTo>
                    <a:cubicBezTo>
                      <a:pt x="588" y="138"/>
                      <a:pt x="588" y="138"/>
                      <a:pt x="588" y="138"/>
                    </a:cubicBezTo>
                    <a:cubicBezTo>
                      <a:pt x="588" y="170"/>
                      <a:pt x="581" y="181"/>
                      <a:pt x="551" y="181"/>
                    </a:cubicBezTo>
                    <a:cubicBezTo>
                      <a:pt x="522" y="181"/>
                      <a:pt x="515" y="170"/>
                      <a:pt x="515" y="138"/>
                    </a:cubicBezTo>
                    <a:close/>
                    <a:moveTo>
                      <a:pt x="538" y="141"/>
                    </a:moveTo>
                    <a:cubicBezTo>
                      <a:pt x="538" y="153"/>
                      <a:pt x="538" y="164"/>
                      <a:pt x="551" y="164"/>
                    </a:cubicBezTo>
                    <a:cubicBezTo>
                      <a:pt x="565" y="164"/>
                      <a:pt x="565" y="153"/>
                      <a:pt x="565" y="141"/>
                    </a:cubicBezTo>
                    <a:cubicBezTo>
                      <a:pt x="565" y="40"/>
                      <a:pt x="565" y="40"/>
                      <a:pt x="565" y="40"/>
                    </a:cubicBezTo>
                    <a:cubicBezTo>
                      <a:pt x="565" y="29"/>
                      <a:pt x="565" y="18"/>
                      <a:pt x="551" y="18"/>
                    </a:cubicBezTo>
                    <a:cubicBezTo>
                      <a:pt x="538" y="18"/>
                      <a:pt x="538" y="29"/>
                      <a:pt x="538" y="40"/>
                    </a:cubicBezTo>
                    <a:lnTo>
                      <a:pt x="538" y="141"/>
                    </a:lnTo>
                    <a:close/>
                    <a:moveTo>
                      <a:pt x="152" y="400"/>
                    </a:moveTo>
                    <a:cubicBezTo>
                      <a:pt x="118" y="400"/>
                      <a:pt x="85" y="400"/>
                      <a:pt x="51" y="400"/>
                    </a:cubicBezTo>
                    <a:cubicBezTo>
                      <a:pt x="42" y="400"/>
                      <a:pt x="40" y="400"/>
                      <a:pt x="39" y="400"/>
                    </a:cubicBezTo>
                    <a:cubicBezTo>
                      <a:pt x="30" y="402"/>
                      <a:pt x="26" y="403"/>
                      <a:pt x="21" y="408"/>
                    </a:cubicBezTo>
                    <a:cubicBezTo>
                      <a:pt x="15" y="414"/>
                      <a:pt x="11" y="421"/>
                      <a:pt x="7" y="430"/>
                    </a:cubicBezTo>
                    <a:cubicBezTo>
                      <a:pt x="6" y="433"/>
                      <a:pt x="4" y="439"/>
                      <a:pt x="3" y="442"/>
                    </a:cubicBezTo>
                    <a:cubicBezTo>
                      <a:pt x="2" y="443"/>
                      <a:pt x="2" y="443"/>
                      <a:pt x="2" y="443"/>
                    </a:cubicBezTo>
                    <a:cubicBezTo>
                      <a:pt x="7" y="443"/>
                      <a:pt x="7" y="443"/>
                      <a:pt x="7" y="443"/>
                    </a:cubicBezTo>
                    <a:cubicBezTo>
                      <a:pt x="9" y="441"/>
                      <a:pt x="9" y="441"/>
                      <a:pt x="9" y="441"/>
                    </a:cubicBezTo>
                    <a:cubicBezTo>
                      <a:pt x="13" y="434"/>
                      <a:pt x="18" y="429"/>
                      <a:pt x="22" y="426"/>
                    </a:cubicBezTo>
                    <a:cubicBezTo>
                      <a:pt x="26" y="423"/>
                      <a:pt x="33" y="421"/>
                      <a:pt x="42" y="421"/>
                    </a:cubicBezTo>
                    <a:cubicBezTo>
                      <a:pt x="45" y="421"/>
                      <a:pt x="45" y="421"/>
                      <a:pt x="45" y="421"/>
                    </a:cubicBezTo>
                    <a:cubicBezTo>
                      <a:pt x="44" y="429"/>
                      <a:pt x="44" y="437"/>
                      <a:pt x="43" y="445"/>
                    </a:cubicBezTo>
                    <a:cubicBezTo>
                      <a:pt x="41" y="471"/>
                      <a:pt x="41" y="471"/>
                      <a:pt x="40" y="477"/>
                    </a:cubicBezTo>
                    <a:cubicBezTo>
                      <a:pt x="37" y="496"/>
                      <a:pt x="35" y="503"/>
                      <a:pt x="27" y="514"/>
                    </a:cubicBezTo>
                    <a:cubicBezTo>
                      <a:pt x="20" y="524"/>
                      <a:pt x="19" y="526"/>
                      <a:pt x="18" y="531"/>
                    </a:cubicBezTo>
                    <a:cubicBezTo>
                      <a:pt x="17" y="538"/>
                      <a:pt x="21" y="543"/>
                      <a:pt x="27" y="545"/>
                    </a:cubicBezTo>
                    <a:cubicBezTo>
                      <a:pt x="30" y="546"/>
                      <a:pt x="33" y="546"/>
                      <a:pt x="36" y="545"/>
                    </a:cubicBezTo>
                    <a:cubicBezTo>
                      <a:pt x="36" y="545"/>
                      <a:pt x="36" y="545"/>
                      <a:pt x="36" y="545"/>
                    </a:cubicBezTo>
                    <a:cubicBezTo>
                      <a:pt x="39" y="543"/>
                      <a:pt x="43" y="539"/>
                      <a:pt x="45" y="534"/>
                    </a:cubicBezTo>
                    <a:cubicBezTo>
                      <a:pt x="50" y="525"/>
                      <a:pt x="55" y="500"/>
                      <a:pt x="58" y="470"/>
                    </a:cubicBezTo>
                    <a:cubicBezTo>
                      <a:pt x="58" y="467"/>
                      <a:pt x="61" y="423"/>
                      <a:pt x="61" y="421"/>
                    </a:cubicBezTo>
                    <a:cubicBezTo>
                      <a:pt x="99" y="421"/>
                      <a:pt x="99" y="421"/>
                      <a:pt x="99" y="421"/>
                    </a:cubicBezTo>
                    <a:cubicBezTo>
                      <a:pt x="96" y="439"/>
                      <a:pt x="95" y="456"/>
                      <a:pt x="94" y="473"/>
                    </a:cubicBezTo>
                    <a:cubicBezTo>
                      <a:pt x="93" y="479"/>
                      <a:pt x="93" y="499"/>
                      <a:pt x="93" y="505"/>
                    </a:cubicBezTo>
                    <a:cubicBezTo>
                      <a:pt x="94" y="520"/>
                      <a:pt x="97" y="530"/>
                      <a:pt x="101" y="536"/>
                    </a:cubicBezTo>
                    <a:cubicBezTo>
                      <a:pt x="105" y="541"/>
                      <a:pt x="110" y="544"/>
                      <a:pt x="115" y="545"/>
                    </a:cubicBezTo>
                    <a:cubicBezTo>
                      <a:pt x="118" y="546"/>
                      <a:pt x="123" y="546"/>
                      <a:pt x="126" y="545"/>
                    </a:cubicBezTo>
                    <a:cubicBezTo>
                      <a:pt x="130" y="544"/>
                      <a:pt x="134" y="541"/>
                      <a:pt x="138" y="537"/>
                    </a:cubicBezTo>
                    <a:cubicBezTo>
                      <a:pt x="143" y="532"/>
                      <a:pt x="146" y="526"/>
                      <a:pt x="149" y="517"/>
                    </a:cubicBezTo>
                    <a:cubicBezTo>
                      <a:pt x="150" y="513"/>
                      <a:pt x="151" y="505"/>
                      <a:pt x="151" y="504"/>
                    </a:cubicBezTo>
                    <a:cubicBezTo>
                      <a:pt x="147" y="504"/>
                      <a:pt x="147" y="504"/>
                      <a:pt x="147" y="504"/>
                    </a:cubicBezTo>
                    <a:cubicBezTo>
                      <a:pt x="146" y="508"/>
                      <a:pt x="146" y="509"/>
                      <a:pt x="145" y="511"/>
                    </a:cubicBezTo>
                    <a:cubicBezTo>
                      <a:pt x="143" y="515"/>
                      <a:pt x="140" y="518"/>
                      <a:pt x="135" y="520"/>
                    </a:cubicBezTo>
                    <a:cubicBezTo>
                      <a:pt x="130" y="521"/>
                      <a:pt x="124" y="521"/>
                      <a:pt x="119" y="518"/>
                    </a:cubicBezTo>
                    <a:cubicBezTo>
                      <a:pt x="114" y="515"/>
                      <a:pt x="111" y="509"/>
                      <a:pt x="110" y="502"/>
                    </a:cubicBezTo>
                    <a:cubicBezTo>
                      <a:pt x="108" y="475"/>
                      <a:pt x="112" y="448"/>
                      <a:pt x="115" y="421"/>
                    </a:cubicBezTo>
                    <a:cubicBezTo>
                      <a:pt x="152" y="421"/>
                      <a:pt x="152" y="421"/>
                      <a:pt x="152" y="421"/>
                    </a:cubicBezTo>
                    <a:cubicBezTo>
                      <a:pt x="152" y="400"/>
                      <a:pt x="152" y="400"/>
                      <a:pt x="152" y="400"/>
                    </a:cubicBezTo>
                    <a:close/>
                    <a:moveTo>
                      <a:pt x="366" y="348"/>
                    </a:moveTo>
                    <a:cubicBezTo>
                      <a:pt x="469" y="479"/>
                      <a:pt x="469" y="479"/>
                      <a:pt x="469" y="479"/>
                    </a:cubicBezTo>
                    <a:cubicBezTo>
                      <a:pt x="366" y="600"/>
                      <a:pt x="366" y="600"/>
                      <a:pt x="366" y="600"/>
                    </a:cubicBezTo>
                    <a:cubicBezTo>
                      <a:pt x="366" y="607"/>
                      <a:pt x="366" y="607"/>
                      <a:pt x="366" y="607"/>
                    </a:cubicBezTo>
                    <a:cubicBezTo>
                      <a:pt x="572" y="607"/>
                      <a:pt x="572" y="607"/>
                      <a:pt x="572" y="607"/>
                    </a:cubicBezTo>
                    <a:cubicBezTo>
                      <a:pt x="583" y="526"/>
                      <a:pt x="583" y="526"/>
                      <a:pt x="583" y="526"/>
                    </a:cubicBezTo>
                    <a:cubicBezTo>
                      <a:pt x="576" y="525"/>
                      <a:pt x="576" y="525"/>
                      <a:pt x="576" y="525"/>
                    </a:cubicBezTo>
                    <a:cubicBezTo>
                      <a:pt x="571" y="543"/>
                      <a:pt x="564" y="556"/>
                      <a:pt x="554" y="561"/>
                    </a:cubicBezTo>
                    <a:cubicBezTo>
                      <a:pt x="544" y="567"/>
                      <a:pt x="530" y="570"/>
                      <a:pt x="512" y="570"/>
                    </a:cubicBezTo>
                    <a:cubicBezTo>
                      <a:pt x="411" y="570"/>
                      <a:pt x="411" y="570"/>
                      <a:pt x="411" y="570"/>
                    </a:cubicBezTo>
                    <a:cubicBezTo>
                      <a:pt x="503" y="462"/>
                      <a:pt x="503" y="462"/>
                      <a:pt x="503" y="462"/>
                    </a:cubicBezTo>
                    <a:cubicBezTo>
                      <a:pt x="422" y="358"/>
                      <a:pt x="422" y="358"/>
                      <a:pt x="422" y="358"/>
                    </a:cubicBezTo>
                    <a:cubicBezTo>
                      <a:pt x="513" y="358"/>
                      <a:pt x="513" y="358"/>
                      <a:pt x="513" y="358"/>
                    </a:cubicBezTo>
                    <a:cubicBezTo>
                      <a:pt x="526" y="358"/>
                      <a:pt x="536" y="359"/>
                      <a:pt x="542" y="362"/>
                    </a:cubicBezTo>
                    <a:cubicBezTo>
                      <a:pt x="548" y="366"/>
                      <a:pt x="553" y="371"/>
                      <a:pt x="557" y="378"/>
                    </a:cubicBezTo>
                    <a:cubicBezTo>
                      <a:pt x="560" y="385"/>
                      <a:pt x="563" y="395"/>
                      <a:pt x="563" y="408"/>
                    </a:cubicBezTo>
                    <a:cubicBezTo>
                      <a:pt x="571" y="408"/>
                      <a:pt x="571" y="408"/>
                      <a:pt x="571" y="408"/>
                    </a:cubicBezTo>
                    <a:cubicBezTo>
                      <a:pt x="566" y="341"/>
                      <a:pt x="566" y="341"/>
                      <a:pt x="566" y="341"/>
                    </a:cubicBezTo>
                    <a:cubicBezTo>
                      <a:pt x="366" y="341"/>
                      <a:pt x="366" y="341"/>
                      <a:pt x="366" y="341"/>
                    </a:cubicBezTo>
                    <a:lnTo>
                      <a:pt x="366" y="348"/>
                    </a:lnTo>
                    <a:close/>
                  </a:path>
                </a:pathLst>
              </a:custGeom>
              <a:solidFill>
                <a:srgbClr val="CD391F">
                  <a:alpha val="69803"/>
                </a:srgbClr>
              </a:solid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Century Gothic"/>
                  <a:buNone/>
                </a:pPr>
                <a:endParaRPr sz="1800" b="0" i="0" u="none" strike="noStrike" cap="none">
                  <a:solidFill>
                    <a:srgbClr val="3C3C3B"/>
                  </a:solidFill>
                  <a:latin typeface="Century Gothic"/>
                  <a:ea typeface="Century Gothic"/>
                  <a:cs typeface="Century Gothic"/>
                  <a:sym typeface="Century Gothic"/>
                </a:endParaRPr>
              </a:p>
            </p:txBody>
          </p:sp>
        </p:grpSp>
      </p:grpSp>
      <p:sp>
        <p:nvSpPr>
          <p:cNvPr id="1497" name="Google Shape;1497;p98">
            <a:hlinkClick r:id="rId3" action="ppaction://hlinksldjump"/>
          </p:cNvPr>
          <p:cNvSpPr/>
          <p:nvPr/>
        </p:nvSpPr>
        <p:spPr>
          <a:xfrm>
            <a:off x="6515100" y="-196501"/>
            <a:ext cx="2777392" cy="378533"/>
          </a:xfrm>
          <a:prstGeom prst="roundRect">
            <a:avLst>
              <a:gd name="adj" fmla="val 50000"/>
            </a:avLst>
          </a:prstGeom>
          <a:solidFill>
            <a:schemeClr val="accent4"/>
          </a:solidFill>
          <a:ln>
            <a:noFill/>
          </a:ln>
        </p:spPr>
        <p:txBody>
          <a:bodyPr spcFirstLastPara="1" wrap="square" lIns="36000" tIns="180000" rIns="180000" bIns="0" anchor="ctr" anchorCtr="0">
            <a:noAutofit/>
          </a:bodyPr>
          <a:lstStyle/>
          <a:p>
            <a:pPr marL="0" marR="0" lvl="0" indent="0" algn="ctr" rtl="0">
              <a:spcBef>
                <a:spcPts val="0"/>
              </a:spcBef>
              <a:spcAft>
                <a:spcPts val="0"/>
              </a:spcAft>
              <a:buNone/>
            </a:pPr>
            <a:r>
              <a:rPr lang="en-GB" sz="750">
                <a:solidFill>
                  <a:schemeClr val="lt1"/>
                </a:solidFill>
                <a:latin typeface="Century Gothic"/>
                <a:ea typeface="Century Gothic"/>
                <a:cs typeface="Century Gothic"/>
                <a:sym typeface="Century Gothic"/>
              </a:rPr>
              <a:t>   Customer Lifecycle Management</a:t>
            </a:r>
            <a:endParaRPr sz="750">
              <a:solidFill>
                <a:schemeClr val="lt1"/>
              </a:solidFill>
              <a:latin typeface="Century Gothic"/>
              <a:ea typeface="Century Gothic"/>
              <a:cs typeface="Century Gothic"/>
              <a:sym typeface="Century Gothic"/>
            </a:endParaRPr>
          </a:p>
        </p:txBody>
      </p:sp>
      <p:grpSp>
        <p:nvGrpSpPr>
          <p:cNvPr id="1498" name="Google Shape;1498;p98"/>
          <p:cNvGrpSpPr/>
          <p:nvPr/>
        </p:nvGrpSpPr>
        <p:grpSpPr>
          <a:xfrm>
            <a:off x="7717533" y="4360377"/>
            <a:ext cx="1058348" cy="347375"/>
            <a:chOff x="7651698" y="4287227"/>
            <a:chExt cx="1058348" cy="347375"/>
          </a:xfrm>
        </p:grpSpPr>
        <p:grpSp>
          <p:nvGrpSpPr>
            <p:cNvPr id="1499" name="Google Shape;1499;p98"/>
            <p:cNvGrpSpPr/>
            <p:nvPr/>
          </p:nvGrpSpPr>
          <p:grpSpPr>
            <a:xfrm>
              <a:off x="7714163" y="4337598"/>
              <a:ext cx="995883" cy="297004"/>
              <a:chOff x="7711013" y="3986494"/>
              <a:chExt cx="995883" cy="297004"/>
            </a:xfrm>
          </p:grpSpPr>
          <p:sp>
            <p:nvSpPr>
              <p:cNvPr id="1500" name="Google Shape;1500;p98"/>
              <p:cNvSpPr txBox="1"/>
              <p:nvPr/>
            </p:nvSpPr>
            <p:spPr>
              <a:xfrm>
                <a:off x="7967591" y="3986494"/>
                <a:ext cx="739305" cy="297004"/>
              </a:xfrm>
              <a:prstGeom prst="rect">
                <a:avLst/>
              </a:prstGeom>
              <a:noFill/>
              <a:ln>
                <a:noFill/>
              </a:ln>
            </p:spPr>
            <p:txBody>
              <a:bodyPr spcFirstLastPara="1" wrap="square" lIns="91425" tIns="45700" rIns="91425" bIns="45700" anchor="t" anchorCtr="0">
                <a:noAutofit/>
              </a:bodyPr>
              <a:lstStyle/>
              <a:p>
                <a:pPr marL="0" marR="0" lvl="0" indent="0" algn="l" rtl="0">
                  <a:lnSpc>
                    <a:spcPct val="95000"/>
                  </a:lnSpc>
                  <a:spcBef>
                    <a:spcPts val="0"/>
                  </a:spcBef>
                  <a:spcAft>
                    <a:spcPts val="0"/>
                  </a:spcAft>
                  <a:buNone/>
                </a:pPr>
                <a:r>
                  <a:rPr lang="en-GB" sz="700">
                    <a:solidFill>
                      <a:srgbClr val="3C3C3B"/>
                    </a:solidFill>
                    <a:latin typeface="Century Gothic"/>
                    <a:ea typeface="Century Gothic"/>
                    <a:cs typeface="Century Gothic"/>
                    <a:sym typeface="Century Gothic"/>
                  </a:rPr>
                  <a:t>Use Cases &amp;</a:t>
                </a:r>
                <a:br>
                  <a:rPr lang="en-GB" sz="700">
                    <a:solidFill>
                      <a:srgbClr val="3C3C3B"/>
                    </a:solidFill>
                    <a:latin typeface="Century Gothic"/>
                    <a:ea typeface="Century Gothic"/>
                    <a:cs typeface="Century Gothic"/>
                    <a:sym typeface="Century Gothic"/>
                  </a:rPr>
                </a:br>
                <a:r>
                  <a:rPr lang="en-GB" sz="700">
                    <a:solidFill>
                      <a:srgbClr val="3C3C3B"/>
                    </a:solidFill>
                    <a:latin typeface="Century Gothic"/>
                    <a:ea typeface="Century Gothic"/>
                    <a:cs typeface="Century Gothic"/>
                    <a:sym typeface="Century Gothic"/>
                  </a:rPr>
                  <a:t>Case Studies</a:t>
                </a:r>
                <a:endParaRPr sz="700">
                  <a:solidFill>
                    <a:srgbClr val="3C3C3B"/>
                  </a:solidFill>
                  <a:latin typeface="Century Gothic"/>
                  <a:ea typeface="Century Gothic"/>
                  <a:cs typeface="Century Gothic"/>
                  <a:sym typeface="Century Gothic"/>
                </a:endParaRPr>
              </a:p>
            </p:txBody>
          </p:sp>
          <p:grpSp>
            <p:nvGrpSpPr>
              <p:cNvPr id="1501" name="Google Shape;1501;p98"/>
              <p:cNvGrpSpPr/>
              <p:nvPr/>
            </p:nvGrpSpPr>
            <p:grpSpPr>
              <a:xfrm>
                <a:off x="7711013" y="4002615"/>
                <a:ext cx="281520" cy="241973"/>
                <a:chOff x="5652748" y="4066000"/>
                <a:chExt cx="906498" cy="747974"/>
              </a:xfrm>
            </p:grpSpPr>
            <p:sp>
              <p:nvSpPr>
                <p:cNvPr id="1502" name="Google Shape;1502;p98"/>
                <p:cNvSpPr/>
                <p:nvPr/>
              </p:nvSpPr>
              <p:spPr>
                <a:xfrm>
                  <a:off x="6024179" y="4066000"/>
                  <a:ext cx="535067" cy="685800"/>
                </a:xfrm>
                <a:custGeom>
                  <a:avLst/>
                  <a:gdLst/>
                  <a:ahLst/>
                  <a:cxnLst/>
                  <a:rect l="l" t="t" r="r" b="b"/>
                  <a:pathLst>
                    <a:path w="347" h="445" extrusionOk="0">
                      <a:moveTo>
                        <a:pt x="235" y="136"/>
                      </a:moveTo>
                      <a:cubicBezTo>
                        <a:pt x="347" y="136"/>
                        <a:pt x="347" y="136"/>
                        <a:pt x="347" y="136"/>
                      </a:cubicBezTo>
                      <a:cubicBezTo>
                        <a:pt x="347" y="421"/>
                        <a:pt x="347" y="421"/>
                        <a:pt x="347" y="421"/>
                      </a:cubicBezTo>
                      <a:cubicBezTo>
                        <a:pt x="347" y="434"/>
                        <a:pt x="336" y="445"/>
                        <a:pt x="322" y="445"/>
                      </a:cubicBezTo>
                      <a:cubicBezTo>
                        <a:pt x="25" y="445"/>
                        <a:pt x="25" y="445"/>
                        <a:pt x="25" y="445"/>
                      </a:cubicBezTo>
                      <a:cubicBezTo>
                        <a:pt x="11" y="445"/>
                        <a:pt x="0" y="434"/>
                        <a:pt x="0" y="421"/>
                      </a:cubicBezTo>
                      <a:cubicBezTo>
                        <a:pt x="0" y="25"/>
                        <a:pt x="0" y="25"/>
                        <a:pt x="0" y="25"/>
                      </a:cubicBezTo>
                      <a:cubicBezTo>
                        <a:pt x="0" y="11"/>
                        <a:pt x="11" y="0"/>
                        <a:pt x="25" y="0"/>
                      </a:cubicBezTo>
                      <a:cubicBezTo>
                        <a:pt x="211" y="0"/>
                        <a:pt x="211" y="0"/>
                        <a:pt x="211" y="0"/>
                      </a:cubicBezTo>
                      <a:cubicBezTo>
                        <a:pt x="211" y="111"/>
                        <a:pt x="211" y="111"/>
                        <a:pt x="211" y="111"/>
                      </a:cubicBezTo>
                      <a:cubicBezTo>
                        <a:pt x="211" y="125"/>
                        <a:pt x="222" y="136"/>
                        <a:pt x="235" y="136"/>
                      </a:cubicBezTo>
                      <a:close/>
                      <a:moveTo>
                        <a:pt x="260" y="111"/>
                      </a:moveTo>
                      <a:cubicBezTo>
                        <a:pt x="347" y="111"/>
                        <a:pt x="347" y="111"/>
                        <a:pt x="347" y="111"/>
                      </a:cubicBezTo>
                      <a:cubicBezTo>
                        <a:pt x="235" y="0"/>
                        <a:pt x="235" y="0"/>
                        <a:pt x="235" y="0"/>
                      </a:cubicBezTo>
                      <a:cubicBezTo>
                        <a:pt x="235" y="86"/>
                        <a:pt x="235" y="86"/>
                        <a:pt x="235" y="86"/>
                      </a:cubicBezTo>
                      <a:cubicBezTo>
                        <a:pt x="235" y="100"/>
                        <a:pt x="246" y="111"/>
                        <a:pt x="260" y="111"/>
                      </a:cubicBezTo>
                      <a:close/>
                      <a:moveTo>
                        <a:pt x="293" y="219"/>
                      </a:moveTo>
                      <a:cubicBezTo>
                        <a:pt x="54" y="219"/>
                        <a:pt x="54" y="219"/>
                        <a:pt x="54" y="219"/>
                      </a:cubicBezTo>
                      <a:cubicBezTo>
                        <a:pt x="54" y="246"/>
                        <a:pt x="54" y="246"/>
                        <a:pt x="54" y="246"/>
                      </a:cubicBezTo>
                      <a:cubicBezTo>
                        <a:pt x="293" y="246"/>
                        <a:pt x="293" y="246"/>
                        <a:pt x="293" y="246"/>
                      </a:cubicBezTo>
                      <a:lnTo>
                        <a:pt x="293" y="219"/>
                      </a:lnTo>
                      <a:close/>
                      <a:moveTo>
                        <a:pt x="293" y="278"/>
                      </a:moveTo>
                      <a:cubicBezTo>
                        <a:pt x="54" y="278"/>
                        <a:pt x="54" y="278"/>
                        <a:pt x="54" y="278"/>
                      </a:cubicBezTo>
                      <a:cubicBezTo>
                        <a:pt x="54" y="306"/>
                        <a:pt x="54" y="306"/>
                        <a:pt x="54" y="306"/>
                      </a:cubicBezTo>
                      <a:cubicBezTo>
                        <a:pt x="293" y="306"/>
                        <a:pt x="293" y="306"/>
                        <a:pt x="293" y="306"/>
                      </a:cubicBezTo>
                      <a:lnTo>
                        <a:pt x="293" y="278"/>
                      </a:lnTo>
                      <a:close/>
                      <a:moveTo>
                        <a:pt x="293" y="338"/>
                      </a:moveTo>
                      <a:cubicBezTo>
                        <a:pt x="54" y="338"/>
                        <a:pt x="54" y="338"/>
                        <a:pt x="54" y="338"/>
                      </a:cubicBezTo>
                      <a:cubicBezTo>
                        <a:pt x="54" y="365"/>
                        <a:pt x="54" y="365"/>
                        <a:pt x="54" y="365"/>
                      </a:cubicBezTo>
                      <a:cubicBezTo>
                        <a:pt x="293" y="365"/>
                        <a:pt x="293" y="365"/>
                        <a:pt x="293" y="365"/>
                      </a:cubicBezTo>
                      <a:lnTo>
                        <a:pt x="293" y="338"/>
                      </a:lnTo>
                      <a:close/>
                    </a:path>
                  </a:pathLst>
                </a:custGeom>
                <a:solidFill>
                  <a:srgbClr val="5F6062"/>
                </a:solidFill>
                <a:ln>
                  <a:noFill/>
                </a:ln>
              </p:spPr>
              <p:txBody>
                <a:bodyPr spcFirstLastPara="1" wrap="square" lIns="91425" tIns="45700" rIns="91425" bIns="45700" anchor="t" anchorCtr="0">
                  <a:noAutofit/>
                </a:bodyPr>
                <a:lstStyle/>
                <a:p>
                  <a:pPr marL="0" marR="0" lvl="0" indent="0" algn="ctr"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503" name="Google Shape;1503;p98"/>
                <p:cNvSpPr/>
                <p:nvPr/>
              </p:nvSpPr>
              <p:spPr>
                <a:xfrm>
                  <a:off x="5842000" y="4222750"/>
                  <a:ext cx="412750" cy="412750"/>
                </a:xfrm>
                <a:prstGeom prst="ellipse">
                  <a:avLst/>
                </a:prstGeom>
                <a:solidFill>
                  <a:schemeClr val="accent1"/>
                </a:solidFill>
                <a:ln>
                  <a:noFill/>
                </a:ln>
              </p:spPr>
              <p:txBody>
                <a:bodyPr spcFirstLastPara="1" wrap="square" lIns="91425" tIns="91425" rIns="91425" bIns="91425" anchor="t" anchorCtr="0">
                  <a:noAutofit/>
                </a:bodyPr>
                <a:lstStyle/>
                <a:p>
                  <a:pPr marL="0" marR="0" lvl="0" indent="0" algn="ctr" rtl="0">
                    <a:spcBef>
                      <a:spcPts val="0"/>
                    </a:spcBef>
                    <a:spcAft>
                      <a:spcPts val="0"/>
                    </a:spcAft>
                    <a:buNone/>
                  </a:pPr>
                  <a:endParaRPr sz="1800">
                    <a:solidFill>
                      <a:srgbClr val="FFFFFF"/>
                    </a:solidFill>
                    <a:latin typeface="Century Gothic"/>
                    <a:ea typeface="Century Gothic"/>
                    <a:cs typeface="Century Gothic"/>
                    <a:sym typeface="Century Gothic"/>
                  </a:endParaRPr>
                </a:p>
              </p:txBody>
            </p:sp>
            <p:sp>
              <p:nvSpPr>
                <p:cNvPr id="1504" name="Google Shape;1504;p98"/>
                <p:cNvSpPr/>
                <p:nvPr/>
              </p:nvSpPr>
              <p:spPr>
                <a:xfrm>
                  <a:off x="5652748" y="4166436"/>
                  <a:ext cx="618134" cy="647538"/>
                </a:xfrm>
                <a:custGeom>
                  <a:avLst/>
                  <a:gdLst/>
                  <a:ahLst/>
                  <a:cxnLst/>
                  <a:rect l="l" t="t" r="r" b="b"/>
                  <a:pathLst>
                    <a:path w="383" h="401" extrusionOk="0">
                      <a:moveTo>
                        <a:pt x="380" y="144"/>
                      </a:moveTo>
                      <a:cubicBezTo>
                        <a:pt x="377" y="63"/>
                        <a:pt x="309" y="0"/>
                        <a:pt x="229" y="3"/>
                      </a:cubicBezTo>
                      <a:cubicBezTo>
                        <a:pt x="148" y="6"/>
                        <a:pt x="85" y="74"/>
                        <a:pt x="88" y="155"/>
                      </a:cubicBezTo>
                      <a:cubicBezTo>
                        <a:pt x="89" y="182"/>
                        <a:pt x="98" y="208"/>
                        <a:pt x="112" y="230"/>
                      </a:cubicBezTo>
                      <a:cubicBezTo>
                        <a:pt x="112" y="230"/>
                        <a:pt x="112" y="230"/>
                        <a:pt x="112" y="230"/>
                      </a:cubicBezTo>
                      <a:cubicBezTo>
                        <a:pt x="107" y="235"/>
                        <a:pt x="107" y="235"/>
                        <a:pt x="107" y="235"/>
                      </a:cubicBezTo>
                      <a:cubicBezTo>
                        <a:pt x="63" y="285"/>
                        <a:pt x="63" y="285"/>
                        <a:pt x="63" y="285"/>
                      </a:cubicBezTo>
                      <a:cubicBezTo>
                        <a:pt x="20" y="332"/>
                        <a:pt x="20" y="332"/>
                        <a:pt x="20" y="332"/>
                      </a:cubicBezTo>
                      <a:cubicBezTo>
                        <a:pt x="15" y="338"/>
                        <a:pt x="15" y="338"/>
                        <a:pt x="15" y="338"/>
                      </a:cubicBezTo>
                      <a:cubicBezTo>
                        <a:pt x="0" y="354"/>
                        <a:pt x="0" y="374"/>
                        <a:pt x="15" y="387"/>
                      </a:cubicBezTo>
                      <a:cubicBezTo>
                        <a:pt x="29" y="401"/>
                        <a:pt x="49" y="398"/>
                        <a:pt x="64" y="382"/>
                      </a:cubicBezTo>
                      <a:cubicBezTo>
                        <a:pt x="69" y="377"/>
                        <a:pt x="69" y="377"/>
                        <a:pt x="69" y="377"/>
                      </a:cubicBezTo>
                      <a:cubicBezTo>
                        <a:pt x="156" y="279"/>
                        <a:pt x="156" y="279"/>
                        <a:pt x="156" y="279"/>
                      </a:cubicBezTo>
                      <a:cubicBezTo>
                        <a:pt x="160" y="275"/>
                        <a:pt x="160" y="275"/>
                        <a:pt x="160" y="275"/>
                      </a:cubicBezTo>
                      <a:cubicBezTo>
                        <a:pt x="183" y="289"/>
                        <a:pt x="211" y="296"/>
                        <a:pt x="240" y="295"/>
                      </a:cubicBezTo>
                      <a:cubicBezTo>
                        <a:pt x="320" y="292"/>
                        <a:pt x="383" y="224"/>
                        <a:pt x="380" y="144"/>
                      </a:cubicBezTo>
                      <a:close/>
                      <a:moveTo>
                        <a:pt x="238" y="243"/>
                      </a:moveTo>
                      <a:cubicBezTo>
                        <a:pt x="186" y="245"/>
                        <a:pt x="142" y="205"/>
                        <a:pt x="140" y="153"/>
                      </a:cubicBezTo>
                      <a:cubicBezTo>
                        <a:pt x="139" y="101"/>
                        <a:pt x="179" y="57"/>
                        <a:pt x="231" y="56"/>
                      </a:cubicBezTo>
                      <a:cubicBezTo>
                        <a:pt x="282" y="54"/>
                        <a:pt x="326" y="94"/>
                        <a:pt x="328" y="146"/>
                      </a:cubicBezTo>
                      <a:cubicBezTo>
                        <a:pt x="330" y="198"/>
                        <a:pt x="289" y="241"/>
                        <a:pt x="238" y="243"/>
                      </a:cubicBezTo>
                      <a:close/>
                    </a:path>
                  </a:pathLst>
                </a:custGeom>
                <a:solidFill>
                  <a:schemeClr val="accent6"/>
                </a:solidFill>
                <a:ln w="9525"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ctr" rtl="0">
                    <a:spcBef>
                      <a:spcPts val="0"/>
                    </a:spcBef>
                    <a:spcAft>
                      <a:spcPts val="0"/>
                    </a:spcAft>
                    <a:buNone/>
                  </a:pPr>
                  <a:endParaRPr sz="1800">
                    <a:solidFill>
                      <a:schemeClr val="dk1"/>
                    </a:solidFill>
                    <a:latin typeface="Century Gothic"/>
                    <a:ea typeface="Century Gothic"/>
                    <a:cs typeface="Century Gothic"/>
                    <a:sym typeface="Century Gothic"/>
                  </a:endParaRPr>
                </a:p>
              </p:txBody>
            </p:sp>
          </p:grpSp>
        </p:grpSp>
        <p:sp>
          <p:nvSpPr>
            <p:cNvPr id="1505" name="Google Shape;1505;p98">
              <a:hlinkClick r:id="" action="ppaction://noaction"/>
            </p:cNvPr>
            <p:cNvSpPr/>
            <p:nvPr/>
          </p:nvSpPr>
          <p:spPr>
            <a:xfrm>
              <a:off x="7651698" y="4287227"/>
              <a:ext cx="1023242" cy="338668"/>
            </a:xfrm>
            <a:prstGeom prst="rect">
              <a:avLst/>
            </a:prstGeom>
            <a:solidFill>
              <a:schemeClr val="accent1">
                <a:alpha val="0"/>
              </a:schemeClr>
            </a:solidFill>
            <a:ln>
              <a:noFill/>
            </a:ln>
          </p:spPr>
          <p:txBody>
            <a:bodyPr spcFirstLastPara="1" wrap="square" lIns="91425" tIns="91425" rIns="91425" bIns="91425" anchor="t" anchorCtr="0">
              <a:noAutofit/>
            </a:bodyPr>
            <a:lstStyle/>
            <a:p>
              <a:pPr marL="0" marR="0" lvl="0" indent="0" algn="ctr" rtl="0">
                <a:spcBef>
                  <a:spcPts val="0"/>
                </a:spcBef>
                <a:spcAft>
                  <a:spcPts val="0"/>
                </a:spcAft>
                <a:buNone/>
              </a:pPr>
              <a:endParaRPr sz="1800">
                <a:solidFill>
                  <a:srgbClr val="FFFFFF"/>
                </a:solidFill>
                <a:latin typeface="Century Gothic"/>
                <a:ea typeface="Century Gothic"/>
                <a:cs typeface="Century Gothic"/>
                <a:sym typeface="Century Gothic"/>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510"/>
        <p:cNvGrpSpPr/>
        <p:nvPr/>
      </p:nvGrpSpPr>
      <p:grpSpPr>
        <a:xfrm>
          <a:off x="0" y="0"/>
          <a:ext cx="0" cy="0"/>
          <a:chOff x="0" y="0"/>
          <a:chExt cx="0" cy="0"/>
        </a:xfrm>
      </p:grpSpPr>
      <p:graphicFrame>
        <p:nvGraphicFramePr>
          <p:cNvPr id="1511" name="Google Shape;1511;p99"/>
          <p:cNvGraphicFramePr/>
          <p:nvPr/>
        </p:nvGraphicFramePr>
        <p:xfrm>
          <a:off x="469899" y="789217"/>
          <a:ext cx="8454525" cy="4145255"/>
        </p:xfrm>
        <a:graphic>
          <a:graphicData uri="http://schemas.openxmlformats.org/drawingml/2006/table">
            <a:tbl>
              <a:tblPr firstRow="1" bandRow="1">
                <a:noFill/>
                <a:tableStyleId>{D098BFCB-6916-41F2-A2A5-0DF0D5139B6F}</a:tableStyleId>
              </a:tblPr>
              <a:tblGrid>
                <a:gridCol w="130325">
                  <a:extLst>
                    <a:ext uri="{9D8B030D-6E8A-4147-A177-3AD203B41FA5}">
                      <a16:colId xmlns:a16="http://schemas.microsoft.com/office/drawing/2014/main" val="20000"/>
                    </a:ext>
                  </a:extLst>
                </a:gridCol>
                <a:gridCol w="556275">
                  <a:extLst>
                    <a:ext uri="{9D8B030D-6E8A-4147-A177-3AD203B41FA5}">
                      <a16:colId xmlns:a16="http://schemas.microsoft.com/office/drawing/2014/main" val="20001"/>
                    </a:ext>
                  </a:extLst>
                </a:gridCol>
                <a:gridCol w="367500">
                  <a:extLst>
                    <a:ext uri="{9D8B030D-6E8A-4147-A177-3AD203B41FA5}">
                      <a16:colId xmlns:a16="http://schemas.microsoft.com/office/drawing/2014/main" val="20002"/>
                    </a:ext>
                  </a:extLst>
                </a:gridCol>
                <a:gridCol w="3170075">
                  <a:extLst>
                    <a:ext uri="{9D8B030D-6E8A-4147-A177-3AD203B41FA5}">
                      <a16:colId xmlns:a16="http://schemas.microsoft.com/office/drawing/2014/main" val="20003"/>
                    </a:ext>
                  </a:extLst>
                </a:gridCol>
                <a:gridCol w="3276050">
                  <a:extLst>
                    <a:ext uri="{9D8B030D-6E8A-4147-A177-3AD203B41FA5}">
                      <a16:colId xmlns:a16="http://schemas.microsoft.com/office/drawing/2014/main" val="20004"/>
                    </a:ext>
                  </a:extLst>
                </a:gridCol>
                <a:gridCol w="477150">
                  <a:extLst>
                    <a:ext uri="{9D8B030D-6E8A-4147-A177-3AD203B41FA5}">
                      <a16:colId xmlns:a16="http://schemas.microsoft.com/office/drawing/2014/main" val="20005"/>
                    </a:ext>
                  </a:extLst>
                </a:gridCol>
                <a:gridCol w="477150">
                  <a:extLst>
                    <a:ext uri="{9D8B030D-6E8A-4147-A177-3AD203B41FA5}">
                      <a16:colId xmlns:a16="http://schemas.microsoft.com/office/drawing/2014/main" val="20006"/>
                    </a:ext>
                  </a:extLst>
                </a:gridCol>
              </a:tblGrid>
              <a:tr h="180850">
                <a:tc gridSpan="3">
                  <a:txBody>
                    <a:bodyPr/>
                    <a:lstStyle/>
                    <a:p>
                      <a:pPr marL="0" marR="0" lvl="0" indent="0" algn="ctr" rtl="0">
                        <a:spcBef>
                          <a:spcPts val="0"/>
                        </a:spcBef>
                        <a:spcAft>
                          <a:spcPts val="0"/>
                        </a:spcAft>
                        <a:buNone/>
                      </a:pPr>
                      <a:r>
                        <a:rPr lang="en-GB" sz="1200" b="1">
                          <a:solidFill>
                            <a:schemeClr val="dk2"/>
                          </a:solidFill>
                        </a:rPr>
                        <a:t>Level</a:t>
                      </a:r>
                      <a:endParaRPr sz="1200" b="1">
                        <a:solidFill>
                          <a:schemeClr val="dk2"/>
                        </a:solidFill>
                      </a:endParaRPr>
                    </a:p>
                  </a:txBody>
                  <a:tcPr marL="0" marR="0" marT="0" marB="0"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hMerge="1">
                  <a:txBody>
                    <a:bodyPr/>
                    <a:lstStyle/>
                    <a:p>
                      <a:endParaRPr/>
                    </a:p>
                  </a:txBody>
                  <a:tcPr/>
                </a:tc>
                <a:tc hMerge="1">
                  <a:txBody>
                    <a:bodyPr/>
                    <a:lstStyle/>
                    <a:p>
                      <a:endParaRPr/>
                    </a:p>
                  </a:txBody>
                  <a:tcPr/>
                </a:tc>
                <a:tc gridSpan="2">
                  <a:txBody>
                    <a:bodyPr/>
                    <a:lstStyle/>
                    <a:p>
                      <a:pPr marL="0" marR="0" lvl="0" indent="0" algn="ctr" rtl="0">
                        <a:lnSpc>
                          <a:spcPct val="100000"/>
                        </a:lnSpc>
                        <a:spcBef>
                          <a:spcPts val="0"/>
                        </a:spcBef>
                        <a:spcAft>
                          <a:spcPts val="0"/>
                        </a:spcAft>
                        <a:buClr>
                          <a:schemeClr val="dk2"/>
                        </a:buClr>
                        <a:buSzPts val="1200"/>
                        <a:buFont typeface="Century Gothic"/>
                        <a:buNone/>
                      </a:pPr>
                      <a:r>
                        <a:rPr lang="en-GB" sz="1200" b="1">
                          <a:solidFill>
                            <a:schemeClr val="dk2"/>
                          </a:solidFill>
                        </a:rPr>
                        <a:t>Maturity Statement</a:t>
                      </a:r>
                      <a:endParaRPr/>
                    </a:p>
                  </a:txBody>
                  <a:tcPr marL="0" marR="0" marT="0" marB="0"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hMerge="1">
                  <a:txBody>
                    <a:bodyPr/>
                    <a:lstStyle/>
                    <a:p>
                      <a:endParaRPr/>
                    </a:p>
                  </a:txBody>
                  <a:tcPr/>
                </a:tc>
                <a:tc>
                  <a:txBody>
                    <a:bodyPr/>
                    <a:lstStyle/>
                    <a:p>
                      <a:pPr marL="0" marR="0" lvl="0" indent="0" algn="ctr" rtl="0">
                        <a:spcBef>
                          <a:spcPts val="0"/>
                        </a:spcBef>
                        <a:spcAft>
                          <a:spcPts val="0"/>
                        </a:spcAft>
                        <a:buNone/>
                      </a:pPr>
                      <a:r>
                        <a:rPr lang="en-GB" sz="800" b="1">
                          <a:solidFill>
                            <a:schemeClr val="dk2"/>
                          </a:solidFill>
                        </a:rPr>
                        <a:t>Current</a:t>
                      </a:r>
                      <a:endParaRPr sz="800" b="1">
                        <a:solidFill>
                          <a:schemeClr val="dk2"/>
                        </a:solidFill>
                      </a:endParaRPr>
                    </a:p>
                  </a:txBody>
                  <a:tcPr marL="0" marR="0" marT="0" marB="0"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a:txBody>
                    <a:bodyPr/>
                    <a:lstStyle/>
                    <a:p>
                      <a:pPr marL="0" marR="0" lvl="0" indent="0" algn="ctr" rtl="0">
                        <a:spcBef>
                          <a:spcPts val="0"/>
                        </a:spcBef>
                        <a:spcAft>
                          <a:spcPts val="0"/>
                        </a:spcAft>
                        <a:buNone/>
                      </a:pPr>
                      <a:r>
                        <a:rPr lang="en-GB" sz="800" b="1">
                          <a:solidFill>
                            <a:schemeClr val="dk2"/>
                          </a:solidFill>
                        </a:rPr>
                        <a:t>Desired</a:t>
                      </a:r>
                      <a:endParaRPr sz="800" b="1">
                        <a:solidFill>
                          <a:schemeClr val="dk2"/>
                        </a:solidFill>
                      </a:endParaRPr>
                    </a:p>
                  </a:txBody>
                  <a:tcPr marL="0" marR="0" marT="0" marB="0"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extLst>
                  <a:ext uri="{0D108BD9-81ED-4DB2-BD59-A6C34878D82A}">
                    <a16:rowId xmlns:a16="http://schemas.microsoft.com/office/drawing/2014/main" val="10000"/>
                  </a:ext>
                </a:extLst>
              </a:tr>
              <a:tr h="553500">
                <a:tc>
                  <a:txBody>
                    <a:bodyPr/>
                    <a:lstStyle/>
                    <a:p>
                      <a:pPr marL="0" marR="0" lvl="0" indent="0" algn="ctr" rtl="0">
                        <a:spcBef>
                          <a:spcPts val="0"/>
                        </a:spcBef>
                        <a:spcAft>
                          <a:spcPts val="0"/>
                        </a:spcAft>
                        <a:buNone/>
                      </a:pPr>
                      <a:endParaRPr sz="1000" b="1">
                        <a:solidFill>
                          <a:schemeClr val="lt1"/>
                        </a:solidFill>
                        <a:latin typeface="Century Gothic"/>
                        <a:ea typeface="Century Gothic"/>
                        <a:cs typeface="Century Gothic"/>
                        <a:sym typeface="Century Gothic"/>
                      </a:endParaRPr>
                    </a:p>
                  </a:txBody>
                  <a:tcPr marL="46800" marR="46800" marT="46800" marB="46800"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C06C10"/>
                    </a:solidFill>
                  </a:tcPr>
                </a:tc>
                <a:tc gridSpan="2">
                  <a:txBody>
                    <a:bodyPr/>
                    <a:lstStyle/>
                    <a:p>
                      <a:pPr marL="0" marR="0" lvl="0" indent="0" algn="ctr" rtl="0">
                        <a:lnSpc>
                          <a:spcPct val="100000"/>
                        </a:lnSpc>
                        <a:spcBef>
                          <a:spcPts val="0"/>
                        </a:spcBef>
                        <a:spcAft>
                          <a:spcPts val="0"/>
                        </a:spcAft>
                        <a:buClr>
                          <a:schemeClr val="dk2"/>
                        </a:buClr>
                        <a:buSzPts val="1000"/>
                        <a:buFont typeface="Century Gothic"/>
                        <a:buNone/>
                      </a:pPr>
                      <a:r>
                        <a:rPr lang="en-GB" sz="1000" b="1">
                          <a:solidFill>
                            <a:schemeClr val="dk2"/>
                          </a:solidFill>
                          <a:latin typeface="Century Gothic"/>
                          <a:ea typeface="Century Gothic"/>
                          <a:cs typeface="Century Gothic"/>
                          <a:sym typeface="Century Gothic"/>
                        </a:rPr>
                        <a:t>Leading</a:t>
                      </a:r>
                      <a:endParaRPr/>
                    </a:p>
                  </a:txBody>
                  <a:tcPr marL="46800" marR="46800" marT="46800" marB="46800"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hMerge="1">
                  <a:txBody>
                    <a:bodyPr/>
                    <a:lstStyle/>
                    <a:p>
                      <a:endParaRPr/>
                    </a:p>
                  </a:txBody>
                  <a:tcPr/>
                </a:tc>
                <a:tc gridSpan="2">
                  <a:txBody>
                    <a:bodyPr/>
                    <a:lstStyle/>
                    <a:p>
                      <a:pPr marL="0" marR="0" lvl="0" indent="0" algn="l" rtl="0">
                        <a:lnSpc>
                          <a:spcPct val="100000"/>
                        </a:lnSpc>
                        <a:spcBef>
                          <a:spcPts val="0"/>
                        </a:spcBef>
                        <a:spcAft>
                          <a:spcPts val="0"/>
                        </a:spcAft>
                        <a:buClr>
                          <a:schemeClr val="dk1"/>
                        </a:buClr>
                        <a:buSzPts val="700"/>
                        <a:buFont typeface="Century Gothic"/>
                        <a:buNone/>
                      </a:pPr>
                      <a:r>
                        <a:rPr lang="en-GB" sz="700" b="0">
                          <a:solidFill>
                            <a:schemeClr val="dk1"/>
                          </a:solidFill>
                          <a:latin typeface="Century Gothic"/>
                          <a:ea typeface="Century Gothic"/>
                          <a:cs typeface="Century Gothic"/>
                          <a:sym typeface="Century Gothic"/>
                        </a:rPr>
                        <a:t>Personalized, multi-step on-boarding program where content, delivery channel and  cadence of messaging are based on customer actions. Large portfolio of events (500+) detected on a real-time / intraday / daily basis from a rich variety of data sources including transactions, interactions and external data. Advanced event detection routines such as machine learning finds unusual patterns of behaviour and detects changes in behaviour over time.  Active test and  learn methodology continuously trials new event types.</a:t>
                      </a:r>
                      <a:endParaRPr/>
                    </a:p>
                  </a:txBody>
                  <a:tcPr marL="36000" marR="36000" marT="36000" marB="36000">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hMerge="1">
                  <a:txBody>
                    <a:bodyPr/>
                    <a:lstStyle/>
                    <a:p>
                      <a:endParaRPr/>
                    </a:p>
                  </a:txBody>
                  <a:tcPr/>
                </a:tc>
                <a:tc>
                  <a:txBody>
                    <a:bodyPr/>
                    <a:lstStyle/>
                    <a:p>
                      <a:pPr marL="0" marR="0" lvl="0" indent="0" algn="ctr" rtl="0">
                        <a:spcBef>
                          <a:spcPts val="0"/>
                        </a:spcBef>
                        <a:spcAft>
                          <a:spcPts val="0"/>
                        </a:spcAft>
                        <a:buNone/>
                      </a:pPr>
                      <a:endParaRPr sz="1400"/>
                    </a:p>
                  </a:txBody>
                  <a:tcPr marL="46800" marR="46800" marT="46800" marB="46800"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a:txBody>
                    <a:bodyPr/>
                    <a:lstStyle/>
                    <a:p>
                      <a:pPr marL="0" marR="0" lvl="0" indent="0" algn="ctr" rtl="0">
                        <a:spcBef>
                          <a:spcPts val="0"/>
                        </a:spcBef>
                        <a:spcAft>
                          <a:spcPts val="0"/>
                        </a:spcAft>
                        <a:buNone/>
                      </a:pPr>
                      <a:endParaRPr sz="1400">
                        <a:solidFill>
                          <a:schemeClr val="dk1"/>
                        </a:solidFill>
                        <a:latin typeface="Noto Sans Symbols"/>
                        <a:ea typeface="Noto Sans Symbols"/>
                        <a:cs typeface="Noto Sans Symbols"/>
                        <a:sym typeface="Noto Sans Symbols"/>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extLst>
                  <a:ext uri="{0D108BD9-81ED-4DB2-BD59-A6C34878D82A}">
                    <a16:rowId xmlns:a16="http://schemas.microsoft.com/office/drawing/2014/main" val="10001"/>
                  </a:ext>
                </a:extLst>
              </a:tr>
              <a:tr h="503725">
                <a:tc>
                  <a:txBody>
                    <a:bodyPr/>
                    <a:lstStyle/>
                    <a:p>
                      <a:pPr marL="0" marR="0" lvl="0" indent="0" algn="ctr" rtl="0">
                        <a:spcBef>
                          <a:spcPts val="0"/>
                        </a:spcBef>
                        <a:spcAft>
                          <a:spcPts val="0"/>
                        </a:spcAft>
                        <a:buNone/>
                      </a:pPr>
                      <a:endParaRPr sz="1000" b="1">
                        <a:solidFill>
                          <a:schemeClr val="lt1"/>
                        </a:solidFill>
                        <a:latin typeface="Century Gothic"/>
                        <a:ea typeface="Century Gothic"/>
                        <a:cs typeface="Century Gothic"/>
                        <a:sym typeface="Century Gothic"/>
                      </a:endParaRPr>
                    </a:p>
                  </a:txBody>
                  <a:tcPr marL="46800" marR="46800" marT="46800" marB="46800"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CF7513"/>
                    </a:solidFill>
                  </a:tcPr>
                </a:tc>
                <a:tc gridSpan="2">
                  <a:txBody>
                    <a:bodyPr/>
                    <a:lstStyle/>
                    <a:p>
                      <a:pPr marL="0" marR="0" lvl="0" indent="0" algn="ctr" rtl="0">
                        <a:lnSpc>
                          <a:spcPct val="100000"/>
                        </a:lnSpc>
                        <a:spcBef>
                          <a:spcPts val="0"/>
                        </a:spcBef>
                        <a:spcAft>
                          <a:spcPts val="0"/>
                        </a:spcAft>
                        <a:buClr>
                          <a:schemeClr val="dk2"/>
                        </a:buClr>
                        <a:buSzPts val="1000"/>
                        <a:buFont typeface="Century Gothic"/>
                        <a:buNone/>
                      </a:pPr>
                      <a:r>
                        <a:rPr lang="en-GB" sz="1000" b="1">
                          <a:solidFill>
                            <a:schemeClr val="dk2"/>
                          </a:solidFill>
                          <a:latin typeface="Century Gothic"/>
                          <a:ea typeface="Century Gothic"/>
                          <a:cs typeface="Century Gothic"/>
                          <a:sym typeface="Century Gothic"/>
                        </a:rPr>
                        <a:t>Innovating</a:t>
                      </a:r>
                      <a:endParaRPr/>
                    </a:p>
                    <a:p>
                      <a:pPr marL="0" marR="0" lvl="0" indent="0" algn="ctr" rtl="0">
                        <a:spcBef>
                          <a:spcPts val="0"/>
                        </a:spcBef>
                        <a:spcAft>
                          <a:spcPts val="0"/>
                        </a:spcAft>
                        <a:buNone/>
                      </a:pPr>
                      <a:endParaRPr sz="1000" b="1">
                        <a:solidFill>
                          <a:schemeClr val="dk2"/>
                        </a:solidFill>
                        <a:latin typeface="Century Gothic"/>
                        <a:ea typeface="Century Gothic"/>
                        <a:cs typeface="Century Gothic"/>
                        <a:sym typeface="Century Gothic"/>
                      </a:endParaRPr>
                    </a:p>
                  </a:txBody>
                  <a:tcPr marL="46800" marR="46800" marT="46800" marB="46800"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hMerge="1">
                  <a:txBody>
                    <a:bodyPr/>
                    <a:lstStyle/>
                    <a:p>
                      <a:endParaRPr/>
                    </a:p>
                  </a:txBody>
                  <a:tcPr/>
                </a:tc>
                <a:tc gridSpan="2">
                  <a:txBody>
                    <a:bodyPr/>
                    <a:lstStyle/>
                    <a:p>
                      <a:pPr marL="0" marR="0" lvl="0" indent="0" algn="l" rtl="0">
                        <a:lnSpc>
                          <a:spcPct val="100000"/>
                        </a:lnSpc>
                        <a:spcBef>
                          <a:spcPts val="0"/>
                        </a:spcBef>
                        <a:spcAft>
                          <a:spcPts val="0"/>
                        </a:spcAft>
                        <a:buClr>
                          <a:schemeClr val="dk1"/>
                        </a:buClr>
                        <a:buSzPts val="700"/>
                        <a:buFont typeface="Century Gothic"/>
                        <a:buNone/>
                      </a:pPr>
                      <a:r>
                        <a:rPr lang="en-GB" sz="700" b="0">
                          <a:solidFill>
                            <a:schemeClr val="dk1"/>
                          </a:solidFill>
                          <a:latin typeface="Century Gothic"/>
                          <a:ea typeface="Century Gothic"/>
                          <a:cs typeface="Century Gothic"/>
                          <a:sym typeface="Century Gothic"/>
                        </a:rPr>
                        <a:t>Personalized, multi-step on-boarding program. Content and delivery channel are personalized to customer. Closed loop reporting to measure results . Testing of new and adjust go forward interactions. Medium to large portfolio (200-500) of events, mostly detected on daily basis from an expanding range of data sources including transactions and interactions. (Including online). Some intra-day event detection performed, particularly for digital channels. Established set of event detection methodologies are utilised depending on timeliness and complexity of data.</a:t>
                      </a:r>
                      <a:endParaRPr/>
                    </a:p>
                  </a:txBody>
                  <a:tcPr marL="36000" marR="36000" marT="36000" marB="36000">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hMerge="1">
                  <a:txBody>
                    <a:bodyPr/>
                    <a:lstStyle/>
                    <a:p>
                      <a:endParaRPr/>
                    </a:p>
                  </a:txBody>
                  <a:tcPr/>
                </a:tc>
                <a:tc>
                  <a:txBody>
                    <a:bodyPr/>
                    <a:lstStyle/>
                    <a:p>
                      <a:pPr marL="0" marR="0" lvl="0" indent="0" algn="ctr" rtl="0">
                        <a:spcBef>
                          <a:spcPts val="0"/>
                        </a:spcBef>
                        <a:spcAft>
                          <a:spcPts val="0"/>
                        </a:spcAft>
                        <a:buNone/>
                      </a:pPr>
                      <a:endParaRPr sz="1400"/>
                    </a:p>
                  </a:txBody>
                  <a:tcPr marL="46800" marR="46800" marT="46800" marB="46800"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400"/>
                        <a:buFont typeface="Noto Sans Symbols"/>
                        <a:buNone/>
                      </a:pPr>
                      <a:r>
                        <a:rPr lang="en-GB" sz="1400">
                          <a:solidFill>
                            <a:schemeClr val="dk1"/>
                          </a:solidFill>
                          <a:latin typeface="Noto Sans Symbols"/>
                          <a:ea typeface="Noto Sans Symbols"/>
                          <a:cs typeface="Noto Sans Symbols"/>
                          <a:sym typeface="Noto Sans Symbols"/>
                        </a:rPr>
                        <a:t>✔</a:t>
                      </a:r>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extLst>
                  <a:ext uri="{0D108BD9-81ED-4DB2-BD59-A6C34878D82A}">
                    <a16:rowId xmlns:a16="http://schemas.microsoft.com/office/drawing/2014/main" val="10002"/>
                  </a:ext>
                </a:extLst>
              </a:tr>
              <a:tr h="553500">
                <a:tc>
                  <a:txBody>
                    <a:bodyPr/>
                    <a:lstStyle/>
                    <a:p>
                      <a:pPr marL="0" marR="0" lvl="0" indent="0" algn="ctr" rtl="0">
                        <a:spcBef>
                          <a:spcPts val="0"/>
                        </a:spcBef>
                        <a:spcAft>
                          <a:spcPts val="0"/>
                        </a:spcAft>
                        <a:buNone/>
                      </a:pPr>
                      <a:endParaRPr sz="1000" b="1">
                        <a:solidFill>
                          <a:schemeClr val="lt1"/>
                        </a:solidFill>
                        <a:latin typeface="Century Gothic"/>
                        <a:ea typeface="Century Gothic"/>
                        <a:cs typeface="Century Gothic"/>
                        <a:sym typeface="Century Gothic"/>
                      </a:endParaRPr>
                    </a:p>
                  </a:txBody>
                  <a:tcPr marL="46800" marR="46800" marT="46800" marB="46800"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EC891C"/>
                    </a:solidFill>
                  </a:tcPr>
                </a:tc>
                <a:tc gridSpan="2">
                  <a:txBody>
                    <a:bodyPr/>
                    <a:lstStyle/>
                    <a:p>
                      <a:pPr marL="0" marR="0" lvl="0" indent="0" algn="ctr" rtl="0">
                        <a:lnSpc>
                          <a:spcPct val="100000"/>
                        </a:lnSpc>
                        <a:spcBef>
                          <a:spcPts val="0"/>
                        </a:spcBef>
                        <a:spcAft>
                          <a:spcPts val="0"/>
                        </a:spcAft>
                        <a:buClr>
                          <a:schemeClr val="dk2"/>
                        </a:buClr>
                        <a:buSzPts val="1000"/>
                        <a:buFont typeface="Century Gothic"/>
                        <a:buNone/>
                      </a:pPr>
                      <a:r>
                        <a:rPr lang="en-GB" sz="1000" b="1">
                          <a:solidFill>
                            <a:schemeClr val="dk2"/>
                          </a:solidFill>
                          <a:latin typeface="Century Gothic"/>
                          <a:ea typeface="Century Gothic"/>
                          <a:cs typeface="Century Gothic"/>
                          <a:sym typeface="Century Gothic"/>
                        </a:rPr>
                        <a:t>Practicing</a:t>
                      </a:r>
                      <a:endParaRPr/>
                    </a:p>
                  </a:txBody>
                  <a:tcPr marL="46800" marR="46800" marT="46800" marB="46800"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hMerge="1">
                  <a:txBody>
                    <a:bodyPr/>
                    <a:lstStyle/>
                    <a:p>
                      <a:endParaRPr/>
                    </a:p>
                  </a:txBody>
                  <a:tcPr/>
                </a:tc>
                <a:tc gridSpan="2">
                  <a:txBody>
                    <a:bodyPr/>
                    <a:lstStyle/>
                    <a:p>
                      <a:pPr marL="0" marR="0" lvl="0" indent="0" algn="l" rtl="0">
                        <a:lnSpc>
                          <a:spcPct val="100000"/>
                        </a:lnSpc>
                        <a:spcBef>
                          <a:spcPts val="0"/>
                        </a:spcBef>
                        <a:spcAft>
                          <a:spcPts val="0"/>
                        </a:spcAft>
                        <a:buClr>
                          <a:schemeClr val="dk1"/>
                        </a:buClr>
                        <a:buSzPts val="800"/>
                        <a:buFont typeface="Century Gothic"/>
                        <a:buNone/>
                      </a:pPr>
                      <a:r>
                        <a:rPr lang="en-GB" sz="800" b="0">
                          <a:solidFill>
                            <a:schemeClr val="dk1"/>
                          </a:solidFill>
                          <a:latin typeface="Century Gothic"/>
                          <a:ea typeface="Century Gothic"/>
                          <a:cs typeface="Century Gothic"/>
                          <a:sym typeface="Century Gothic"/>
                        </a:rPr>
                        <a:t>Multi-step on-boarding program however, content and cadence is customized by customer segment. Beginning to measure results and incremental revenue or engagement. Medium portfolio of events (50-200) covering a wider range of business objectives /  data sources incl. history and using more sophisticated transactional event detection routines. Data latency constraints have been addressed and most are now executed on a daily basis.</a:t>
                      </a:r>
                      <a:endParaRPr/>
                    </a:p>
                  </a:txBody>
                  <a:tcPr marL="36000" marR="36000" marT="36000" marB="36000">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hMerge="1">
                  <a:txBody>
                    <a:bodyPr/>
                    <a:lstStyle/>
                    <a:p>
                      <a:endParaRPr/>
                    </a:p>
                  </a:txBody>
                  <a:tcPr/>
                </a:tc>
                <a:tc>
                  <a:txBody>
                    <a:bodyPr/>
                    <a:lstStyle/>
                    <a:p>
                      <a:pPr marL="0" marR="0" lvl="0" indent="0" algn="ctr" rtl="0">
                        <a:lnSpc>
                          <a:spcPct val="100000"/>
                        </a:lnSpc>
                        <a:spcBef>
                          <a:spcPts val="0"/>
                        </a:spcBef>
                        <a:spcAft>
                          <a:spcPts val="0"/>
                        </a:spcAft>
                        <a:buClr>
                          <a:schemeClr val="dk1"/>
                        </a:buClr>
                        <a:buSzPts val="1400"/>
                        <a:buFont typeface="Century Gothic"/>
                        <a:buNone/>
                      </a:pPr>
                      <a:endParaRPr sz="1400">
                        <a:solidFill>
                          <a:schemeClr val="dk1"/>
                        </a:solidFill>
                        <a:latin typeface="Noto Sans Symbols"/>
                        <a:ea typeface="Noto Sans Symbols"/>
                        <a:cs typeface="Noto Sans Symbols"/>
                        <a:sym typeface="Noto Sans Symbols"/>
                      </a:endParaRPr>
                    </a:p>
                  </a:txBody>
                  <a:tcPr marL="46800" marR="46800" marT="46800" marB="46800"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a:txBody>
                    <a:bodyPr/>
                    <a:lstStyle/>
                    <a:p>
                      <a:pPr marL="0" marR="0" lvl="0" indent="0" algn="ctr" rtl="0">
                        <a:spcBef>
                          <a:spcPts val="0"/>
                        </a:spcBef>
                        <a:spcAft>
                          <a:spcPts val="0"/>
                        </a:spcAft>
                        <a:buNone/>
                      </a:pPr>
                      <a:endParaRPr sz="1400">
                        <a:solidFill>
                          <a:schemeClr val="dk1"/>
                        </a:solidFill>
                        <a:latin typeface="Noto Sans Symbols"/>
                        <a:ea typeface="Noto Sans Symbols"/>
                        <a:cs typeface="Noto Sans Symbols"/>
                        <a:sym typeface="Noto Sans Symbols"/>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extLst>
                  <a:ext uri="{0D108BD9-81ED-4DB2-BD59-A6C34878D82A}">
                    <a16:rowId xmlns:a16="http://schemas.microsoft.com/office/drawing/2014/main" val="10003"/>
                  </a:ext>
                </a:extLst>
              </a:tr>
              <a:tr h="553500">
                <a:tc>
                  <a:txBody>
                    <a:bodyPr/>
                    <a:lstStyle/>
                    <a:p>
                      <a:pPr marL="0" marR="0" lvl="0" indent="0" algn="ctr" rtl="0">
                        <a:spcBef>
                          <a:spcPts val="0"/>
                        </a:spcBef>
                        <a:spcAft>
                          <a:spcPts val="0"/>
                        </a:spcAft>
                        <a:buNone/>
                      </a:pPr>
                      <a:endParaRPr sz="1000" b="1">
                        <a:solidFill>
                          <a:schemeClr val="lt1"/>
                        </a:solidFill>
                        <a:latin typeface="Century Gothic"/>
                        <a:ea typeface="Century Gothic"/>
                        <a:cs typeface="Century Gothic"/>
                        <a:sym typeface="Century Gothic"/>
                      </a:endParaRPr>
                    </a:p>
                  </a:txBody>
                  <a:tcPr marL="46800" marR="46800" marT="46800" marB="46800"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EE9B40"/>
                    </a:solidFill>
                  </a:tcPr>
                </a:tc>
                <a:tc gridSpan="2">
                  <a:txBody>
                    <a:bodyPr/>
                    <a:lstStyle/>
                    <a:p>
                      <a:pPr marL="0" marR="0" lvl="0" indent="0" algn="ctr" rtl="0">
                        <a:lnSpc>
                          <a:spcPct val="100000"/>
                        </a:lnSpc>
                        <a:spcBef>
                          <a:spcPts val="0"/>
                        </a:spcBef>
                        <a:spcAft>
                          <a:spcPts val="0"/>
                        </a:spcAft>
                        <a:buClr>
                          <a:schemeClr val="dk2"/>
                        </a:buClr>
                        <a:buSzPts val="1000"/>
                        <a:buFont typeface="Century Gothic"/>
                        <a:buNone/>
                      </a:pPr>
                      <a:r>
                        <a:rPr lang="en-GB" sz="1000" b="1">
                          <a:solidFill>
                            <a:schemeClr val="dk2"/>
                          </a:solidFill>
                          <a:latin typeface="Century Gothic"/>
                          <a:ea typeface="Century Gothic"/>
                          <a:cs typeface="Century Gothic"/>
                          <a:sym typeface="Century Gothic"/>
                        </a:rPr>
                        <a:t>Developing</a:t>
                      </a:r>
                      <a:endParaRPr/>
                    </a:p>
                  </a:txBody>
                  <a:tcPr marL="46800" marR="46800" marT="46800" marB="46800"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hMerge="1">
                  <a:txBody>
                    <a:bodyPr/>
                    <a:lstStyle/>
                    <a:p>
                      <a:endParaRPr/>
                    </a:p>
                  </a:txBody>
                  <a:tcPr/>
                </a:tc>
                <a:tc gridSpan="2">
                  <a:txBody>
                    <a:bodyPr/>
                    <a:lstStyle/>
                    <a:p>
                      <a:pPr marL="0" marR="0" lvl="0" indent="0" algn="l" rtl="0">
                        <a:lnSpc>
                          <a:spcPct val="100000"/>
                        </a:lnSpc>
                        <a:spcBef>
                          <a:spcPts val="0"/>
                        </a:spcBef>
                        <a:spcAft>
                          <a:spcPts val="0"/>
                        </a:spcAft>
                        <a:buClr>
                          <a:schemeClr val="dk1"/>
                        </a:buClr>
                        <a:buSzPts val="800"/>
                        <a:buFont typeface="Century Gothic"/>
                        <a:buNone/>
                      </a:pPr>
                      <a:r>
                        <a:rPr lang="en-GB" sz="800" b="0">
                          <a:solidFill>
                            <a:schemeClr val="dk1"/>
                          </a:solidFill>
                          <a:latin typeface="Century Gothic"/>
                          <a:ea typeface="Century Gothic"/>
                          <a:cs typeface="Century Gothic"/>
                          <a:sym typeface="Century Gothic"/>
                        </a:rPr>
                        <a:t>On-boarding strategy and program exists. Focus is on most popular products or offers.  Expanding portfolio of events /interactions. covering a limited range of business objectives /  data sources incl. history and using more sophisticated transactional event detection routines. Data latency constraints being addressed to improve performance of events – daily / weekly</a:t>
                      </a:r>
                      <a:endParaRPr/>
                    </a:p>
                  </a:txBody>
                  <a:tcPr marL="36000" marR="36000" marT="36000" marB="36000">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hMerge="1">
                  <a:txBody>
                    <a:bodyPr/>
                    <a:lstStyle/>
                    <a:p>
                      <a:endParaRPr/>
                    </a:p>
                  </a:txBody>
                  <a:tcPr/>
                </a:tc>
                <a:tc>
                  <a:txBody>
                    <a:bodyPr/>
                    <a:lstStyle/>
                    <a:p>
                      <a:pPr marL="0" marR="0" lvl="0" indent="0" algn="ctr" rtl="0">
                        <a:lnSpc>
                          <a:spcPct val="100000"/>
                        </a:lnSpc>
                        <a:spcBef>
                          <a:spcPts val="0"/>
                        </a:spcBef>
                        <a:spcAft>
                          <a:spcPts val="0"/>
                        </a:spcAft>
                        <a:buClr>
                          <a:schemeClr val="dk1"/>
                        </a:buClr>
                        <a:buSzPts val="1400"/>
                        <a:buFont typeface="Noto Sans Symbols"/>
                        <a:buNone/>
                      </a:pPr>
                      <a:r>
                        <a:rPr lang="en-GB" sz="1400">
                          <a:solidFill>
                            <a:schemeClr val="dk1"/>
                          </a:solidFill>
                          <a:latin typeface="Noto Sans Symbols"/>
                          <a:ea typeface="Noto Sans Symbols"/>
                          <a:cs typeface="Noto Sans Symbols"/>
                          <a:sym typeface="Noto Sans Symbols"/>
                        </a:rPr>
                        <a:t>✔</a:t>
                      </a:r>
                      <a:endParaRPr/>
                    </a:p>
                  </a:txBody>
                  <a:tcPr marL="46800" marR="46800" marT="46800" marB="46800"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a:txBody>
                    <a:bodyPr/>
                    <a:lstStyle/>
                    <a:p>
                      <a:pPr marL="0" marR="0" lvl="0" indent="0" algn="ctr" rtl="0">
                        <a:spcBef>
                          <a:spcPts val="0"/>
                        </a:spcBef>
                        <a:spcAft>
                          <a:spcPts val="0"/>
                        </a:spcAft>
                        <a:buNone/>
                      </a:pPr>
                      <a:endParaRPr sz="1400">
                        <a:solidFill>
                          <a:schemeClr val="dk1"/>
                        </a:solidFill>
                        <a:latin typeface="Noto Sans Symbols"/>
                        <a:ea typeface="Noto Sans Symbols"/>
                        <a:cs typeface="Noto Sans Symbols"/>
                        <a:sym typeface="Noto Sans Symbols"/>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extLst>
                  <a:ext uri="{0D108BD9-81ED-4DB2-BD59-A6C34878D82A}">
                    <a16:rowId xmlns:a16="http://schemas.microsoft.com/office/drawing/2014/main" val="10004"/>
                  </a:ext>
                </a:extLst>
              </a:tr>
              <a:tr h="503725">
                <a:tc>
                  <a:txBody>
                    <a:bodyPr/>
                    <a:lstStyle/>
                    <a:p>
                      <a:pPr marL="0" marR="0" lvl="0" indent="0" algn="ctr" rtl="0">
                        <a:spcBef>
                          <a:spcPts val="0"/>
                        </a:spcBef>
                        <a:spcAft>
                          <a:spcPts val="0"/>
                        </a:spcAft>
                        <a:buNone/>
                      </a:pPr>
                      <a:endParaRPr sz="1000" b="1">
                        <a:solidFill>
                          <a:schemeClr val="lt1"/>
                        </a:solidFill>
                        <a:latin typeface="Century Gothic"/>
                        <a:ea typeface="Century Gothic"/>
                        <a:cs typeface="Century Gothic"/>
                        <a:sym typeface="Century Gothic"/>
                      </a:endParaRPr>
                    </a:p>
                  </a:txBody>
                  <a:tcPr marL="46800" marR="46800" marT="46800" marB="46800"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1AE65"/>
                    </a:solidFill>
                  </a:tcPr>
                </a:tc>
                <a:tc gridSpan="2">
                  <a:txBody>
                    <a:bodyPr/>
                    <a:lstStyle/>
                    <a:p>
                      <a:pPr marL="0" marR="0" lvl="0" indent="0" algn="ctr" rtl="0">
                        <a:lnSpc>
                          <a:spcPct val="100000"/>
                        </a:lnSpc>
                        <a:spcBef>
                          <a:spcPts val="0"/>
                        </a:spcBef>
                        <a:spcAft>
                          <a:spcPts val="0"/>
                        </a:spcAft>
                        <a:buClr>
                          <a:schemeClr val="dk2"/>
                        </a:buClr>
                        <a:buSzPts val="1000"/>
                        <a:buFont typeface="Century Gothic"/>
                        <a:buNone/>
                      </a:pPr>
                      <a:r>
                        <a:rPr lang="en-GB" sz="1000" b="1">
                          <a:solidFill>
                            <a:schemeClr val="dk2"/>
                          </a:solidFill>
                          <a:latin typeface="Century Gothic"/>
                          <a:ea typeface="Century Gothic"/>
                          <a:cs typeface="Century Gothic"/>
                          <a:sym typeface="Century Gothic"/>
                        </a:rPr>
                        <a:t>Emerging</a:t>
                      </a:r>
                      <a:endParaRPr/>
                    </a:p>
                  </a:txBody>
                  <a:tcPr marL="46800" marR="46800" marT="46800" marB="46800"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hMerge="1">
                  <a:txBody>
                    <a:bodyPr/>
                    <a:lstStyle/>
                    <a:p>
                      <a:endParaRPr/>
                    </a:p>
                  </a:txBody>
                  <a:tcPr/>
                </a:tc>
                <a:tc gridSpan="2">
                  <a:txBody>
                    <a:bodyPr/>
                    <a:lstStyle/>
                    <a:p>
                      <a:pPr marL="0" marR="0" lvl="0" indent="0" algn="l" rtl="0">
                        <a:lnSpc>
                          <a:spcPct val="100000"/>
                        </a:lnSpc>
                        <a:spcBef>
                          <a:spcPts val="0"/>
                        </a:spcBef>
                        <a:spcAft>
                          <a:spcPts val="0"/>
                        </a:spcAft>
                        <a:buClr>
                          <a:schemeClr val="dk1"/>
                        </a:buClr>
                        <a:buSzPts val="800"/>
                        <a:buFont typeface="Century Gothic"/>
                        <a:buNone/>
                      </a:pPr>
                      <a:r>
                        <a:rPr lang="en-GB" sz="800" b="0">
                          <a:solidFill>
                            <a:schemeClr val="dk1"/>
                          </a:solidFill>
                          <a:latin typeface="Century Gothic"/>
                          <a:ea typeface="Century Gothic"/>
                          <a:cs typeface="Century Gothic"/>
                          <a:sym typeface="Century Gothic"/>
                        </a:rPr>
                        <a:t>Limited strategy for  on-boarding program ((may be limited to Welcome Email or direct mail) with basic reporting/analytics. Small portfolio of events  and interactions captured and stored. Interactions are primarily transactional using static traditional data sources. Events detected on weekly / monthly basis with dependency on load of core data feeds.</a:t>
                      </a:r>
                      <a:endParaRPr/>
                    </a:p>
                    <a:p>
                      <a:pPr marL="0" marR="0" lvl="0" indent="0" algn="l" rtl="0">
                        <a:lnSpc>
                          <a:spcPct val="100000"/>
                        </a:lnSpc>
                        <a:spcBef>
                          <a:spcPts val="0"/>
                        </a:spcBef>
                        <a:spcAft>
                          <a:spcPts val="0"/>
                        </a:spcAft>
                        <a:buClr>
                          <a:schemeClr val="dk1"/>
                        </a:buClr>
                        <a:buSzPts val="800"/>
                        <a:buFont typeface="Century Gothic"/>
                        <a:buNone/>
                      </a:pPr>
                      <a:endParaRPr sz="800" b="0">
                        <a:solidFill>
                          <a:schemeClr val="dk1"/>
                        </a:solidFill>
                        <a:latin typeface="Century Gothic"/>
                        <a:ea typeface="Century Gothic"/>
                        <a:cs typeface="Century Gothic"/>
                        <a:sym typeface="Century Gothic"/>
                      </a:endParaRPr>
                    </a:p>
                  </a:txBody>
                  <a:tcPr marL="36000" marR="36000" marT="36000" marB="36000">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hMerge="1">
                  <a:txBody>
                    <a:bodyPr/>
                    <a:lstStyle/>
                    <a:p>
                      <a:endParaRPr/>
                    </a:p>
                  </a:txBody>
                  <a:tcPr/>
                </a:tc>
                <a:tc>
                  <a:txBody>
                    <a:bodyPr/>
                    <a:lstStyle/>
                    <a:p>
                      <a:pPr marL="0" marR="0" lvl="0" indent="0" algn="ctr" rtl="0">
                        <a:spcBef>
                          <a:spcPts val="0"/>
                        </a:spcBef>
                        <a:spcAft>
                          <a:spcPts val="0"/>
                        </a:spcAft>
                        <a:buNone/>
                      </a:pPr>
                      <a:endParaRPr sz="1400"/>
                    </a:p>
                  </a:txBody>
                  <a:tcPr marL="46800" marR="46800" marT="46800" marB="46800"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a:txBody>
                    <a:bodyPr/>
                    <a:lstStyle/>
                    <a:p>
                      <a:pPr marL="0" marR="0" lvl="0" indent="0" algn="ctr" rtl="0">
                        <a:spcBef>
                          <a:spcPts val="0"/>
                        </a:spcBef>
                        <a:spcAft>
                          <a:spcPts val="0"/>
                        </a:spcAft>
                        <a:buNone/>
                      </a:pPr>
                      <a:endParaRPr sz="1400">
                        <a:solidFill>
                          <a:schemeClr val="dk1"/>
                        </a:solidFill>
                        <a:latin typeface="Noto Sans Symbols"/>
                        <a:ea typeface="Noto Sans Symbols"/>
                        <a:cs typeface="Noto Sans Symbols"/>
                        <a:sym typeface="Noto Sans Symbols"/>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extLst>
                  <a:ext uri="{0D108BD9-81ED-4DB2-BD59-A6C34878D82A}">
                    <a16:rowId xmlns:a16="http://schemas.microsoft.com/office/drawing/2014/main" val="10005"/>
                  </a:ext>
                </a:extLst>
              </a:tr>
              <a:tr h="178750">
                <a:tc gridSpan="3">
                  <a:txBody>
                    <a:bodyPr/>
                    <a:lstStyle/>
                    <a:p>
                      <a:pPr marL="0" marR="0" lvl="0" indent="0" algn="ctr" rtl="0">
                        <a:lnSpc>
                          <a:spcPct val="100000"/>
                        </a:lnSpc>
                        <a:spcBef>
                          <a:spcPts val="0"/>
                        </a:spcBef>
                        <a:spcAft>
                          <a:spcPts val="0"/>
                        </a:spcAft>
                        <a:buClr>
                          <a:schemeClr val="dk2"/>
                        </a:buClr>
                        <a:buSzPts val="1000"/>
                        <a:buFont typeface="Century Gothic"/>
                        <a:buNone/>
                      </a:pPr>
                      <a:r>
                        <a:rPr lang="en-GB" sz="1000" b="1">
                          <a:solidFill>
                            <a:schemeClr val="dk2"/>
                          </a:solidFill>
                        </a:rPr>
                        <a:t>Priority</a:t>
                      </a:r>
                      <a:endParaRPr/>
                    </a:p>
                  </a:txBody>
                  <a:tcPr marL="46800" marR="46800" marT="0" marB="0"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hMerge="1">
                  <a:txBody>
                    <a:bodyPr/>
                    <a:lstStyle/>
                    <a:p>
                      <a:endParaRPr/>
                    </a:p>
                  </a:txBody>
                  <a:tcPr/>
                </a:tc>
                <a:tc hMerge="1">
                  <a:txBody>
                    <a:bodyPr/>
                    <a:lstStyle/>
                    <a:p>
                      <a:endParaRPr/>
                    </a:p>
                  </a:txBody>
                  <a:tcPr/>
                </a:tc>
                <a:tc>
                  <a:txBody>
                    <a:bodyPr/>
                    <a:lstStyle/>
                    <a:p>
                      <a:pPr marL="0" marR="0" lvl="0" indent="0" algn="ctr" rtl="0">
                        <a:lnSpc>
                          <a:spcPct val="100000"/>
                        </a:lnSpc>
                        <a:spcBef>
                          <a:spcPts val="0"/>
                        </a:spcBef>
                        <a:spcAft>
                          <a:spcPts val="0"/>
                        </a:spcAft>
                        <a:buClr>
                          <a:schemeClr val="dk2"/>
                        </a:buClr>
                        <a:buSzPts val="1000"/>
                        <a:buFont typeface="Century Gothic"/>
                        <a:buNone/>
                      </a:pPr>
                      <a:r>
                        <a:rPr lang="en-GB" sz="1000" b="1">
                          <a:solidFill>
                            <a:schemeClr val="dk2"/>
                          </a:solidFill>
                          <a:latin typeface="Century Gothic"/>
                          <a:ea typeface="Century Gothic"/>
                          <a:cs typeface="Century Gothic"/>
                          <a:sym typeface="Century Gothic"/>
                        </a:rPr>
                        <a:t>Key areas for improvement</a:t>
                      </a:r>
                      <a:endParaRPr/>
                    </a:p>
                  </a:txBody>
                  <a:tcPr marL="46800" marR="46800" marT="0" marB="0"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2"/>
                        </a:buClr>
                        <a:buSzPts val="1000"/>
                        <a:buFont typeface="Century Gothic"/>
                        <a:buNone/>
                      </a:pPr>
                      <a:r>
                        <a:rPr lang="en-GB" sz="1000" b="1">
                          <a:solidFill>
                            <a:schemeClr val="dk2"/>
                          </a:solidFill>
                        </a:rPr>
                        <a:t>Benefits from uplift</a:t>
                      </a:r>
                      <a:endParaRPr sz="1000" b="1">
                        <a:solidFill>
                          <a:schemeClr val="dk2"/>
                        </a:solidFill>
                        <a:latin typeface="Century Gothic"/>
                        <a:ea typeface="Century Gothic"/>
                        <a:cs typeface="Century Gothic"/>
                        <a:sym typeface="Century Gothic"/>
                      </a:endParaRPr>
                    </a:p>
                  </a:txBody>
                  <a:tcPr marL="46800" marR="46800" marT="0" marB="0"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gridSpan="2">
                  <a:txBody>
                    <a:bodyPr/>
                    <a:lstStyle/>
                    <a:p>
                      <a:pPr marL="0" marR="0" lvl="0" indent="0" algn="ctr" rtl="0">
                        <a:spcBef>
                          <a:spcPts val="0"/>
                        </a:spcBef>
                        <a:spcAft>
                          <a:spcPts val="0"/>
                        </a:spcAft>
                        <a:buNone/>
                      </a:pPr>
                      <a:r>
                        <a:rPr lang="en-GB" sz="1000" b="1">
                          <a:solidFill>
                            <a:schemeClr val="dk2"/>
                          </a:solidFill>
                        </a:rPr>
                        <a:t>Timeframe</a:t>
                      </a:r>
                      <a:endParaRPr sz="1000" b="1">
                        <a:solidFill>
                          <a:schemeClr val="dk2"/>
                        </a:solidFill>
                      </a:endParaRPr>
                    </a:p>
                  </a:txBody>
                  <a:tcPr marL="46800" marR="46800" marT="0" marB="0"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hMerge="1">
                  <a:txBody>
                    <a:bodyPr/>
                    <a:lstStyle/>
                    <a:p>
                      <a:endParaRPr/>
                    </a:p>
                  </a:txBody>
                  <a:tcPr/>
                </a:tc>
                <a:extLst>
                  <a:ext uri="{0D108BD9-81ED-4DB2-BD59-A6C34878D82A}">
                    <a16:rowId xmlns:a16="http://schemas.microsoft.com/office/drawing/2014/main" val="10006"/>
                  </a:ext>
                </a:extLst>
              </a:tr>
              <a:tr h="243275">
                <a:tc gridSpan="2">
                  <a:txBody>
                    <a:bodyPr/>
                    <a:lstStyle/>
                    <a:p>
                      <a:pPr marL="0" marR="0" lvl="0" indent="0" algn="ctr" rtl="0">
                        <a:spcBef>
                          <a:spcPts val="0"/>
                        </a:spcBef>
                        <a:spcAft>
                          <a:spcPts val="0"/>
                        </a:spcAft>
                        <a:buNone/>
                      </a:pPr>
                      <a:r>
                        <a:rPr lang="en-GB" sz="800" b="1">
                          <a:solidFill>
                            <a:schemeClr val="dk1"/>
                          </a:solidFill>
                        </a:rPr>
                        <a:t>High</a:t>
                      </a:r>
                      <a:endParaRPr sz="800" b="1">
                        <a:solidFill>
                          <a:schemeClr val="dk1"/>
                        </a:solidFill>
                      </a:endParaRPr>
                    </a:p>
                  </a:txBody>
                  <a:tcPr marL="46800" marR="46800" marT="46800" marB="46800"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hMerge="1">
                  <a:txBody>
                    <a:bodyPr/>
                    <a:lstStyle/>
                    <a:p>
                      <a:endParaRPr/>
                    </a:p>
                  </a:txBody>
                  <a:tcPr/>
                </a:tc>
                <a:tc>
                  <a:txBody>
                    <a:bodyPr/>
                    <a:lstStyle/>
                    <a:p>
                      <a:pPr marL="0" marR="0" lvl="0" indent="0" algn="ctr" rtl="0">
                        <a:spcBef>
                          <a:spcPts val="0"/>
                        </a:spcBef>
                        <a:spcAft>
                          <a:spcPts val="0"/>
                        </a:spcAft>
                        <a:buNone/>
                      </a:pPr>
                      <a:r>
                        <a:rPr lang="en-GB" sz="1000">
                          <a:solidFill>
                            <a:schemeClr val="dk1"/>
                          </a:solidFill>
                          <a:latin typeface="Noto Sans Symbols"/>
                          <a:ea typeface="Noto Sans Symbols"/>
                          <a:cs typeface="Noto Sans Symbols"/>
                          <a:sym typeface="Noto Sans Symbols"/>
                        </a:rPr>
                        <a:t>✔</a:t>
                      </a:r>
                      <a:endParaRPr sz="1000" b="1">
                        <a:solidFill>
                          <a:schemeClr val="dk1"/>
                        </a:solidFill>
                      </a:endParaRPr>
                    </a:p>
                  </a:txBody>
                  <a:tcPr marL="46800" marR="46800" marT="46800" marB="46800"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rowSpan="3">
                  <a:txBody>
                    <a:bodyPr/>
                    <a:lstStyle/>
                    <a:p>
                      <a:pPr marL="0" marR="0" lvl="0" indent="0" algn="l" rtl="0">
                        <a:lnSpc>
                          <a:spcPct val="100000"/>
                        </a:lnSpc>
                        <a:spcBef>
                          <a:spcPts val="0"/>
                        </a:spcBef>
                        <a:spcAft>
                          <a:spcPts val="0"/>
                        </a:spcAft>
                        <a:buClr>
                          <a:schemeClr val="dk1"/>
                        </a:buClr>
                        <a:buSzPts val="800"/>
                        <a:buFont typeface="Arial"/>
                        <a:buNone/>
                      </a:pPr>
                      <a:r>
                        <a:rPr lang="en-GB" sz="800" b="0">
                          <a:solidFill>
                            <a:schemeClr val="dk1"/>
                          </a:solidFill>
                          <a:latin typeface="Century Gothic"/>
                          <a:ea typeface="Century Gothic"/>
                          <a:cs typeface="Century Gothic"/>
                          <a:sym typeface="Century Gothic"/>
                        </a:rPr>
                        <a:t>Client’s view of key areas for improvement e.g. </a:t>
                      </a:r>
                      <a:endParaRPr/>
                    </a:p>
                    <a:p>
                      <a:pPr marL="171450" marR="0" lvl="0" indent="-171450" algn="l" rtl="0">
                        <a:lnSpc>
                          <a:spcPct val="100000"/>
                        </a:lnSpc>
                        <a:spcBef>
                          <a:spcPts val="0"/>
                        </a:spcBef>
                        <a:spcAft>
                          <a:spcPts val="0"/>
                        </a:spcAft>
                        <a:buClr>
                          <a:schemeClr val="dk1"/>
                        </a:buClr>
                        <a:buSzPts val="800"/>
                        <a:buFont typeface="Arial"/>
                        <a:buChar char="•"/>
                      </a:pPr>
                      <a:r>
                        <a:rPr lang="en-GB" sz="800" b="0">
                          <a:solidFill>
                            <a:schemeClr val="dk1"/>
                          </a:solidFill>
                          <a:latin typeface="Century Gothic"/>
                          <a:ea typeface="Century Gothic"/>
                          <a:cs typeface="Century Gothic"/>
                          <a:sym typeface="Century Gothic"/>
                        </a:rPr>
                        <a:t>Analytical capability (sophistication, resourcing)</a:t>
                      </a:r>
                      <a:endParaRPr/>
                    </a:p>
                    <a:p>
                      <a:pPr marL="171450" marR="0" lvl="0" indent="-171450" algn="l" rtl="0">
                        <a:lnSpc>
                          <a:spcPct val="100000"/>
                        </a:lnSpc>
                        <a:spcBef>
                          <a:spcPts val="0"/>
                        </a:spcBef>
                        <a:spcAft>
                          <a:spcPts val="0"/>
                        </a:spcAft>
                        <a:buClr>
                          <a:schemeClr val="dk1"/>
                        </a:buClr>
                        <a:buSzPts val="800"/>
                        <a:buFont typeface="Arial"/>
                        <a:buChar char="•"/>
                      </a:pPr>
                      <a:r>
                        <a:rPr lang="en-GB" sz="800" b="0">
                          <a:solidFill>
                            <a:schemeClr val="dk1"/>
                          </a:solidFill>
                          <a:latin typeface="Century Gothic"/>
                          <a:ea typeface="Century Gothic"/>
                          <a:cs typeface="Century Gothic"/>
                          <a:sym typeface="Century Gothic"/>
                        </a:rPr>
                        <a:t>Analytical agility, time to market, automation</a:t>
                      </a:r>
                      <a:endParaRPr/>
                    </a:p>
                    <a:p>
                      <a:pPr marL="171450" marR="0" lvl="0" indent="-171450" algn="l" rtl="0">
                        <a:lnSpc>
                          <a:spcPct val="100000"/>
                        </a:lnSpc>
                        <a:spcBef>
                          <a:spcPts val="0"/>
                        </a:spcBef>
                        <a:spcAft>
                          <a:spcPts val="0"/>
                        </a:spcAft>
                        <a:buClr>
                          <a:schemeClr val="dk1"/>
                        </a:buClr>
                        <a:buSzPts val="800"/>
                        <a:buFont typeface="Arial"/>
                        <a:buChar char="•"/>
                      </a:pPr>
                      <a:r>
                        <a:rPr lang="en-GB" sz="800" b="0">
                          <a:solidFill>
                            <a:schemeClr val="dk1"/>
                          </a:solidFill>
                          <a:latin typeface="Century Gothic"/>
                          <a:ea typeface="Century Gothic"/>
                          <a:cs typeface="Century Gothic"/>
                          <a:sym typeface="Century Gothic"/>
                        </a:rPr>
                        <a:t>Data completeness, latency, extent of integration</a:t>
                      </a:r>
                      <a:endParaRPr/>
                    </a:p>
                  </a:txBody>
                  <a:tcPr marL="36000" marR="36000" marT="36000" marB="36000">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rowSpan="3">
                  <a:txBody>
                    <a:bodyPr/>
                    <a:lstStyle/>
                    <a:p>
                      <a:pPr marL="285750" marR="0" lvl="0" indent="-285750" algn="l" rtl="0">
                        <a:spcBef>
                          <a:spcPts val="0"/>
                        </a:spcBef>
                        <a:spcAft>
                          <a:spcPts val="0"/>
                        </a:spcAft>
                        <a:buClr>
                          <a:schemeClr val="dk1"/>
                        </a:buClr>
                        <a:buSzPts val="800"/>
                        <a:buFont typeface="Arial"/>
                        <a:buChar char="•"/>
                      </a:pPr>
                      <a:r>
                        <a:rPr lang="en-GB" sz="800">
                          <a:solidFill>
                            <a:schemeClr val="dk1"/>
                          </a:solidFill>
                          <a:latin typeface="Century Gothic"/>
                          <a:ea typeface="Century Gothic"/>
                          <a:cs typeface="Century Gothic"/>
                          <a:sym typeface="Century Gothic"/>
                        </a:rPr>
                        <a:t>Accurate customer count for SBP regulatory reporting
Reduced duplicate communications and offer conflicts
Complete relationship view enabling holistic customer management
Foundation for profitability, segmentation, and campaign analytics</a:t>
                      </a:r>
                      <a:endParaRPr/>
                    </a:p>
                    <a:p>
                      <a:pPr marL="285750" marR="0" lvl="0" indent="-285750" algn="l" rtl="0">
                        <a:spcBef>
                          <a:spcPts val="0"/>
                        </a:spcBef>
                        <a:spcAft>
                          <a:spcPts val="0"/>
                        </a:spcAft>
                        <a:buClr>
                          <a:schemeClr val="dk1"/>
                        </a:buClr>
                        <a:buSzPts val="800"/>
                        <a:buFont typeface="Arial"/>
                        <a:buChar char="•"/>
                      </a:pPr>
                      <a:r>
                        <a:rPr lang="en-GB" sz="800">
                          <a:solidFill>
                            <a:schemeClr val="dk1"/>
                          </a:solidFill>
                          <a:latin typeface="Century Gothic"/>
                          <a:ea typeface="Century Gothic"/>
                          <a:cs typeface="Century Gothic"/>
                          <a:sym typeface="Century Gothic"/>
                        </a:rPr>
                        <a:t>Consider how improving maturity level will impact these</a:t>
                      </a:r>
                      <a:endParaRPr/>
                    </a:p>
                    <a:p>
                      <a:pPr marL="285750" marR="0" lvl="0" indent="-285750" algn="l" rtl="0">
                        <a:spcBef>
                          <a:spcPts val="0"/>
                        </a:spcBef>
                        <a:spcAft>
                          <a:spcPts val="0"/>
                        </a:spcAft>
                        <a:buClr>
                          <a:schemeClr val="dk1"/>
                        </a:buClr>
                        <a:buSzPts val="800"/>
                        <a:buFont typeface="Arial"/>
                        <a:buChar char="•"/>
                      </a:pPr>
                      <a:r>
                        <a:rPr lang="en-GB" sz="800">
                          <a:solidFill>
                            <a:schemeClr val="dk1"/>
                          </a:solidFill>
                          <a:latin typeface="Century Gothic"/>
                          <a:ea typeface="Century Gothic"/>
                          <a:cs typeface="Century Gothic"/>
                          <a:sym typeface="Century Gothic"/>
                        </a:rPr>
                        <a:t>Balance these against client strategic priorities</a:t>
                      </a:r>
                      <a:endParaRPr sz="800">
                        <a:solidFill>
                          <a:schemeClr val="dk1"/>
                        </a:solidFill>
                        <a:latin typeface="Century Gothic"/>
                        <a:ea typeface="Century Gothic"/>
                        <a:cs typeface="Century Gothic"/>
                        <a:sym typeface="Century Gothic"/>
                      </a:endParaRPr>
                    </a:p>
                  </a:txBody>
                  <a:tcPr marL="36000" marR="36000" marT="36000" marB="36000">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rowSpan="3" gridSpan="2">
                  <a:txBody>
                    <a:bodyPr/>
                    <a:lstStyle/>
                    <a:p>
                      <a:pPr marL="0" marR="0" lvl="0" indent="0" algn="ctr" rtl="0">
                        <a:lnSpc>
                          <a:spcPct val="100000"/>
                        </a:lnSpc>
                        <a:spcBef>
                          <a:spcPts val="0"/>
                        </a:spcBef>
                        <a:spcAft>
                          <a:spcPts val="0"/>
                        </a:spcAft>
                        <a:buClr>
                          <a:schemeClr val="dk1"/>
                        </a:buClr>
                        <a:buSzPts val="800"/>
                        <a:buFont typeface="Century Gothic"/>
                        <a:buNone/>
                      </a:pPr>
                      <a:r>
                        <a:rPr lang="en-GB" sz="800" b="0">
                          <a:solidFill>
                            <a:schemeClr val="dk1"/>
                          </a:solidFill>
                        </a:rPr>
                        <a:t>2025-2027</a:t>
                      </a:r>
                      <a:endParaRPr/>
                    </a:p>
                  </a:txBody>
                  <a:tcPr marL="46800" marR="46800" marT="46800" marB="46800"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rowSpan="3" hMerge="1">
                  <a:txBody>
                    <a:bodyPr/>
                    <a:lstStyle/>
                    <a:p>
                      <a:endParaRPr/>
                    </a:p>
                  </a:txBody>
                  <a:tcPr/>
                </a:tc>
                <a:extLst>
                  <a:ext uri="{0D108BD9-81ED-4DB2-BD59-A6C34878D82A}">
                    <a16:rowId xmlns:a16="http://schemas.microsoft.com/office/drawing/2014/main" val="10007"/>
                  </a:ext>
                </a:extLst>
              </a:tr>
              <a:tr h="243275">
                <a:tc gridSpan="2">
                  <a:txBody>
                    <a:bodyPr/>
                    <a:lstStyle/>
                    <a:p>
                      <a:pPr marL="0" marR="0" lvl="0" indent="0" algn="ctr" rtl="0">
                        <a:spcBef>
                          <a:spcPts val="0"/>
                        </a:spcBef>
                        <a:spcAft>
                          <a:spcPts val="0"/>
                        </a:spcAft>
                        <a:buNone/>
                      </a:pPr>
                      <a:r>
                        <a:rPr lang="en-GB" sz="800" b="1">
                          <a:solidFill>
                            <a:schemeClr val="dk1"/>
                          </a:solidFill>
                        </a:rPr>
                        <a:t>Medium</a:t>
                      </a:r>
                      <a:endParaRPr sz="800" b="1">
                        <a:solidFill>
                          <a:schemeClr val="dk1"/>
                        </a:solidFill>
                      </a:endParaRPr>
                    </a:p>
                  </a:txBody>
                  <a:tcPr marL="46800" marR="46800" marT="46800" marB="46800"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hMerge="1">
                  <a:txBody>
                    <a:bodyPr/>
                    <a:lstStyle/>
                    <a:p>
                      <a:endParaRPr/>
                    </a:p>
                  </a:txBody>
                  <a:tcPr/>
                </a:tc>
                <a:tc>
                  <a:txBody>
                    <a:bodyPr/>
                    <a:lstStyle/>
                    <a:p>
                      <a:pPr marL="0" marR="0" lvl="0" indent="0" algn="l" rtl="0">
                        <a:spcBef>
                          <a:spcPts val="0"/>
                        </a:spcBef>
                        <a:spcAft>
                          <a:spcPts val="0"/>
                        </a:spcAft>
                        <a:buNone/>
                      </a:pPr>
                      <a:endParaRPr sz="1000"/>
                    </a:p>
                  </a:txBody>
                  <a:tcPr marL="46800" marR="46800" marT="46800" marB="46800"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vMerge="1">
                  <a:txBody>
                    <a:bodyPr/>
                    <a:lstStyle/>
                    <a:p>
                      <a:endParaRPr/>
                    </a:p>
                  </a:txBody>
                  <a:tcPr/>
                </a:tc>
                <a:tc vMerge="1">
                  <a:txBody>
                    <a:bodyPr/>
                    <a:lstStyle/>
                    <a:p>
                      <a:endParaRPr/>
                    </a:p>
                  </a:txBody>
                  <a:tcPr/>
                </a:tc>
                <a:tc gridSpan="2" vMerge="1">
                  <a:txBody>
                    <a:bodyPr/>
                    <a:lstStyle/>
                    <a:p>
                      <a:endParaRPr/>
                    </a:p>
                  </a:txBody>
                  <a:tcPr/>
                </a:tc>
                <a:tc hMerge="1" vMerge="1">
                  <a:txBody>
                    <a:bodyPr/>
                    <a:lstStyle/>
                    <a:p>
                      <a:endParaRPr/>
                    </a:p>
                  </a:txBody>
                  <a:tcPr/>
                </a:tc>
                <a:extLst>
                  <a:ext uri="{0D108BD9-81ED-4DB2-BD59-A6C34878D82A}">
                    <a16:rowId xmlns:a16="http://schemas.microsoft.com/office/drawing/2014/main" val="10008"/>
                  </a:ext>
                </a:extLst>
              </a:tr>
              <a:tr h="243275">
                <a:tc gridSpan="2">
                  <a:txBody>
                    <a:bodyPr/>
                    <a:lstStyle/>
                    <a:p>
                      <a:pPr marL="0" marR="0" lvl="0" indent="0" algn="ctr" rtl="0">
                        <a:spcBef>
                          <a:spcPts val="0"/>
                        </a:spcBef>
                        <a:spcAft>
                          <a:spcPts val="0"/>
                        </a:spcAft>
                        <a:buNone/>
                      </a:pPr>
                      <a:r>
                        <a:rPr lang="en-GB" sz="800" b="1">
                          <a:solidFill>
                            <a:schemeClr val="dk1"/>
                          </a:solidFill>
                        </a:rPr>
                        <a:t>Low</a:t>
                      </a:r>
                      <a:endParaRPr sz="800" b="1">
                        <a:solidFill>
                          <a:schemeClr val="dk1"/>
                        </a:solidFill>
                      </a:endParaRPr>
                    </a:p>
                  </a:txBody>
                  <a:tcPr marL="46800" marR="46800" marT="46800" marB="46800"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hMerge="1">
                  <a:txBody>
                    <a:bodyPr/>
                    <a:lstStyle/>
                    <a:p>
                      <a:endParaRPr/>
                    </a:p>
                  </a:txBody>
                  <a:tcPr/>
                </a:tc>
                <a:tc>
                  <a:txBody>
                    <a:bodyPr/>
                    <a:lstStyle/>
                    <a:p>
                      <a:pPr marL="0" marR="0" lvl="0" indent="0" algn="l" rtl="0">
                        <a:spcBef>
                          <a:spcPts val="0"/>
                        </a:spcBef>
                        <a:spcAft>
                          <a:spcPts val="0"/>
                        </a:spcAft>
                        <a:buNone/>
                      </a:pPr>
                      <a:endParaRPr sz="1000"/>
                    </a:p>
                  </a:txBody>
                  <a:tcPr marL="46800" marR="46800" marT="46800" marB="46800"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vMerge="1">
                  <a:txBody>
                    <a:bodyPr/>
                    <a:lstStyle/>
                    <a:p>
                      <a:endParaRPr/>
                    </a:p>
                  </a:txBody>
                  <a:tcPr/>
                </a:tc>
                <a:tc vMerge="1">
                  <a:txBody>
                    <a:bodyPr/>
                    <a:lstStyle/>
                    <a:p>
                      <a:endParaRPr/>
                    </a:p>
                  </a:txBody>
                  <a:tcPr/>
                </a:tc>
                <a:tc gridSpan="2" vMerge="1">
                  <a:txBody>
                    <a:bodyPr/>
                    <a:lstStyle/>
                    <a:p>
                      <a:endParaRPr/>
                    </a:p>
                  </a:txBody>
                  <a:tcPr/>
                </a:tc>
                <a:tc hMerge="1" vMerge="1">
                  <a:txBody>
                    <a:bodyPr/>
                    <a:lstStyle/>
                    <a:p>
                      <a:endParaRPr/>
                    </a:p>
                  </a:txBody>
                  <a:tcPr/>
                </a:tc>
                <a:extLst>
                  <a:ext uri="{0D108BD9-81ED-4DB2-BD59-A6C34878D82A}">
                    <a16:rowId xmlns:a16="http://schemas.microsoft.com/office/drawing/2014/main" val="10009"/>
                  </a:ext>
                </a:extLst>
              </a:tr>
            </a:tbl>
          </a:graphicData>
        </a:graphic>
      </p:graphicFrame>
      <p:grpSp>
        <p:nvGrpSpPr>
          <p:cNvPr id="1512" name="Google Shape;1512;p99"/>
          <p:cNvGrpSpPr/>
          <p:nvPr/>
        </p:nvGrpSpPr>
        <p:grpSpPr>
          <a:xfrm>
            <a:off x="469900" y="3880232"/>
            <a:ext cx="8455025" cy="732866"/>
            <a:chOff x="211138" y="3972860"/>
            <a:chExt cx="8713787" cy="642437"/>
          </a:xfrm>
        </p:grpSpPr>
        <p:sp>
          <p:nvSpPr>
            <p:cNvPr id="1513" name="Google Shape;1513;p99"/>
            <p:cNvSpPr/>
            <p:nvPr/>
          </p:nvSpPr>
          <p:spPr>
            <a:xfrm>
              <a:off x="211138" y="3972860"/>
              <a:ext cx="8713787" cy="642437"/>
            </a:xfrm>
            <a:prstGeom prst="rect">
              <a:avLst/>
            </a:prstGeom>
            <a:solidFill>
              <a:schemeClr val="lt1"/>
            </a:solidFill>
            <a:ln>
              <a:noFill/>
            </a:ln>
          </p:spPr>
          <p:txBody>
            <a:bodyPr spcFirstLastPara="1" wrap="square" lIns="91425" tIns="91425" rIns="91425" bIns="91425" anchor="ctr" anchorCtr="0">
              <a:noAutofit/>
            </a:bodyPr>
            <a:lstStyle/>
            <a:p>
              <a:pPr marL="0" marR="0" lvl="0" indent="0" algn="ctr" rtl="0">
                <a:spcBef>
                  <a:spcPts val="0"/>
                </a:spcBef>
                <a:spcAft>
                  <a:spcPts val="0"/>
                </a:spcAft>
                <a:buNone/>
              </a:pPr>
              <a:endParaRPr sz="1000">
                <a:solidFill>
                  <a:schemeClr val="dk1"/>
                </a:solidFill>
                <a:latin typeface="Century Gothic"/>
                <a:ea typeface="Century Gothic"/>
                <a:cs typeface="Century Gothic"/>
                <a:sym typeface="Century Gothic"/>
              </a:endParaRPr>
            </a:p>
          </p:txBody>
        </p:sp>
        <p:sp>
          <p:nvSpPr>
            <p:cNvPr id="1514" name="Google Shape;1514;p99"/>
            <p:cNvSpPr/>
            <p:nvPr/>
          </p:nvSpPr>
          <p:spPr>
            <a:xfrm>
              <a:off x="3692726" y="3982349"/>
              <a:ext cx="1753883" cy="632948"/>
            </a:xfrm>
            <a:prstGeom prst="rect">
              <a:avLst/>
            </a:prstGeom>
            <a:noFill/>
            <a:ln>
              <a:noFill/>
            </a:ln>
          </p:spPr>
          <p:txBody>
            <a:bodyPr spcFirstLastPara="1" wrap="square" lIns="91425" tIns="91425" rIns="91425" bIns="91425" anchor="ctr" anchorCtr="0">
              <a:noAutofit/>
            </a:bodyPr>
            <a:lstStyle/>
            <a:p>
              <a:pPr marL="0" marR="0" lvl="0" indent="0" algn="ctr" rtl="0">
                <a:spcBef>
                  <a:spcPts val="0"/>
                </a:spcBef>
                <a:spcAft>
                  <a:spcPts val="0"/>
                </a:spcAft>
                <a:buNone/>
              </a:pPr>
              <a:r>
                <a:rPr lang="en-GB" sz="800">
                  <a:solidFill>
                    <a:schemeClr val="dk1"/>
                  </a:solidFill>
                  <a:latin typeface="Century Gothic"/>
                  <a:ea typeface="Century Gothic"/>
                  <a:cs typeface="Century Gothic"/>
                  <a:sym typeface="Century Gothic"/>
                </a:rPr>
                <a:t>For use in Maturity Assessment &amp; Roadmap Engagements</a:t>
              </a:r>
              <a:endParaRPr/>
            </a:p>
          </p:txBody>
        </p:sp>
      </p:grpSp>
      <p:grpSp>
        <p:nvGrpSpPr>
          <p:cNvPr id="1515" name="Google Shape;1515;p99"/>
          <p:cNvGrpSpPr/>
          <p:nvPr/>
        </p:nvGrpSpPr>
        <p:grpSpPr>
          <a:xfrm>
            <a:off x="7971865" y="980278"/>
            <a:ext cx="949325" cy="2867825"/>
            <a:chOff x="7941888" y="1062037"/>
            <a:chExt cx="983037" cy="2695575"/>
          </a:xfrm>
        </p:grpSpPr>
        <p:sp>
          <p:nvSpPr>
            <p:cNvPr id="1516" name="Google Shape;1516;p99"/>
            <p:cNvSpPr/>
            <p:nvPr/>
          </p:nvSpPr>
          <p:spPr>
            <a:xfrm>
              <a:off x="7941889" y="1062037"/>
              <a:ext cx="983036" cy="2695575"/>
            </a:xfrm>
            <a:prstGeom prst="rect">
              <a:avLst/>
            </a:prstGeom>
            <a:solidFill>
              <a:schemeClr val="lt1"/>
            </a:solidFill>
            <a:ln>
              <a:noFill/>
            </a:ln>
          </p:spPr>
          <p:txBody>
            <a:bodyPr spcFirstLastPara="1" wrap="square" lIns="91425" tIns="91425" rIns="91425" bIns="91425" anchor="ctr" anchorCtr="0">
              <a:noAutofit/>
            </a:bodyPr>
            <a:lstStyle/>
            <a:p>
              <a:pPr marL="0" marR="0" lvl="0" indent="0" algn="ctr" rtl="0">
                <a:spcBef>
                  <a:spcPts val="0"/>
                </a:spcBef>
                <a:spcAft>
                  <a:spcPts val="0"/>
                </a:spcAft>
                <a:buNone/>
              </a:pPr>
              <a:endParaRPr sz="1000">
                <a:solidFill>
                  <a:schemeClr val="dk1"/>
                </a:solidFill>
                <a:latin typeface="Century Gothic"/>
                <a:ea typeface="Century Gothic"/>
                <a:cs typeface="Century Gothic"/>
                <a:sym typeface="Century Gothic"/>
              </a:endParaRPr>
            </a:p>
          </p:txBody>
        </p:sp>
        <p:sp>
          <p:nvSpPr>
            <p:cNvPr id="1517" name="Google Shape;1517;p99"/>
            <p:cNvSpPr/>
            <p:nvPr/>
          </p:nvSpPr>
          <p:spPr>
            <a:xfrm>
              <a:off x="7941888" y="2052586"/>
              <a:ext cx="983037" cy="714476"/>
            </a:xfrm>
            <a:prstGeom prst="rect">
              <a:avLst/>
            </a:prstGeom>
            <a:noFill/>
            <a:ln>
              <a:noFill/>
            </a:ln>
          </p:spPr>
          <p:txBody>
            <a:bodyPr spcFirstLastPara="1" wrap="square" lIns="91425" tIns="91425" rIns="91425" bIns="91425" anchor="ctr" anchorCtr="0">
              <a:noAutofit/>
            </a:bodyPr>
            <a:lstStyle/>
            <a:p>
              <a:pPr marL="0" marR="0" lvl="0" indent="0" algn="ctr" rtl="0">
                <a:spcBef>
                  <a:spcPts val="0"/>
                </a:spcBef>
                <a:spcAft>
                  <a:spcPts val="0"/>
                </a:spcAft>
                <a:buNone/>
              </a:pPr>
              <a:r>
                <a:rPr lang="en-GB" sz="800">
                  <a:solidFill>
                    <a:schemeClr val="dk1"/>
                  </a:solidFill>
                  <a:latin typeface="Century Gothic"/>
                  <a:ea typeface="Century Gothic"/>
                  <a:cs typeface="Century Gothic"/>
                  <a:sym typeface="Century Gothic"/>
                </a:rPr>
                <a:t>For use in Maturity Assessment &amp; Roadmap</a:t>
              </a:r>
              <a:endParaRPr/>
            </a:p>
            <a:p>
              <a:pPr marL="0" marR="0" lvl="0" indent="0" algn="ctr" rtl="0">
                <a:spcBef>
                  <a:spcPts val="0"/>
                </a:spcBef>
                <a:spcAft>
                  <a:spcPts val="0"/>
                </a:spcAft>
                <a:buNone/>
              </a:pPr>
              <a:r>
                <a:rPr lang="en-GB" sz="800">
                  <a:solidFill>
                    <a:schemeClr val="dk1"/>
                  </a:solidFill>
                  <a:latin typeface="Century Gothic"/>
                  <a:ea typeface="Century Gothic"/>
                  <a:cs typeface="Century Gothic"/>
                  <a:sym typeface="Century Gothic"/>
                </a:rPr>
                <a:t>Engagements</a:t>
              </a:r>
              <a:endParaRPr/>
            </a:p>
          </p:txBody>
        </p:sp>
      </p:grpSp>
      <p:sp>
        <p:nvSpPr>
          <p:cNvPr id="1518" name="Google Shape;1518;p99"/>
          <p:cNvSpPr txBox="1">
            <a:spLocks noGrp="1"/>
          </p:cNvSpPr>
          <p:nvPr>
            <p:ph type="title"/>
          </p:nvPr>
        </p:nvSpPr>
        <p:spPr>
          <a:xfrm>
            <a:off x="381000" y="296096"/>
            <a:ext cx="8543925" cy="360308"/>
          </a:xfrm>
          <a:prstGeom prst="rect">
            <a:avLst/>
          </a:prstGeom>
          <a:noFill/>
          <a:ln>
            <a:noFill/>
          </a:ln>
        </p:spPr>
        <p:txBody>
          <a:bodyPr spcFirstLastPara="1" wrap="square" lIns="90000" tIns="0" rIns="0" bIns="0" anchor="ctr" anchorCtr="0">
            <a:noAutofit/>
          </a:bodyPr>
          <a:lstStyle/>
          <a:p>
            <a:pPr marL="0" lvl="0" indent="0" algn="l" rtl="0">
              <a:lnSpc>
                <a:spcPct val="95000"/>
              </a:lnSpc>
              <a:spcBef>
                <a:spcPts val="0"/>
              </a:spcBef>
              <a:spcAft>
                <a:spcPts val="0"/>
              </a:spcAft>
              <a:buClr>
                <a:schemeClr val="accent1"/>
              </a:buClr>
              <a:buSzPts val="2200"/>
              <a:buFont typeface="Century Gothic"/>
              <a:buNone/>
            </a:pPr>
            <a:r>
              <a:rPr lang="en-GB"/>
              <a:t>Customer Onboarding and Development</a:t>
            </a:r>
            <a:endParaRPr>
              <a:solidFill>
                <a:schemeClr val="accent6"/>
              </a:solidFill>
            </a:endParaRPr>
          </a:p>
        </p:txBody>
      </p:sp>
      <p:sp>
        <p:nvSpPr>
          <p:cNvPr id="1519" name="Google Shape;1519;p99">
            <a:hlinkClick r:id="rId3" action="ppaction://hlinksldjump"/>
          </p:cNvPr>
          <p:cNvSpPr/>
          <p:nvPr/>
        </p:nvSpPr>
        <p:spPr>
          <a:xfrm>
            <a:off x="6515100" y="-196501"/>
            <a:ext cx="2777392" cy="378533"/>
          </a:xfrm>
          <a:prstGeom prst="roundRect">
            <a:avLst>
              <a:gd name="adj" fmla="val 50000"/>
            </a:avLst>
          </a:prstGeom>
          <a:solidFill>
            <a:schemeClr val="accent4"/>
          </a:solidFill>
          <a:ln>
            <a:noFill/>
          </a:ln>
        </p:spPr>
        <p:txBody>
          <a:bodyPr spcFirstLastPara="1" wrap="square" lIns="36000" tIns="180000" rIns="180000" bIns="0" anchor="ctr" anchorCtr="0">
            <a:noAutofit/>
          </a:bodyPr>
          <a:lstStyle/>
          <a:p>
            <a:pPr marL="0" marR="0" lvl="0" indent="0" algn="ctr" rtl="0">
              <a:spcBef>
                <a:spcPts val="0"/>
              </a:spcBef>
              <a:spcAft>
                <a:spcPts val="0"/>
              </a:spcAft>
              <a:buNone/>
            </a:pPr>
            <a:r>
              <a:rPr lang="en-GB" sz="750">
                <a:solidFill>
                  <a:schemeClr val="lt1"/>
                </a:solidFill>
                <a:latin typeface="Century Gothic"/>
                <a:ea typeface="Century Gothic"/>
                <a:cs typeface="Century Gothic"/>
                <a:sym typeface="Century Gothic"/>
              </a:rPr>
              <a:t>   Customer Lifecycle Management</a:t>
            </a:r>
            <a:endParaRPr sz="750">
              <a:solidFill>
                <a:schemeClr val="lt1"/>
              </a:solidFill>
              <a:latin typeface="Century Gothic"/>
              <a:ea typeface="Century Gothic"/>
              <a:cs typeface="Century Gothic"/>
              <a:sym typeface="Century Gothic"/>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524"/>
        <p:cNvGrpSpPr/>
        <p:nvPr/>
      </p:nvGrpSpPr>
      <p:grpSpPr>
        <a:xfrm>
          <a:off x="0" y="0"/>
          <a:ext cx="0" cy="0"/>
          <a:chOff x="0" y="0"/>
          <a:chExt cx="0" cy="0"/>
        </a:xfrm>
      </p:grpSpPr>
      <p:cxnSp>
        <p:nvCxnSpPr>
          <p:cNvPr id="1525" name="Google Shape;1525;p100"/>
          <p:cNvCxnSpPr/>
          <p:nvPr/>
        </p:nvCxnSpPr>
        <p:spPr>
          <a:xfrm>
            <a:off x="4665503" y="858364"/>
            <a:ext cx="3239" cy="3906719"/>
          </a:xfrm>
          <a:prstGeom prst="straightConnector1">
            <a:avLst/>
          </a:prstGeom>
          <a:noFill/>
          <a:ln w="12700" cap="flat" cmpd="sng">
            <a:solidFill>
              <a:schemeClr val="lt2"/>
            </a:solidFill>
            <a:prstDash val="solid"/>
            <a:round/>
            <a:headEnd type="none" w="sm" len="sm"/>
            <a:tailEnd type="none" w="sm" len="sm"/>
          </a:ln>
        </p:spPr>
      </p:cxnSp>
      <p:sp>
        <p:nvSpPr>
          <p:cNvPr id="1526" name="Google Shape;1526;p100"/>
          <p:cNvSpPr txBox="1">
            <a:spLocks noGrp="1"/>
          </p:cNvSpPr>
          <p:nvPr>
            <p:ph type="title"/>
          </p:nvPr>
        </p:nvSpPr>
        <p:spPr>
          <a:xfrm>
            <a:off x="381000" y="285750"/>
            <a:ext cx="8543925" cy="381000"/>
          </a:xfrm>
          <a:prstGeom prst="rect">
            <a:avLst/>
          </a:prstGeom>
          <a:noFill/>
          <a:ln>
            <a:noFill/>
          </a:ln>
        </p:spPr>
        <p:txBody>
          <a:bodyPr spcFirstLastPara="1" wrap="square" lIns="90000" tIns="0" rIns="0" bIns="0" anchor="ctr" anchorCtr="0">
            <a:noAutofit/>
          </a:bodyPr>
          <a:lstStyle/>
          <a:p>
            <a:pPr marL="0" lvl="0" indent="0" algn="l" rtl="0">
              <a:lnSpc>
                <a:spcPct val="95000"/>
              </a:lnSpc>
              <a:spcBef>
                <a:spcPts val="0"/>
              </a:spcBef>
              <a:spcAft>
                <a:spcPts val="0"/>
              </a:spcAft>
              <a:buClr>
                <a:schemeClr val="accent1"/>
              </a:buClr>
              <a:buSzPts val="2200"/>
              <a:buFont typeface="Century Gothic"/>
              <a:buNone/>
            </a:pPr>
            <a:r>
              <a:rPr lang="en-GB"/>
              <a:t>Customer Retention</a:t>
            </a:r>
            <a:endParaRPr sz="1600"/>
          </a:p>
        </p:txBody>
      </p:sp>
      <p:graphicFrame>
        <p:nvGraphicFramePr>
          <p:cNvPr id="1527" name="Google Shape;1527;p100"/>
          <p:cNvGraphicFramePr/>
          <p:nvPr/>
        </p:nvGraphicFramePr>
        <p:xfrm>
          <a:off x="381000" y="838460"/>
          <a:ext cx="8508300" cy="5736145"/>
        </p:xfrm>
        <a:graphic>
          <a:graphicData uri="http://schemas.openxmlformats.org/drawingml/2006/table">
            <a:tbl>
              <a:tblPr firstRow="1" bandRow="1">
                <a:noFill/>
                <a:tableStyleId>{D098BFCB-6916-41F2-A2A5-0DF0D5139B6F}</a:tableStyleId>
              </a:tblPr>
              <a:tblGrid>
                <a:gridCol w="4166250">
                  <a:extLst>
                    <a:ext uri="{9D8B030D-6E8A-4147-A177-3AD203B41FA5}">
                      <a16:colId xmlns:a16="http://schemas.microsoft.com/office/drawing/2014/main" val="20000"/>
                    </a:ext>
                  </a:extLst>
                </a:gridCol>
                <a:gridCol w="175800">
                  <a:extLst>
                    <a:ext uri="{9D8B030D-6E8A-4147-A177-3AD203B41FA5}">
                      <a16:colId xmlns:a16="http://schemas.microsoft.com/office/drawing/2014/main" val="20001"/>
                    </a:ext>
                  </a:extLst>
                </a:gridCol>
                <a:gridCol w="4166250">
                  <a:extLst>
                    <a:ext uri="{9D8B030D-6E8A-4147-A177-3AD203B41FA5}">
                      <a16:colId xmlns:a16="http://schemas.microsoft.com/office/drawing/2014/main" val="20002"/>
                    </a:ext>
                  </a:extLst>
                </a:gridCol>
              </a:tblGrid>
              <a:tr h="216000">
                <a:tc>
                  <a:txBody>
                    <a:bodyPr/>
                    <a:lstStyle/>
                    <a:p>
                      <a:pPr marL="0" marR="0" lvl="0" indent="0" algn="l" rtl="0">
                        <a:spcBef>
                          <a:spcPts val="0"/>
                        </a:spcBef>
                        <a:spcAft>
                          <a:spcPts val="0"/>
                        </a:spcAft>
                        <a:buNone/>
                      </a:pPr>
                      <a:r>
                        <a:rPr lang="en-GB" sz="1400" b="1">
                          <a:solidFill>
                            <a:schemeClr val="dk2"/>
                          </a:solidFill>
                        </a:rPr>
                        <a:t>Business Objectives</a:t>
                      </a:r>
                      <a:endParaRPr/>
                    </a:p>
                    <a:p>
                      <a:pPr marL="0" marR="0" lvl="0" indent="0" algn="l" rtl="0">
                        <a:spcBef>
                          <a:spcPts val="0"/>
                        </a:spcBef>
                        <a:spcAft>
                          <a:spcPts val="0"/>
                        </a:spcAft>
                        <a:buNone/>
                      </a:pPr>
                      <a:r>
                        <a:rPr lang="en-GB" sz="900" b="1">
                          <a:solidFill>
                            <a:schemeClr val="dk1"/>
                          </a:solidFill>
                        </a:rPr>
                        <a:t>Develop strategies to retain declining customers</a:t>
                      </a:r>
                      <a:endParaRPr sz="900" b="1">
                        <a:solidFill>
                          <a:schemeClr val="dk1"/>
                        </a:solidFill>
                      </a:endParaRPr>
                    </a:p>
                    <a:p>
                      <a:pPr marL="0" marR="0" lvl="0" indent="0" algn="l" rtl="0">
                        <a:spcBef>
                          <a:spcPts val="0"/>
                        </a:spcBef>
                        <a:spcAft>
                          <a:spcPts val="0"/>
                        </a:spcAft>
                        <a:buNone/>
                      </a:pPr>
                      <a:r>
                        <a:rPr lang="en-GB" sz="900" b="1">
                          <a:solidFill>
                            <a:schemeClr val="dk1"/>
                          </a:solidFill>
                        </a:rPr>
                        <a:t>Retain salary accounts targeted by fintechs (SadaPay zero-fee transfers, NayaPay)</a:t>
                      </a:r>
                      <a:endParaRPr sz="900" b="1">
                        <a:solidFill>
                          <a:schemeClr val="dk1"/>
                        </a:solidFill>
                      </a:endParaRPr>
                    </a:p>
                    <a:p>
                      <a:pPr marL="0" marR="0" lvl="0" indent="0" algn="l" rtl="0">
                        <a:spcBef>
                          <a:spcPts val="0"/>
                        </a:spcBef>
                        <a:spcAft>
                          <a:spcPts val="0"/>
                        </a:spcAft>
                        <a:buNone/>
                      </a:pPr>
                      <a:r>
                        <a:rPr lang="en-GB" sz="900" b="1">
                          <a:solidFill>
                            <a:schemeClr val="dk1"/>
                          </a:solidFill>
                        </a:rPr>
                        <a:t>Prevent balance attrition to NSS during high-rate environments (SBP policy rate 17.5%)</a:t>
                      </a:r>
                      <a:endParaRPr sz="900" b="1">
                        <a:solidFill>
                          <a:schemeClr val="dk1"/>
                        </a:solidFill>
                      </a:endParaRPr>
                    </a:p>
                    <a:p>
                      <a:pPr marL="0" marR="0" lvl="0" indent="0" algn="l" rtl="0">
                        <a:spcBef>
                          <a:spcPts val="0"/>
                        </a:spcBef>
                        <a:spcAft>
                          <a:spcPts val="0"/>
                        </a:spcAft>
                        <a:buNone/>
                      </a:pPr>
                      <a:r>
                        <a:rPr lang="en-GB" sz="900" b="1">
                          <a:solidFill>
                            <a:schemeClr val="dk1"/>
                          </a:solidFill>
                        </a:rPr>
                        <a:t>Build stickiness through multi-product relationships (1.8 to 3.0+ products per customer)</a:t>
                      </a:r>
                      <a:endParaRPr sz="900" b="1">
                        <a:solidFill>
                          <a:schemeClr val="dk1"/>
                        </a:solidFill>
                      </a:endParaRPr>
                    </a:p>
                    <a:p>
                      <a:pPr marL="0" marR="0" lvl="0" indent="0" algn="l" rtl="0">
                        <a:spcBef>
                          <a:spcPts val="0"/>
                        </a:spcBef>
                        <a:spcAft>
                          <a:spcPts val="0"/>
                        </a:spcAft>
                        <a:buNone/>
                      </a:pPr>
                      <a:r>
                        <a:rPr lang="en-GB" sz="900" b="1">
                          <a:solidFill>
                            <a:schemeClr val="dk1"/>
                          </a:solidFill>
                        </a:rPr>
                        <a:t>Value-based retention: invest PKR 10K-50K for top-tier, zero for mass dormant</a:t>
                      </a:r>
                      <a:endParaRPr sz="900" b="1">
                        <a:solidFill>
                          <a:schemeClr val="dk1"/>
                        </a:solidFill>
                      </a:endParaRPr>
                    </a:p>
                  </a:txBody>
                  <a:tcPr marL="46800" marR="46800" marT="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rowSpan="2">
                  <a:txBody>
                    <a:bodyPr/>
                    <a:lstStyle/>
                    <a:p>
                      <a:pPr marL="0" marR="0" lvl="0" indent="0" algn="l" rtl="0">
                        <a:lnSpc>
                          <a:spcPct val="100000"/>
                        </a:lnSpc>
                        <a:spcBef>
                          <a:spcPts val="0"/>
                        </a:spcBef>
                        <a:spcAft>
                          <a:spcPts val="0"/>
                        </a:spcAft>
                        <a:buClr>
                          <a:schemeClr val="dk1"/>
                        </a:buClr>
                        <a:buSzPts val="1600"/>
                        <a:buFont typeface="Century Gothic"/>
                        <a:buNone/>
                      </a:pPr>
                      <a:endParaRPr sz="1600" b="1">
                        <a:solidFill>
                          <a:schemeClr val="accent6"/>
                        </a:solidFill>
                      </a:endParaRPr>
                    </a:p>
                  </a:txBody>
                  <a:tcPr marL="46800" marR="46800" marT="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rowSpan="2">
                  <a:txBody>
                    <a:bodyPr/>
                    <a:lstStyle/>
                    <a:p>
                      <a:pPr marL="0" marR="0" lvl="0" indent="0" algn="l" rtl="0">
                        <a:lnSpc>
                          <a:spcPct val="100000"/>
                        </a:lnSpc>
                        <a:spcBef>
                          <a:spcPts val="0"/>
                        </a:spcBef>
                        <a:spcAft>
                          <a:spcPts val="0"/>
                        </a:spcAft>
                        <a:buClr>
                          <a:schemeClr val="dk1"/>
                        </a:buClr>
                        <a:buSzPts val="1600"/>
                        <a:buFont typeface="Century Gothic"/>
                        <a:buNone/>
                      </a:pPr>
                      <a:endParaRPr sz="1600" b="1">
                        <a:solidFill>
                          <a:schemeClr val="accent6"/>
                        </a:solidFill>
                      </a:endParaRPr>
                    </a:p>
                  </a:txBody>
                  <a:tcPr marL="46800" marR="46800" marT="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1636575">
                <a:tc>
                  <a:txBody>
                    <a:bodyPr/>
                    <a:lstStyle/>
                    <a:p>
                      <a:pPr marL="119063" marR="0" lvl="0" indent="-119063" algn="l" rtl="0">
                        <a:spcBef>
                          <a:spcPts val="0"/>
                        </a:spcBef>
                        <a:spcAft>
                          <a:spcPts val="0"/>
                        </a:spcAft>
                        <a:buClr>
                          <a:srgbClr val="3C3C3B"/>
                        </a:buClr>
                        <a:buSzPts val="900"/>
                        <a:buFont typeface="Arial"/>
                        <a:buChar char="•"/>
                      </a:pPr>
                      <a:r>
                        <a:rPr lang="en-GB" sz="900">
                          <a:solidFill>
                            <a:srgbClr val="3C3C3B"/>
                          </a:solidFill>
                        </a:rPr>
                        <a:t>Improve revenue &amp; earnings through enhanced customer retention &amp; loyalty offers</a:t>
                      </a:r>
                      <a:endParaRPr sz="900">
                        <a:solidFill>
                          <a:srgbClr val="3C3C3B"/>
                        </a:solidFill>
                      </a:endParaRPr>
                    </a:p>
                    <a:p>
                      <a:pPr marL="119063" marR="0" lvl="0" indent="-119063" algn="l" rtl="0">
                        <a:spcBef>
                          <a:spcPts val="300"/>
                        </a:spcBef>
                        <a:spcAft>
                          <a:spcPts val="0"/>
                        </a:spcAft>
                        <a:buClr>
                          <a:srgbClr val="3C3C3B"/>
                        </a:buClr>
                        <a:buSzPts val="900"/>
                        <a:buFont typeface="Arial"/>
                        <a:buChar char="•"/>
                      </a:pPr>
                      <a:r>
                        <a:rPr lang="en-GB" sz="900">
                          <a:solidFill>
                            <a:srgbClr val="3C3C3B"/>
                          </a:solidFill>
                        </a:rPr>
                        <a:t>Extend customer and product lifespan and increase lifetime value.</a:t>
                      </a:r>
                      <a:endParaRPr/>
                    </a:p>
                    <a:p>
                      <a:pPr marL="119063" marR="0" lvl="0" indent="-119063" algn="l" rtl="0">
                        <a:lnSpc>
                          <a:spcPct val="100000"/>
                        </a:lnSpc>
                        <a:spcBef>
                          <a:spcPts val="300"/>
                        </a:spcBef>
                        <a:spcAft>
                          <a:spcPts val="0"/>
                        </a:spcAft>
                        <a:buClr>
                          <a:srgbClr val="3C3C3B"/>
                        </a:buClr>
                        <a:buSzPts val="900"/>
                        <a:buFont typeface="Arial"/>
                        <a:buChar char="•"/>
                      </a:pPr>
                      <a:r>
                        <a:rPr lang="en-GB" sz="900">
                          <a:solidFill>
                            <a:srgbClr val="3C3C3B"/>
                          </a:solidFill>
                        </a:rPr>
                        <a:t>Understand the lifecycle of the customer relationship (RFV) to define appropriate actions</a:t>
                      </a:r>
                      <a:endParaRPr/>
                    </a:p>
                    <a:p>
                      <a:pPr marL="119063" marR="0" lvl="0" indent="-119063" algn="l" rtl="0">
                        <a:spcBef>
                          <a:spcPts val="300"/>
                        </a:spcBef>
                        <a:spcAft>
                          <a:spcPts val="0"/>
                        </a:spcAft>
                        <a:buClr>
                          <a:srgbClr val="3C3C3B"/>
                        </a:buClr>
                        <a:buSzPts val="900"/>
                        <a:buFont typeface="Arial"/>
                        <a:buChar char="•"/>
                      </a:pPr>
                      <a:r>
                        <a:rPr lang="en-GB" sz="900">
                          <a:solidFill>
                            <a:srgbClr val="3C3C3B"/>
                          </a:solidFill>
                        </a:rPr>
                        <a:t>Develop retention triggers to prompt proactive customer contact by understanding how to identify indicators of a declining relationship </a:t>
                      </a:r>
                      <a:endParaRPr/>
                    </a:p>
                    <a:p>
                      <a:pPr marL="119063" marR="0" lvl="0" indent="-119063" algn="l" rtl="0">
                        <a:lnSpc>
                          <a:spcPct val="100000"/>
                        </a:lnSpc>
                        <a:spcBef>
                          <a:spcPts val="300"/>
                        </a:spcBef>
                        <a:spcAft>
                          <a:spcPts val="0"/>
                        </a:spcAft>
                        <a:buClr>
                          <a:srgbClr val="3C3C3B"/>
                        </a:buClr>
                        <a:buSzPts val="900"/>
                        <a:buFont typeface="Arial"/>
                        <a:buChar char="•"/>
                      </a:pPr>
                      <a:r>
                        <a:rPr lang="en-GB" sz="900">
                          <a:solidFill>
                            <a:srgbClr val="3C3C3B"/>
                          </a:solidFill>
                        </a:rPr>
                        <a:t>Build data-driven, value-based retention strategies for different segments – such as churners etc.</a:t>
                      </a:r>
                      <a:endParaRPr/>
                    </a:p>
                  </a:txBody>
                  <a:tcPr marL="46800" marR="4680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vMerge="1">
                  <a:txBody>
                    <a:bodyPr/>
                    <a:lstStyle/>
                    <a:p>
                      <a:endParaRPr/>
                    </a:p>
                  </a:txBody>
                  <a:tcPr/>
                </a:tc>
                <a:tc vMerge="1">
                  <a:txBody>
                    <a:bodyPr/>
                    <a:lstStyle/>
                    <a:p>
                      <a:endParaRPr/>
                    </a:p>
                  </a:txBody>
                  <a:tcPr/>
                </a:tc>
                <a:extLst>
                  <a:ext uri="{0D108BD9-81ED-4DB2-BD59-A6C34878D82A}">
                    <a16:rowId xmlns:a16="http://schemas.microsoft.com/office/drawing/2014/main" val="10001"/>
                  </a:ext>
                </a:extLst>
              </a:tr>
              <a:tr h="216000">
                <a:tc>
                  <a:txBody>
                    <a:bodyPr/>
                    <a:lstStyle/>
                    <a:p>
                      <a:pPr marL="0" marR="0" lvl="0" indent="0" algn="l" rtl="0">
                        <a:spcBef>
                          <a:spcPts val="0"/>
                        </a:spcBef>
                        <a:spcAft>
                          <a:spcPts val="0"/>
                        </a:spcAft>
                        <a:buNone/>
                      </a:pPr>
                      <a:r>
                        <a:rPr lang="en-GB" sz="1400" b="1">
                          <a:solidFill>
                            <a:schemeClr val="dk2"/>
                          </a:solidFill>
                          <a:latin typeface="Century Gothic"/>
                          <a:ea typeface="Century Gothic"/>
                          <a:cs typeface="Century Gothic"/>
                          <a:sym typeface="Century Gothic"/>
                        </a:rPr>
                        <a:t>Data &amp; Solution</a:t>
                      </a:r>
                      <a:endParaRPr sz="1400" b="1">
                        <a:solidFill>
                          <a:schemeClr val="dk2"/>
                        </a:solidFill>
                        <a:latin typeface="Century Gothic"/>
                        <a:ea typeface="Century Gothic"/>
                        <a:cs typeface="Century Gothic"/>
                        <a:sym typeface="Century Gothic"/>
                      </a:endParaRPr>
                    </a:p>
                    <a:p>
                      <a:r>
                        <a:rPr sz="800" b="1">
                          <a:solidFill>
                            <a:srgbClr val="006699"/>
                          </a:solidFill>
                        </a:rPr>
                        <a:t>FSDM: Party_Event, Event_Type, Event_Trigger, Behavioral_Event, Life_Event, Financial_Event</a:t>
                      </a:r>
                    </a:p>
                    <a:p>
                      <a:r>
                        <a:rPr sz="800" i="1">
                          <a:solidFill>
                            <a:srgbClr val="008040"/>
                          </a:solidFill>
                        </a:rPr>
                        <a:t>Pakistan: Salary credit events, utility payment patterns, Eid/Ramadan spending spikes, tax filing season triggers, CNIC expiry alerts, maturity renewal events</a:t>
                      </a:r>
                    </a:p>
                  </a:txBody>
                  <a:tcPr marL="46800" marR="46800" marT="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400"/>
                        <a:buFont typeface="Century Gothic"/>
                        <a:buNone/>
                      </a:pPr>
                      <a:endParaRPr sz="1400" b="1">
                        <a:solidFill>
                          <a:schemeClr val="dk2"/>
                        </a:solidFill>
                        <a:latin typeface="Century Gothic"/>
                        <a:ea typeface="Century Gothic"/>
                        <a:cs typeface="Century Gothic"/>
                        <a:sym typeface="Century Gothic"/>
                      </a:endParaRPr>
                    </a:p>
                  </a:txBody>
                  <a:tcPr marL="46800" marR="46800" marT="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2"/>
                        </a:buClr>
                        <a:buSzPts val="1400"/>
                        <a:buFont typeface="Century Gothic"/>
                        <a:buNone/>
                      </a:pPr>
                      <a:r>
                        <a:rPr lang="en-GB" sz="1400" b="1">
                          <a:solidFill>
                            <a:schemeClr val="dk2"/>
                          </a:solidFill>
                          <a:latin typeface="Century Gothic"/>
                          <a:ea typeface="Century Gothic"/>
                          <a:cs typeface="Century Gothic"/>
                          <a:sym typeface="Century Gothic"/>
                        </a:rPr>
                        <a:t>Outcome</a:t>
                      </a:r>
                      <a:endParaRPr/>
                    </a:p>
                  </a:txBody>
                  <a:tcPr marL="46800" marR="46800" marT="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1636575">
                <a:tc>
                  <a:txBody>
                    <a:bodyPr/>
                    <a:lstStyle/>
                    <a:p>
                      <a:pPr marL="0" marR="0" lvl="0" indent="0" algn="l" rtl="0">
                        <a:spcBef>
                          <a:spcPts val="0"/>
                        </a:spcBef>
                        <a:spcAft>
                          <a:spcPts val="0"/>
                        </a:spcAft>
                        <a:buNone/>
                      </a:pPr>
                      <a:r>
                        <a:rPr lang="en-GB" sz="900" b="1">
                          <a:solidFill>
                            <a:schemeClr val="dk1"/>
                          </a:solidFill>
                        </a:rPr>
                        <a:t>Data</a:t>
                      </a:r>
                      <a:endParaRPr/>
                    </a:p>
                    <a:p>
                      <a:pPr marL="179388" marR="0" lvl="0" indent="-179388" algn="l" rtl="0">
                        <a:spcBef>
                          <a:spcPts val="0"/>
                        </a:spcBef>
                        <a:spcAft>
                          <a:spcPts val="0"/>
                        </a:spcAft>
                        <a:buClr>
                          <a:schemeClr val="dk1"/>
                        </a:buClr>
                        <a:buSzPts val="900"/>
                        <a:buFont typeface="Arial"/>
                        <a:buChar char="•"/>
                      </a:pPr>
                      <a:r>
                        <a:rPr lang="en-GB" sz="900">
                          <a:solidFill>
                            <a:schemeClr val="dk1"/>
                          </a:solidFill>
                        </a:rPr>
                        <a:t>Customer product holdings</a:t>
                      </a:r>
                      <a:endParaRPr/>
                    </a:p>
                    <a:p>
                      <a:pPr marL="179388" marR="0" lvl="0" indent="-179388" algn="l" rtl="0">
                        <a:spcBef>
                          <a:spcPts val="0"/>
                        </a:spcBef>
                        <a:spcAft>
                          <a:spcPts val="0"/>
                        </a:spcAft>
                        <a:buClr>
                          <a:schemeClr val="dk1"/>
                        </a:buClr>
                        <a:buSzPts val="900"/>
                        <a:buFont typeface="Arial"/>
                        <a:buChar char="•"/>
                      </a:pPr>
                      <a:r>
                        <a:rPr lang="en-GB" sz="900">
                          <a:solidFill>
                            <a:schemeClr val="dk1"/>
                          </a:solidFill>
                        </a:rPr>
                        <a:t>Customer lifetime value and profitability</a:t>
                      </a:r>
                      <a:endParaRPr/>
                    </a:p>
                    <a:p>
                      <a:pPr marL="179388" marR="0" lvl="0" indent="-179388" algn="l" rtl="0">
                        <a:spcBef>
                          <a:spcPts val="0"/>
                        </a:spcBef>
                        <a:spcAft>
                          <a:spcPts val="0"/>
                        </a:spcAft>
                        <a:buClr>
                          <a:schemeClr val="dk1"/>
                        </a:buClr>
                        <a:buSzPts val="900"/>
                        <a:buFont typeface="Arial"/>
                        <a:buChar char="•"/>
                      </a:pPr>
                      <a:r>
                        <a:rPr lang="en-GB" sz="900">
                          <a:solidFill>
                            <a:schemeClr val="dk1"/>
                          </a:solidFill>
                        </a:rPr>
                        <a:t>Customer interaction data</a:t>
                      </a:r>
                      <a:endParaRPr/>
                    </a:p>
                    <a:p>
                      <a:pPr marL="179388" marR="0" lvl="0" indent="-179388" algn="l" rtl="0">
                        <a:spcBef>
                          <a:spcPts val="0"/>
                        </a:spcBef>
                        <a:spcAft>
                          <a:spcPts val="0"/>
                        </a:spcAft>
                        <a:buClr>
                          <a:schemeClr val="dk1"/>
                        </a:buClr>
                        <a:buSzPts val="900"/>
                        <a:buFont typeface="Arial"/>
                        <a:buChar char="•"/>
                      </a:pPr>
                      <a:r>
                        <a:rPr lang="en-GB" sz="900">
                          <a:solidFill>
                            <a:schemeClr val="dk1"/>
                          </a:solidFill>
                        </a:rPr>
                        <a:t>Service and product usage incl. transactions / activity / balances</a:t>
                      </a:r>
                      <a:endParaRPr/>
                    </a:p>
                    <a:p>
                      <a:pPr marL="179388" marR="0" lvl="0" indent="-179388" algn="l" rtl="0">
                        <a:spcBef>
                          <a:spcPts val="0"/>
                        </a:spcBef>
                        <a:spcAft>
                          <a:spcPts val="0"/>
                        </a:spcAft>
                        <a:buClr>
                          <a:schemeClr val="dk1"/>
                        </a:buClr>
                        <a:buSzPts val="900"/>
                        <a:buFont typeface="Arial"/>
                        <a:buChar char="•"/>
                      </a:pPr>
                      <a:r>
                        <a:rPr lang="en-GB" sz="900">
                          <a:solidFill>
                            <a:schemeClr val="dk1"/>
                          </a:solidFill>
                        </a:rPr>
                        <a:t>Lifecycle events and triggers</a:t>
                      </a:r>
                      <a:endParaRPr/>
                    </a:p>
                    <a:p>
                      <a:pPr marL="0" marR="0" lvl="0" indent="0" algn="l" rtl="0">
                        <a:spcBef>
                          <a:spcPts val="0"/>
                        </a:spcBef>
                        <a:spcAft>
                          <a:spcPts val="0"/>
                        </a:spcAft>
                        <a:buClr>
                          <a:schemeClr val="dk1"/>
                        </a:buClr>
                        <a:buSzPts val="900"/>
                        <a:buFont typeface="Arial"/>
                        <a:buNone/>
                      </a:pPr>
                      <a:r>
                        <a:rPr lang="en-GB" sz="900" b="1">
                          <a:solidFill>
                            <a:schemeClr val="dk1"/>
                          </a:solidFill>
                        </a:rPr>
                        <a:t>Analytics</a:t>
                      </a:r>
                      <a:endParaRPr/>
                    </a:p>
                    <a:p>
                      <a:pPr marL="179388" marR="0" lvl="0" indent="-179388" algn="l" rtl="0">
                        <a:spcBef>
                          <a:spcPts val="0"/>
                        </a:spcBef>
                        <a:spcAft>
                          <a:spcPts val="0"/>
                        </a:spcAft>
                        <a:buClr>
                          <a:schemeClr val="dk1"/>
                        </a:buClr>
                        <a:buSzPts val="900"/>
                        <a:buFont typeface="Arial"/>
                        <a:buChar char="•"/>
                      </a:pPr>
                      <a:r>
                        <a:rPr lang="en-GB" sz="900">
                          <a:solidFill>
                            <a:schemeClr val="dk1"/>
                          </a:solidFill>
                        </a:rPr>
                        <a:t>Regression analysis to build churn models</a:t>
                      </a:r>
                      <a:endParaRPr/>
                    </a:p>
                    <a:p>
                      <a:pPr marL="179388" marR="0" lvl="0" indent="-179388" algn="l" rtl="0">
                        <a:spcBef>
                          <a:spcPts val="0"/>
                        </a:spcBef>
                        <a:spcAft>
                          <a:spcPts val="0"/>
                        </a:spcAft>
                        <a:buClr>
                          <a:schemeClr val="dk1"/>
                        </a:buClr>
                        <a:buSzPts val="900"/>
                        <a:buFont typeface="Arial"/>
                        <a:buChar char="•"/>
                      </a:pPr>
                      <a:r>
                        <a:rPr lang="en-GB" sz="900">
                          <a:solidFill>
                            <a:schemeClr val="dk1"/>
                          </a:solidFill>
                        </a:rPr>
                        <a:t>Path analysis to determine paths to churn / loss </a:t>
                      </a:r>
                      <a:endParaRPr/>
                    </a:p>
                    <a:p>
                      <a:pPr marL="179388" marR="0" lvl="0" indent="-179388" algn="l" rtl="0">
                        <a:spcBef>
                          <a:spcPts val="0"/>
                        </a:spcBef>
                        <a:spcAft>
                          <a:spcPts val="0"/>
                        </a:spcAft>
                        <a:buClr>
                          <a:schemeClr val="dk1"/>
                        </a:buClr>
                        <a:buSzPts val="900"/>
                        <a:buFont typeface="Arial"/>
                        <a:buChar char="•"/>
                      </a:pPr>
                      <a:r>
                        <a:rPr lang="en-GB" sz="900">
                          <a:solidFill>
                            <a:schemeClr val="dk1"/>
                          </a:solidFill>
                        </a:rPr>
                        <a:t>Clustering Segmentation</a:t>
                      </a:r>
                      <a:endParaRPr/>
                    </a:p>
                    <a:p>
                      <a:r>
                        <a:rPr sz="800" b="1">
                          <a:solidFill>
                            <a:srgbClr val="006699"/>
                          </a:solidFill>
                        </a:rPr>
                        <a:t>FSDM: Party_Event, Event_Type, Event_Trigger, Behavioral_Event, Life_Event, Financial_Event</a:t>
                      </a:r>
                    </a:p>
                    <a:p>
                      <a:r>
                        <a:rPr sz="800" i="1">
                          <a:solidFill>
                            <a:srgbClr val="008040"/>
                          </a:solidFill>
                        </a:rPr>
                        <a:t>Pakistan: Salary credit events, utility payment patterns, Eid/Ramadan spending spikes, tax filing season triggers, CNIC expiry alerts, maturity renewal events</a:t>
                      </a:r>
                    </a:p>
                  </a:txBody>
                  <a:tcPr marL="46800" marR="4680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171450" marR="0" lvl="0" indent="-114300" algn="l" rtl="0">
                        <a:lnSpc>
                          <a:spcPct val="100000"/>
                        </a:lnSpc>
                        <a:spcBef>
                          <a:spcPts val="0"/>
                        </a:spcBef>
                        <a:spcAft>
                          <a:spcPts val="0"/>
                        </a:spcAft>
                        <a:buClr>
                          <a:schemeClr val="dk1"/>
                        </a:buClr>
                        <a:buSzPts val="900"/>
                        <a:buFont typeface="Arial"/>
                        <a:buNone/>
                      </a:pPr>
                      <a:endParaRPr sz="900">
                        <a:solidFill>
                          <a:schemeClr val="dk1"/>
                        </a:solidFill>
                        <a:latin typeface="Century Gothic"/>
                        <a:ea typeface="Century Gothic"/>
                        <a:cs typeface="Century Gothic"/>
                        <a:sym typeface="Century Gothic"/>
                      </a:endParaRPr>
                    </a:p>
                  </a:txBody>
                  <a:tcPr marL="46800" marR="4680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119063" marR="0" lvl="0" indent="-119063" algn="l" rtl="0">
                        <a:spcBef>
                          <a:spcPts val="0"/>
                        </a:spcBef>
                        <a:spcAft>
                          <a:spcPts val="0"/>
                        </a:spcAft>
                        <a:buClr>
                          <a:srgbClr val="3C3C3B"/>
                        </a:buClr>
                        <a:buSzPts val="900"/>
                        <a:buFont typeface="Arial"/>
                        <a:buChar char="•"/>
                      </a:pPr>
                      <a:r>
                        <a:rPr lang="en-GB" sz="900">
                          <a:solidFill>
                            <a:srgbClr val="3C3C3B"/>
                          </a:solidFill>
                        </a:rPr>
                        <a:t>Increased customer loyalty and reduced churn</a:t>
                      </a:r>
                      <a:endParaRPr/>
                    </a:p>
                    <a:p>
                      <a:pPr marL="119063" marR="0" lvl="0" indent="-119063" algn="l" rtl="0">
                        <a:spcBef>
                          <a:spcPts val="300"/>
                        </a:spcBef>
                        <a:spcAft>
                          <a:spcPts val="0"/>
                        </a:spcAft>
                        <a:buClr>
                          <a:srgbClr val="3C3C3B"/>
                        </a:buClr>
                        <a:buSzPts val="900"/>
                        <a:buFont typeface="Arial"/>
                        <a:buChar char="•"/>
                      </a:pPr>
                      <a:r>
                        <a:rPr lang="en-GB" sz="900">
                          <a:solidFill>
                            <a:srgbClr val="3C3C3B"/>
                          </a:solidFill>
                        </a:rPr>
                        <a:t>More relevant campaign/treatment based on customer lifecycle</a:t>
                      </a:r>
                      <a:endParaRPr/>
                    </a:p>
                    <a:p>
                      <a:pPr marL="119063" marR="0" lvl="0" indent="-119063" algn="l" rtl="0">
                        <a:spcBef>
                          <a:spcPts val="300"/>
                        </a:spcBef>
                        <a:spcAft>
                          <a:spcPts val="0"/>
                        </a:spcAft>
                        <a:buClr>
                          <a:srgbClr val="3C3C3B"/>
                        </a:buClr>
                        <a:buSzPts val="900"/>
                        <a:buFont typeface="Arial"/>
                        <a:buChar char="•"/>
                      </a:pPr>
                      <a:r>
                        <a:rPr lang="en-GB" sz="900">
                          <a:solidFill>
                            <a:srgbClr val="3C3C3B"/>
                          </a:solidFill>
                        </a:rPr>
                        <a:t>Improved retention campaign ROI from using more sophisticated targeting and more timely events and triggers</a:t>
                      </a:r>
                      <a:endParaRPr sz="900">
                        <a:solidFill>
                          <a:srgbClr val="3C3C3B"/>
                        </a:solidFill>
                      </a:endParaRPr>
                    </a:p>
                    <a:p>
                      <a:pPr marL="119063" marR="0" lvl="0" indent="-119063" algn="l" rtl="0">
                        <a:spcBef>
                          <a:spcPts val="300"/>
                        </a:spcBef>
                        <a:spcAft>
                          <a:spcPts val="0"/>
                        </a:spcAft>
                        <a:buClr>
                          <a:srgbClr val="3C3C3B"/>
                        </a:buClr>
                        <a:buSzPts val="900"/>
                        <a:buFont typeface="Arial"/>
                        <a:buChar char="•"/>
                      </a:pPr>
                      <a:r>
                        <a:rPr lang="en-GB" sz="900">
                          <a:solidFill>
                            <a:srgbClr val="3C3C3B"/>
                          </a:solidFill>
                        </a:rPr>
                        <a:t>Minimized profit erosion, including reduced costs on win back or reactivation activity</a:t>
                      </a:r>
                      <a:endParaRPr sz="900">
                        <a:solidFill>
                          <a:schemeClr val="dk1"/>
                        </a:solidFill>
                        <a:latin typeface="Century Gothic"/>
                        <a:ea typeface="Century Gothic"/>
                        <a:cs typeface="Century Gothic"/>
                        <a:sym typeface="Century Gothic"/>
                      </a:endParaRPr>
                    </a:p>
                    <a:p>
                      <a:pPr marL="171450" marR="0" lvl="0" indent="-114300" algn="l" rtl="0">
                        <a:lnSpc>
                          <a:spcPct val="100000"/>
                        </a:lnSpc>
                        <a:spcBef>
                          <a:spcPts val="300"/>
                        </a:spcBef>
                        <a:spcAft>
                          <a:spcPts val="0"/>
                        </a:spcAft>
                        <a:buClr>
                          <a:schemeClr val="dk1"/>
                        </a:buClr>
                        <a:buSzPts val="900"/>
                        <a:buFont typeface="Arial"/>
                        <a:buNone/>
                      </a:pPr>
                      <a:endParaRPr sz="900">
                        <a:solidFill>
                          <a:schemeClr val="dk1"/>
                        </a:solidFill>
                        <a:latin typeface="Century Gothic"/>
                        <a:ea typeface="Century Gothic"/>
                        <a:cs typeface="Century Gothic"/>
                        <a:sym typeface="Century Gothic"/>
                      </a:endParaRPr>
                    </a:p>
                    <a:p>
                      <a:pPr marL="171450" marR="0" lvl="0" indent="-114300" algn="l" rtl="0">
                        <a:lnSpc>
                          <a:spcPct val="100000"/>
                        </a:lnSpc>
                        <a:spcBef>
                          <a:spcPts val="0"/>
                        </a:spcBef>
                        <a:spcAft>
                          <a:spcPts val="0"/>
                        </a:spcAft>
                        <a:buClr>
                          <a:schemeClr val="dk1"/>
                        </a:buClr>
                        <a:buSzPts val="900"/>
                        <a:buFont typeface="Arial"/>
                        <a:buNone/>
                      </a:pPr>
                      <a:endParaRPr sz="900">
                        <a:solidFill>
                          <a:schemeClr val="dk1"/>
                        </a:solidFill>
                        <a:latin typeface="Century Gothic"/>
                        <a:ea typeface="Century Gothic"/>
                        <a:cs typeface="Century Gothic"/>
                        <a:sym typeface="Century Gothic"/>
                      </a:endParaRPr>
                    </a:p>
                  </a:txBody>
                  <a:tcPr marL="46800" marR="4680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grpSp>
        <p:nvGrpSpPr>
          <p:cNvPr id="1528" name="Google Shape;1528;p100"/>
          <p:cNvGrpSpPr/>
          <p:nvPr/>
        </p:nvGrpSpPr>
        <p:grpSpPr>
          <a:xfrm>
            <a:off x="6681181" y="227746"/>
            <a:ext cx="2432605" cy="1508418"/>
            <a:chOff x="3241483" y="678377"/>
            <a:chExt cx="2432605" cy="1508418"/>
          </a:xfrm>
        </p:grpSpPr>
        <p:sp>
          <p:nvSpPr>
            <p:cNvPr id="1529" name="Google Shape;1529;p100"/>
            <p:cNvSpPr/>
            <p:nvPr/>
          </p:nvSpPr>
          <p:spPr>
            <a:xfrm>
              <a:off x="3241483" y="678377"/>
              <a:ext cx="2432605" cy="1508418"/>
            </a:xfrm>
            <a:prstGeom prst="rect">
              <a:avLst/>
            </a:prstGeom>
            <a:solidFill>
              <a:srgbClr val="FFFFFF"/>
            </a:solidFill>
            <a:ln w="22225" cap="flat" cmpd="sng">
              <a:solidFill>
                <a:srgbClr val="FFFFFF"/>
              </a:solidFill>
              <a:prstDash val="dot"/>
              <a:miter lim="800000"/>
              <a:headEnd type="none" w="sm" len="sm"/>
              <a:tailEnd type="none" w="sm" len="sm"/>
            </a:ln>
          </p:spPr>
          <p:txBody>
            <a:bodyPr spcFirstLastPara="1" wrap="square" lIns="36000" tIns="36000" rIns="36000" bIns="36000" anchor="t" anchorCtr="0">
              <a:noAutofit/>
            </a:bodyPr>
            <a:lstStyle/>
            <a:p>
              <a:pPr marL="0" marR="0" lvl="0" indent="0" algn="ctr" rtl="0">
                <a:lnSpc>
                  <a:spcPct val="95000"/>
                </a:lnSpc>
                <a:spcBef>
                  <a:spcPts val="0"/>
                </a:spcBef>
                <a:spcAft>
                  <a:spcPts val="0"/>
                </a:spcAft>
                <a:buClr>
                  <a:srgbClr val="FFFFFF"/>
                </a:buClr>
                <a:buSzPts val="1200"/>
                <a:buFont typeface="Century Gothic"/>
                <a:buNone/>
              </a:pPr>
              <a:br>
                <a:rPr lang="en-GB" sz="1200" b="1" i="0" u="none" strike="noStrike" cap="none">
                  <a:solidFill>
                    <a:srgbClr val="3C3C3B"/>
                  </a:solidFill>
                  <a:latin typeface="Century Gothic"/>
                  <a:ea typeface="Century Gothic"/>
                  <a:cs typeface="Century Gothic"/>
                  <a:sym typeface="Century Gothic"/>
                </a:rPr>
              </a:br>
              <a:endParaRPr sz="1200" b="1" i="0" u="none" strike="noStrike" cap="none">
                <a:solidFill>
                  <a:srgbClr val="3C3C3B"/>
                </a:solidFill>
                <a:latin typeface="Century Gothic"/>
                <a:ea typeface="Century Gothic"/>
                <a:cs typeface="Century Gothic"/>
                <a:sym typeface="Century Gothic"/>
              </a:endParaRPr>
            </a:p>
            <a:p>
              <a:pPr marL="0" marR="0" lvl="0" indent="0" algn="l" rtl="0">
                <a:lnSpc>
                  <a:spcPct val="95000"/>
                </a:lnSpc>
                <a:spcBef>
                  <a:spcPts val="0"/>
                </a:spcBef>
                <a:spcAft>
                  <a:spcPts val="0"/>
                </a:spcAft>
                <a:buClr>
                  <a:srgbClr val="FFFFFF"/>
                </a:buClr>
                <a:buSzPts val="1200"/>
                <a:buFont typeface="Century Gothic"/>
                <a:buNone/>
              </a:pPr>
              <a:br>
                <a:rPr lang="en-GB" sz="1200" b="1" i="0" u="none" strike="noStrike" cap="none">
                  <a:solidFill>
                    <a:srgbClr val="3C3C3B"/>
                  </a:solidFill>
                  <a:latin typeface="Century Gothic"/>
                  <a:ea typeface="Century Gothic"/>
                  <a:cs typeface="Century Gothic"/>
                  <a:sym typeface="Century Gothic"/>
                </a:rPr>
              </a:br>
              <a:endParaRPr sz="1000" b="1" i="0" u="none" strike="noStrike" cap="none">
                <a:solidFill>
                  <a:srgbClr val="3C3C3B"/>
                </a:solidFill>
                <a:latin typeface="Century Gothic"/>
                <a:ea typeface="Century Gothic"/>
                <a:cs typeface="Century Gothic"/>
                <a:sym typeface="Century Gothic"/>
              </a:endParaRPr>
            </a:p>
          </p:txBody>
        </p:sp>
        <p:grpSp>
          <p:nvGrpSpPr>
            <p:cNvPr id="1530" name="Google Shape;1530;p100"/>
            <p:cNvGrpSpPr/>
            <p:nvPr/>
          </p:nvGrpSpPr>
          <p:grpSpPr>
            <a:xfrm>
              <a:off x="3430680" y="814892"/>
              <a:ext cx="2230757" cy="1257815"/>
              <a:chOff x="6269745" y="1818918"/>
              <a:chExt cx="2825275" cy="1593033"/>
            </a:xfrm>
          </p:grpSpPr>
          <p:grpSp>
            <p:nvGrpSpPr>
              <p:cNvPr id="1531" name="Google Shape;1531;p100"/>
              <p:cNvGrpSpPr/>
              <p:nvPr/>
            </p:nvGrpSpPr>
            <p:grpSpPr>
              <a:xfrm>
                <a:off x="7216189" y="1999143"/>
                <a:ext cx="992955" cy="399680"/>
                <a:chOff x="1795630" y="3780481"/>
                <a:chExt cx="992955" cy="399680"/>
              </a:xfrm>
            </p:grpSpPr>
            <p:sp>
              <p:nvSpPr>
                <p:cNvPr id="1532" name="Google Shape;1532;p100"/>
                <p:cNvSpPr/>
                <p:nvPr/>
              </p:nvSpPr>
              <p:spPr>
                <a:xfrm>
                  <a:off x="1941288" y="3941602"/>
                  <a:ext cx="283523" cy="128647"/>
                </a:xfrm>
                <a:custGeom>
                  <a:avLst/>
                  <a:gdLst/>
                  <a:ahLst/>
                  <a:cxnLst/>
                  <a:rect l="l" t="t" r="r" b="b"/>
                  <a:pathLst>
                    <a:path w="246" h="111" extrusionOk="0">
                      <a:moveTo>
                        <a:pt x="225" y="0"/>
                      </a:moveTo>
                      <a:cubicBezTo>
                        <a:pt x="214" y="0"/>
                        <a:pt x="204" y="10"/>
                        <a:pt x="204" y="21"/>
                      </a:cubicBezTo>
                      <a:cubicBezTo>
                        <a:pt x="204" y="25"/>
                        <a:pt x="206" y="29"/>
                        <a:pt x="208" y="33"/>
                      </a:cubicBezTo>
                      <a:cubicBezTo>
                        <a:pt x="157" y="74"/>
                        <a:pt x="157" y="74"/>
                        <a:pt x="157" y="74"/>
                      </a:cubicBezTo>
                      <a:cubicBezTo>
                        <a:pt x="153" y="71"/>
                        <a:pt x="148" y="69"/>
                        <a:pt x="143" y="69"/>
                      </a:cubicBezTo>
                      <a:cubicBezTo>
                        <a:pt x="137" y="69"/>
                        <a:pt x="131" y="71"/>
                        <a:pt x="128" y="75"/>
                      </a:cubicBezTo>
                      <a:cubicBezTo>
                        <a:pt x="86" y="46"/>
                        <a:pt x="86" y="46"/>
                        <a:pt x="86" y="46"/>
                      </a:cubicBezTo>
                      <a:cubicBezTo>
                        <a:pt x="87" y="43"/>
                        <a:pt x="88" y="40"/>
                        <a:pt x="88" y="37"/>
                      </a:cubicBezTo>
                      <a:cubicBezTo>
                        <a:pt x="88" y="25"/>
                        <a:pt x="78" y="16"/>
                        <a:pt x="67" y="16"/>
                      </a:cubicBezTo>
                      <a:cubicBezTo>
                        <a:pt x="55" y="16"/>
                        <a:pt x="46" y="25"/>
                        <a:pt x="46" y="37"/>
                      </a:cubicBezTo>
                      <a:cubicBezTo>
                        <a:pt x="46" y="40"/>
                        <a:pt x="46" y="42"/>
                        <a:pt x="47" y="45"/>
                      </a:cubicBezTo>
                      <a:cubicBezTo>
                        <a:pt x="0" y="74"/>
                        <a:pt x="0" y="74"/>
                        <a:pt x="0" y="74"/>
                      </a:cubicBezTo>
                      <a:cubicBezTo>
                        <a:pt x="4" y="80"/>
                        <a:pt x="4" y="80"/>
                        <a:pt x="4" y="80"/>
                      </a:cubicBezTo>
                      <a:cubicBezTo>
                        <a:pt x="51" y="51"/>
                        <a:pt x="51" y="51"/>
                        <a:pt x="51" y="51"/>
                      </a:cubicBezTo>
                      <a:cubicBezTo>
                        <a:pt x="55" y="55"/>
                        <a:pt x="61" y="58"/>
                        <a:pt x="67" y="58"/>
                      </a:cubicBezTo>
                      <a:cubicBezTo>
                        <a:pt x="73" y="58"/>
                        <a:pt x="78" y="55"/>
                        <a:pt x="82" y="51"/>
                      </a:cubicBezTo>
                      <a:cubicBezTo>
                        <a:pt x="124" y="81"/>
                        <a:pt x="124" y="81"/>
                        <a:pt x="124" y="81"/>
                      </a:cubicBezTo>
                      <a:cubicBezTo>
                        <a:pt x="122" y="84"/>
                        <a:pt x="122" y="87"/>
                        <a:pt x="122" y="90"/>
                      </a:cubicBezTo>
                      <a:cubicBezTo>
                        <a:pt x="122" y="102"/>
                        <a:pt x="131" y="111"/>
                        <a:pt x="143" y="111"/>
                      </a:cubicBezTo>
                      <a:cubicBezTo>
                        <a:pt x="154" y="111"/>
                        <a:pt x="164" y="102"/>
                        <a:pt x="164" y="90"/>
                      </a:cubicBezTo>
                      <a:cubicBezTo>
                        <a:pt x="164" y="86"/>
                        <a:pt x="163" y="83"/>
                        <a:pt x="161" y="80"/>
                      </a:cubicBezTo>
                      <a:cubicBezTo>
                        <a:pt x="212" y="38"/>
                        <a:pt x="212" y="38"/>
                        <a:pt x="212" y="38"/>
                      </a:cubicBezTo>
                      <a:cubicBezTo>
                        <a:pt x="216" y="40"/>
                        <a:pt x="220" y="42"/>
                        <a:pt x="225" y="42"/>
                      </a:cubicBezTo>
                      <a:cubicBezTo>
                        <a:pt x="237" y="42"/>
                        <a:pt x="246" y="33"/>
                        <a:pt x="246" y="21"/>
                      </a:cubicBezTo>
                      <a:cubicBezTo>
                        <a:pt x="246" y="10"/>
                        <a:pt x="237" y="0"/>
                        <a:pt x="225" y="0"/>
                      </a:cubicBezTo>
                      <a:close/>
                    </a:path>
                  </a:pathLst>
                </a:custGeom>
                <a:solidFill>
                  <a:srgbClr val="CD391F">
                    <a:alpha val="69803"/>
                  </a:srgbClr>
                </a:solid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Century Gothic"/>
                    <a:buNone/>
                  </a:pPr>
                  <a:endParaRPr sz="1800" b="0" i="0" u="none" strike="noStrike" cap="none">
                    <a:solidFill>
                      <a:srgbClr val="3C3C3B"/>
                    </a:solidFill>
                    <a:latin typeface="Century Gothic"/>
                    <a:ea typeface="Century Gothic"/>
                    <a:cs typeface="Century Gothic"/>
                    <a:sym typeface="Century Gothic"/>
                  </a:endParaRPr>
                </a:p>
              </p:txBody>
            </p:sp>
            <p:sp>
              <p:nvSpPr>
                <p:cNvPr id="1533" name="Google Shape;1533;p100"/>
                <p:cNvSpPr/>
                <p:nvPr/>
              </p:nvSpPr>
              <p:spPr>
                <a:xfrm>
                  <a:off x="1795630" y="3780481"/>
                  <a:ext cx="992955" cy="399680"/>
                </a:xfrm>
                <a:custGeom>
                  <a:avLst/>
                  <a:gdLst/>
                  <a:ahLst/>
                  <a:cxnLst/>
                  <a:rect l="l" t="t" r="r" b="b"/>
                  <a:pathLst>
                    <a:path w="863" h="346" extrusionOk="0">
                      <a:moveTo>
                        <a:pt x="835" y="130"/>
                      </a:moveTo>
                      <a:cubicBezTo>
                        <a:pt x="814" y="55"/>
                        <a:pt x="739" y="0"/>
                        <a:pt x="651" y="0"/>
                      </a:cubicBezTo>
                      <a:cubicBezTo>
                        <a:pt x="592" y="0"/>
                        <a:pt x="540" y="24"/>
                        <a:pt x="505" y="61"/>
                      </a:cubicBezTo>
                      <a:cubicBezTo>
                        <a:pt x="505" y="61"/>
                        <a:pt x="470" y="90"/>
                        <a:pt x="431" y="90"/>
                      </a:cubicBezTo>
                      <a:cubicBezTo>
                        <a:pt x="393" y="90"/>
                        <a:pt x="358" y="61"/>
                        <a:pt x="358" y="61"/>
                      </a:cubicBezTo>
                      <a:cubicBezTo>
                        <a:pt x="323" y="24"/>
                        <a:pt x="271" y="0"/>
                        <a:pt x="212" y="0"/>
                      </a:cubicBezTo>
                      <a:cubicBezTo>
                        <a:pt x="123" y="0"/>
                        <a:pt x="49" y="55"/>
                        <a:pt x="28" y="130"/>
                      </a:cubicBezTo>
                      <a:cubicBezTo>
                        <a:pt x="0" y="130"/>
                        <a:pt x="0" y="130"/>
                        <a:pt x="0" y="130"/>
                      </a:cubicBezTo>
                      <a:cubicBezTo>
                        <a:pt x="0" y="215"/>
                        <a:pt x="0" y="215"/>
                        <a:pt x="0" y="215"/>
                      </a:cubicBezTo>
                      <a:cubicBezTo>
                        <a:pt x="28" y="215"/>
                        <a:pt x="28" y="215"/>
                        <a:pt x="28" y="215"/>
                      </a:cubicBezTo>
                      <a:cubicBezTo>
                        <a:pt x="49" y="290"/>
                        <a:pt x="123" y="346"/>
                        <a:pt x="212" y="346"/>
                      </a:cubicBezTo>
                      <a:cubicBezTo>
                        <a:pt x="289" y="346"/>
                        <a:pt x="355" y="305"/>
                        <a:pt x="385" y="246"/>
                      </a:cubicBezTo>
                      <a:cubicBezTo>
                        <a:pt x="400" y="217"/>
                        <a:pt x="430" y="212"/>
                        <a:pt x="431" y="211"/>
                      </a:cubicBezTo>
                      <a:cubicBezTo>
                        <a:pt x="433" y="212"/>
                        <a:pt x="463" y="217"/>
                        <a:pt x="478" y="246"/>
                      </a:cubicBezTo>
                      <a:cubicBezTo>
                        <a:pt x="508" y="305"/>
                        <a:pt x="574" y="346"/>
                        <a:pt x="651" y="346"/>
                      </a:cubicBezTo>
                      <a:cubicBezTo>
                        <a:pt x="739" y="346"/>
                        <a:pt x="814" y="290"/>
                        <a:pt x="835" y="215"/>
                      </a:cubicBezTo>
                      <a:cubicBezTo>
                        <a:pt x="863" y="215"/>
                        <a:pt x="863" y="215"/>
                        <a:pt x="863" y="215"/>
                      </a:cubicBezTo>
                      <a:cubicBezTo>
                        <a:pt x="863" y="130"/>
                        <a:pt x="863" y="130"/>
                        <a:pt x="863" y="130"/>
                      </a:cubicBezTo>
                      <a:lnTo>
                        <a:pt x="835" y="130"/>
                      </a:lnTo>
                      <a:close/>
                      <a:moveTo>
                        <a:pt x="212" y="309"/>
                      </a:moveTo>
                      <a:cubicBezTo>
                        <a:pt x="127" y="309"/>
                        <a:pt x="59" y="248"/>
                        <a:pt x="59" y="173"/>
                      </a:cubicBezTo>
                      <a:cubicBezTo>
                        <a:pt x="59" y="98"/>
                        <a:pt x="127" y="36"/>
                        <a:pt x="212" y="36"/>
                      </a:cubicBezTo>
                      <a:cubicBezTo>
                        <a:pt x="297" y="36"/>
                        <a:pt x="366" y="98"/>
                        <a:pt x="366" y="173"/>
                      </a:cubicBezTo>
                      <a:cubicBezTo>
                        <a:pt x="366" y="248"/>
                        <a:pt x="297" y="309"/>
                        <a:pt x="212" y="309"/>
                      </a:cubicBezTo>
                      <a:close/>
                      <a:moveTo>
                        <a:pt x="761" y="268"/>
                      </a:moveTo>
                      <a:cubicBezTo>
                        <a:pt x="761" y="111"/>
                        <a:pt x="761" y="111"/>
                        <a:pt x="761" y="111"/>
                      </a:cubicBezTo>
                      <a:cubicBezTo>
                        <a:pt x="703" y="111"/>
                        <a:pt x="703" y="111"/>
                        <a:pt x="703" y="111"/>
                      </a:cubicBezTo>
                      <a:cubicBezTo>
                        <a:pt x="703" y="301"/>
                        <a:pt x="703" y="301"/>
                        <a:pt x="703" y="301"/>
                      </a:cubicBezTo>
                      <a:cubicBezTo>
                        <a:pt x="696" y="304"/>
                        <a:pt x="688" y="306"/>
                        <a:pt x="680" y="307"/>
                      </a:cubicBezTo>
                      <a:cubicBezTo>
                        <a:pt x="680" y="165"/>
                        <a:pt x="680" y="165"/>
                        <a:pt x="680" y="165"/>
                      </a:cubicBezTo>
                      <a:cubicBezTo>
                        <a:pt x="622" y="165"/>
                        <a:pt x="622" y="165"/>
                        <a:pt x="622" y="165"/>
                      </a:cubicBezTo>
                      <a:cubicBezTo>
                        <a:pt x="622" y="307"/>
                        <a:pt x="622" y="307"/>
                        <a:pt x="622" y="307"/>
                      </a:cubicBezTo>
                      <a:cubicBezTo>
                        <a:pt x="614" y="306"/>
                        <a:pt x="606" y="304"/>
                        <a:pt x="598" y="301"/>
                      </a:cubicBezTo>
                      <a:cubicBezTo>
                        <a:pt x="598" y="235"/>
                        <a:pt x="598" y="235"/>
                        <a:pt x="598" y="235"/>
                      </a:cubicBezTo>
                      <a:cubicBezTo>
                        <a:pt x="541" y="235"/>
                        <a:pt x="541" y="235"/>
                        <a:pt x="541" y="235"/>
                      </a:cubicBezTo>
                      <a:cubicBezTo>
                        <a:pt x="541" y="269"/>
                        <a:pt x="541" y="269"/>
                        <a:pt x="541" y="269"/>
                      </a:cubicBezTo>
                      <a:cubicBezTo>
                        <a:pt x="514" y="244"/>
                        <a:pt x="497" y="210"/>
                        <a:pt x="497" y="173"/>
                      </a:cubicBezTo>
                      <a:cubicBezTo>
                        <a:pt x="497" y="98"/>
                        <a:pt x="566" y="36"/>
                        <a:pt x="651" y="36"/>
                      </a:cubicBezTo>
                      <a:cubicBezTo>
                        <a:pt x="736" y="36"/>
                        <a:pt x="804" y="98"/>
                        <a:pt x="804" y="173"/>
                      </a:cubicBezTo>
                      <a:cubicBezTo>
                        <a:pt x="804" y="210"/>
                        <a:pt x="788" y="244"/>
                        <a:pt x="761" y="268"/>
                      </a:cubicBezTo>
                      <a:close/>
                    </a:path>
                  </a:pathLst>
                </a:custGeom>
                <a:solidFill>
                  <a:srgbClr val="CD391F">
                    <a:alpha val="69803"/>
                  </a:srgbClr>
                </a:solid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Century Gothic"/>
                    <a:buNone/>
                  </a:pPr>
                  <a:endParaRPr sz="1800" b="0" i="0" u="none" strike="noStrike" cap="none">
                    <a:solidFill>
                      <a:srgbClr val="3C3C3B"/>
                    </a:solidFill>
                    <a:latin typeface="Century Gothic"/>
                    <a:ea typeface="Century Gothic"/>
                    <a:cs typeface="Century Gothic"/>
                    <a:sym typeface="Century Gothic"/>
                  </a:endParaRPr>
                </a:p>
              </p:txBody>
            </p:sp>
          </p:grpSp>
          <p:grpSp>
            <p:nvGrpSpPr>
              <p:cNvPr id="1534" name="Google Shape;1534;p100"/>
              <p:cNvGrpSpPr/>
              <p:nvPr/>
            </p:nvGrpSpPr>
            <p:grpSpPr>
              <a:xfrm>
                <a:off x="8395782" y="1818918"/>
                <a:ext cx="582035" cy="745654"/>
                <a:chOff x="6632575" y="6389688"/>
                <a:chExt cx="739775" cy="947737"/>
              </a:xfrm>
            </p:grpSpPr>
            <p:sp>
              <p:nvSpPr>
                <p:cNvPr id="1535" name="Google Shape;1535;p100"/>
                <p:cNvSpPr/>
                <p:nvPr/>
              </p:nvSpPr>
              <p:spPr>
                <a:xfrm>
                  <a:off x="6632575" y="6389688"/>
                  <a:ext cx="739775" cy="947737"/>
                </a:xfrm>
                <a:custGeom>
                  <a:avLst/>
                  <a:gdLst/>
                  <a:ahLst/>
                  <a:cxnLst/>
                  <a:rect l="l" t="t" r="r" b="b"/>
                  <a:pathLst>
                    <a:path w="613" h="784" extrusionOk="0">
                      <a:moveTo>
                        <a:pt x="307" y="784"/>
                      </a:moveTo>
                      <a:cubicBezTo>
                        <a:pt x="158" y="784"/>
                        <a:pt x="0" y="746"/>
                        <a:pt x="0" y="675"/>
                      </a:cubicBezTo>
                      <a:cubicBezTo>
                        <a:pt x="0" y="109"/>
                        <a:pt x="0" y="109"/>
                        <a:pt x="0" y="109"/>
                      </a:cubicBezTo>
                      <a:cubicBezTo>
                        <a:pt x="0" y="38"/>
                        <a:pt x="158" y="0"/>
                        <a:pt x="307" y="0"/>
                      </a:cubicBezTo>
                      <a:cubicBezTo>
                        <a:pt x="455" y="0"/>
                        <a:pt x="613" y="38"/>
                        <a:pt x="613" y="109"/>
                      </a:cubicBezTo>
                      <a:cubicBezTo>
                        <a:pt x="613" y="675"/>
                        <a:pt x="613" y="675"/>
                        <a:pt x="613" y="675"/>
                      </a:cubicBezTo>
                      <a:cubicBezTo>
                        <a:pt x="613" y="746"/>
                        <a:pt x="455" y="784"/>
                        <a:pt x="307" y="784"/>
                      </a:cubicBezTo>
                      <a:close/>
                      <a:moveTo>
                        <a:pt x="307" y="26"/>
                      </a:moveTo>
                      <a:cubicBezTo>
                        <a:pt x="230" y="26"/>
                        <a:pt x="157" y="36"/>
                        <a:pt x="103" y="54"/>
                      </a:cubicBezTo>
                      <a:cubicBezTo>
                        <a:pt x="55" y="69"/>
                        <a:pt x="27" y="90"/>
                        <a:pt x="27" y="109"/>
                      </a:cubicBezTo>
                      <a:cubicBezTo>
                        <a:pt x="27" y="675"/>
                        <a:pt x="27" y="675"/>
                        <a:pt x="27" y="675"/>
                      </a:cubicBezTo>
                      <a:cubicBezTo>
                        <a:pt x="27" y="693"/>
                        <a:pt x="55" y="714"/>
                        <a:pt x="103" y="730"/>
                      </a:cubicBezTo>
                      <a:cubicBezTo>
                        <a:pt x="157" y="747"/>
                        <a:pt x="230" y="757"/>
                        <a:pt x="307" y="757"/>
                      </a:cubicBezTo>
                      <a:cubicBezTo>
                        <a:pt x="384" y="757"/>
                        <a:pt x="456" y="747"/>
                        <a:pt x="510" y="730"/>
                      </a:cubicBezTo>
                      <a:cubicBezTo>
                        <a:pt x="558" y="714"/>
                        <a:pt x="587" y="693"/>
                        <a:pt x="587" y="675"/>
                      </a:cubicBezTo>
                      <a:cubicBezTo>
                        <a:pt x="587" y="109"/>
                        <a:pt x="587" y="109"/>
                        <a:pt x="587" y="109"/>
                      </a:cubicBezTo>
                      <a:cubicBezTo>
                        <a:pt x="587" y="90"/>
                        <a:pt x="558" y="69"/>
                        <a:pt x="510" y="54"/>
                      </a:cubicBezTo>
                      <a:cubicBezTo>
                        <a:pt x="456" y="36"/>
                        <a:pt x="384" y="26"/>
                        <a:pt x="307" y="26"/>
                      </a:cubicBezTo>
                      <a:close/>
                    </a:path>
                  </a:pathLst>
                </a:custGeom>
                <a:solidFill>
                  <a:srgbClr val="CD391F">
                    <a:alpha val="69803"/>
                  </a:srgbClr>
                </a:solid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Century Gothic"/>
                    <a:buNone/>
                  </a:pPr>
                  <a:endParaRPr sz="1800" b="0" i="0" u="none" strike="noStrike" cap="none">
                    <a:solidFill>
                      <a:srgbClr val="3C3C3B"/>
                    </a:solidFill>
                    <a:latin typeface="Century Gothic"/>
                    <a:ea typeface="Century Gothic"/>
                    <a:cs typeface="Century Gothic"/>
                    <a:sym typeface="Century Gothic"/>
                  </a:endParaRPr>
                </a:p>
              </p:txBody>
            </p:sp>
            <p:sp>
              <p:nvSpPr>
                <p:cNvPr id="1536" name="Google Shape;1536;p100"/>
                <p:cNvSpPr/>
                <p:nvPr/>
              </p:nvSpPr>
              <p:spPr>
                <a:xfrm>
                  <a:off x="6732588" y="6604000"/>
                  <a:ext cx="530225" cy="509587"/>
                </a:xfrm>
                <a:custGeom>
                  <a:avLst/>
                  <a:gdLst/>
                  <a:ahLst/>
                  <a:cxnLst/>
                  <a:rect l="l" t="t" r="r" b="b"/>
                  <a:pathLst>
                    <a:path w="439" h="422" extrusionOk="0">
                      <a:moveTo>
                        <a:pt x="408" y="140"/>
                      </a:moveTo>
                      <a:cubicBezTo>
                        <a:pt x="391" y="140"/>
                        <a:pt x="377" y="154"/>
                        <a:pt x="377" y="171"/>
                      </a:cubicBezTo>
                      <a:cubicBezTo>
                        <a:pt x="377" y="173"/>
                        <a:pt x="378" y="174"/>
                        <a:pt x="378" y="176"/>
                      </a:cubicBezTo>
                      <a:cubicBezTo>
                        <a:pt x="272" y="217"/>
                        <a:pt x="272" y="217"/>
                        <a:pt x="272" y="217"/>
                      </a:cubicBezTo>
                      <a:cubicBezTo>
                        <a:pt x="259" y="193"/>
                        <a:pt x="234" y="176"/>
                        <a:pt x="205" y="175"/>
                      </a:cubicBezTo>
                      <a:cubicBezTo>
                        <a:pt x="201" y="119"/>
                        <a:pt x="201" y="119"/>
                        <a:pt x="201" y="119"/>
                      </a:cubicBezTo>
                      <a:cubicBezTo>
                        <a:pt x="229" y="114"/>
                        <a:pt x="250" y="90"/>
                        <a:pt x="250" y="60"/>
                      </a:cubicBezTo>
                      <a:cubicBezTo>
                        <a:pt x="250" y="27"/>
                        <a:pt x="223" y="0"/>
                        <a:pt x="190" y="0"/>
                      </a:cubicBezTo>
                      <a:cubicBezTo>
                        <a:pt x="157" y="0"/>
                        <a:pt x="130" y="27"/>
                        <a:pt x="130" y="60"/>
                      </a:cubicBezTo>
                      <a:cubicBezTo>
                        <a:pt x="130" y="68"/>
                        <a:pt x="132" y="75"/>
                        <a:pt x="134" y="82"/>
                      </a:cubicBezTo>
                      <a:cubicBezTo>
                        <a:pt x="55" y="123"/>
                        <a:pt x="55" y="123"/>
                        <a:pt x="55" y="123"/>
                      </a:cubicBezTo>
                      <a:cubicBezTo>
                        <a:pt x="49" y="116"/>
                        <a:pt x="41" y="112"/>
                        <a:pt x="31" y="112"/>
                      </a:cubicBezTo>
                      <a:cubicBezTo>
                        <a:pt x="14" y="112"/>
                        <a:pt x="0" y="125"/>
                        <a:pt x="0" y="142"/>
                      </a:cubicBezTo>
                      <a:cubicBezTo>
                        <a:pt x="0" y="160"/>
                        <a:pt x="14" y="173"/>
                        <a:pt x="31" y="173"/>
                      </a:cubicBezTo>
                      <a:cubicBezTo>
                        <a:pt x="48" y="173"/>
                        <a:pt x="62" y="160"/>
                        <a:pt x="62" y="142"/>
                      </a:cubicBezTo>
                      <a:cubicBezTo>
                        <a:pt x="62" y="140"/>
                        <a:pt x="62" y="137"/>
                        <a:pt x="61" y="135"/>
                      </a:cubicBezTo>
                      <a:cubicBezTo>
                        <a:pt x="140" y="94"/>
                        <a:pt x="140" y="94"/>
                        <a:pt x="140" y="94"/>
                      </a:cubicBezTo>
                      <a:cubicBezTo>
                        <a:pt x="151" y="109"/>
                        <a:pt x="168" y="119"/>
                        <a:pt x="188" y="120"/>
                      </a:cubicBezTo>
                      <a:cubicBezTo>
                        <a:pt x="192" y="176"/>
                        <a:pt x="192" y="176"/>
                        <a:pt x="192" y="176"/>
                      </a:cubicBezTo>
                      <a:cubicBezTo>
                        <a:pt x="156" y="182"/>
                        <a:pt x="128" y="213"/>
                        <a:pt x="128" y="251"/>
                      </a:cubicBezTo>
                      <a:cubicBezTo>
                        <a:pt x="128" y="293"/>
                        <a:pt x="162" y="327"/>
                        <a:pt x="204" y="327"/>
                      </a:cubicBezTo>
                      <a:cubicBezTo>
                        <a:pt x="225" y="327"/>
                        <a:pt x="244" y="318"/>
                        <a:pt x="258" y="304"/>
                      </a:cubicBezTo>
                      <a:cubicBezTo>
                        <a:pt x="321" y="356"/>
                        <a:pt x="321" y="356"/>
                        <a:pt x="321" y="356"/>
                      </a:cubicBezTo>
                      <a:cubicBezTo>
                        <a:pt x="317" y="362"/>
                        <a:pt x="315" y="370"/>
                        <a:pt x="315" y="378"/>
                      </a:cubicBezTo>
                      <a:cubicBezTo>
                        <a:pt x="315" y="402"/>
                        <a:pt x="334" y="422"/>
                        <a:pt x="358" y="422"/>
                      </a:cubicBezTo>
                      <a:cubicBezTo>
                        <a:pt x="382" y="422"/>
                        <a:pt x="402" y="402"/>
                        <a:pt x="402" y="378"/>
                      </a:cubicBezTo>
                      <a:cubicBezTo>
                        <a:pt x="402" y="354"/>
                        <a:pt x="382" y="335"/>
                        <a:pt x="358" y="335"/>
                      </a:cubicBezTo>
                      <a:cubicBezTo>
                        <a:pt x="347" y="335"/>
                        <a:pt x="337" y="339"/>
                        <a:pt x="329" y="346"/>
                      </a:cubicBezTo>
                      <a:cubicBezTo>
                        <a:pt x="266" y="294"/>
                        <a:pt x="266" y="294"/>
                        <a:pt x="266" y="294"/>
                      </a:cubicBezTo>
                      <a:cubicBezTo>
                        <a:pt x="275" y="282"/>
                        <a:pt x="280" y="267"/>
                        <a:pt x="280" y="251"/>
                      </a:cubicBezTo>
                      <a:cubicBezTo>
                        <a:pt x="280" y="244"/>
                        <a:pt x="279" y="237"/>
                        <a:pt x="277" y="230"/>
                      </a:cubicBezTo>
                      <a:cubicBezTo>
                        <a:pt x="383" y="188"/>
                        <a:pt x="383" y="188"/>
                        <a:pt x="383" y="188"/>
                      </a:cubicBezTo>
                      <a:cubicBezTo>
                        <a:pt x="388" y="197"/>
                        <a:pt x="398" y="202"/>
                        <a:pt x="408" y="202"/>
                      </a:cubicBezTo>
                      <a:cubicBezTo>
                        <a:pt x="425" y="202"/>
                        <a:pt x="439" y="188"/>
                        <a:pt x="439" y="171"/>
                      </a:cubicBezTo>
                      <a:cubicBezTo>
                        <a:pt x="439" y="154"/>
                        <a:pt x="425" y="140"/>
                        <a:pt x="408" y="140"/>
                      </a:cubicBezTo>
                      <a:close/>
                    </a:path>
                  </a:pathLst>
                </a:custGeom>
                <a:solidFill>
                  <a:srgbClr val="CD391F">
                    <a:alpha val="69803"/>
                  </a:srgbClr>
                </a:solid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Century Gothic"/>
                    <a:buNone/>
                  </a:pPr>
                  <a:endParaRPr sz="1800" b="0" i="0" u="none" strike="noStrike" cap="none">
                    <a:solidFill>
                      <a:srgbClr val="3C3C3B"/>
                    </a:solidFill>
                    <a:latin typeface="Century Gothic"/>
                    <a:ea typeface="Century Gothic"/>
                    <a:cs typeface="Century Gothic"/>
                    <a:sym typeface="Century Gothic"/>
                  </a:endParaRPr>
                </a:p>
              </p:txBody>
            </p:sp>
          </p:grpSp>
          <p:sp>
            <p:nvSpPr>
              <p:cNvPr id="1537" name="Google Shape;1537;p100"/>
              <p:cNvSpPr/>
              <p:nvPr/>
            </p:nvSpPr>
            <p:spPr>
              <a:xfrm>
                <a:off x="8278580" y="2640132"/>
                <a:ext cx="816440" cy="751329"/>
              </a:xfrm>
              <a:custGeom>
                <a:avLst/>
                <a:gdLst/>
                <a:ahLst/>
                <a:cxnLst/>
                <a:rect l="l" t="t" r="r" b="b"/>
                <a:pathLst>
                  <a:path w="805" h="733" extrusionOk="0">
                    <a:moveTo>
                      <a:pt x="456" y="617"/>
                    </a:moveTo>
                    <a:cubicBezTo>
                      <a:pt x="415" y="635"/>
                      <a:pt x="371" y="645"/>
                      <a:pt x="323" y="645"/>
                    </a:cubicBezTo>
                    <a:cubicBezTo>
                      <a:pt x="145" y="645"/>
                      <a:pt x="0" y="501"/>
                      <a:pt x="0" y="323"/>
                    </a:cubicBezTo>
                    <a:cubicBezTo>
                      <a:pt x="0" y="145"/>
                      <a:pt x="145" y="0"/>
                      <a:pt x="323" y="0"/>
                    </a:cubicBezTo>
                    <a:cubicBezTo>
                      <a:pt x="501" y="0"/>
                      <a:pt x="646" y="145"/>
                      <a:pt x="646" y="323"/>
                    </a:cubicBezTo>
                    <a:cubicBezTo>
                      <a:pt x="646" y="341"/>
                      <a:pt x="644" y="359"/>
                      <a:pt x="641" y="377"/>
                    </a:cubicBezTo>
                    <a:cubicBezTo>
                      <a:pt x="639" y="377"/>
                      <a:pt x="637" y="376"/>
                      <a:pt x="635" y="376"/>
                    </a:cubicBezTo>
                    <a:cubicBezTo>
                      <a:pt x="559" y="376"/>
                      <a:pt x="494" y="422"/>
                      <a:pt x="464" y="487"/>
                    </a:cubicBezTo>
                    <a:cubicBezTo>
                      <a:pt x="418" y="388"/>
                      <a:pt x="418" y="388"/>
                      <a:pt x="418" y="388"/>
                    </a:cubicBezTo>
                    <a:cubicBezTo>
                      <a:pt x="414" y="378"/>
                      <a:pt x="407" y="368"/>
                      <a:pt x="399" y="359"/>
                    </a:cubicBezTo>
                    <a:cubicBezTo>
                      <a:pt x="391" y="350"/>
                      <a:pt x="383" y="344"/>
                      <a:pt x="375" y="341"/>
                    </a:cubicBezTo>
                    <a:cubicBezTo>
                      <a:pt x="375" y="340"/>
                      <a:pt x="375" y="340"/>
                      <a:pt x="375" y="340"/>
                    </a:cubicBezTo>
                    <a:cubicBezTo>
                      <a:pt x="401" y="333"/>
                      <a:pt x="422" y="321"/>
                      <a:pt x="436" y="303"/>
                    </a:cubicBezTo>
                    <a:cubicBezTo>
                      <a:pt x="451" y="284"/>
                      <a:pt x="458" y="262"/>
                      <a:pt x="458" y="236"/>
                    </a:cubicBezTo>
                    <a:cubicBezTo>
                      <a:pt x="458" y="204"/>
                      <a:pt x="448" y="179"/>
                      <a:pt x="426" y="161"/>
                    </a:cubicBezTo>
                    <a:cubicBezTo>
                      <a:pt x="404" y="143"/>
                      <a:pt x="373" y="134"/>
                      <a:pt x="334" y="134"/>
                    </a:cubicBezTo>
                    <a:cubicBezTo>
                      <a:pt x="212" y="134"/>
                      <a:pt x="212" y="134"/>
                      <a:pt x="212" y="134"/>
                    </a:cubicBezTo>
                    <a:cubicBezTo>
                      <a:pt x="212" y="511"/>
                      <a:pt x="212" y="511"/>
                      <a:pt x="212" y="511"/>
                    </a:cubicBezTo>
                    <a:cubicBezTo>
                      <a:pt x="275" y="511"/>
                      <a:pt x="275" y="511"/>
                      <a:pt x="275" y="511"/>
                    </a:cubicBezTo>
                    <a:cubicBezTo>
                      <a:pt x="275" y="358"/>
                      <a:pt x="275" y="358"/>
                      <a:pt x="275" y="358"/>
                    </a:cubicBezTo>
                    <a:cubicBezTo>
                      <a:pt x="304" y="358"/>
                      <a:pt x="304" y="358"/>
                      <a:pt x="304" y="358"/>
                    </a:cubicBezTo>
                    <a:cubicBezTo>
                      <a:pt x="326" y="358"/>
                      <a:pt x="343" y="373"/>
                      <a:pt x="355" y="402"/>
                    </a:cubicBezTo>
                    <a:cubicBezTo>
                      <a:pt x="401" y="511"/>
                      <a:pt x="401" y="511"/>
                      <a:pt x="401" y="511"/>
                    </a:cubicBezTo>
                    <a:cubicBezTo>
                      <a:pt x="456" y="511"/>
                      <a:pt x="456" y="511"/>
                      <a:pt x="456" y="511"/>
                    </a:cubicBezTo>
                    <a:cubicBezTo>
                      <a:pt x="451" y="528"/>
                      <a:pt x="448" y="545"/>
                      <a:pt x="448" y="563"/>
                    </a:cubicBezTo>
                    <a:cubicBezTo>
                      <a:pt x="448" y="582"/>
                      <a:pt x="451" y="600"/>
                      <a:pt x="456" y="617"/>
                    </a:cubicBezTo>
                    <a:moveTo>
                      <a:pt x="375" y="201"/>
                    </a:moveTo>
                    <a:cubicBezTo>
                      <a:pt x="363" y="191"/>
                      <a:pt x="346" y="186"/>
                      <a:pt x="325" y="186"/>
                    </a:cubicBezTo>
                    <a:cubicBezTo>
                      <a:pt x="275" y="186"/>
                      <a:pt x="275" y="186"/>
                      <a:pt x="275" y="186"/>
                    </a:cubicBezTo>
                    <a:cubicBezTo>
                      <a:pt x="275" y="306"/>
                      <a:pt x="275" y="306"/>
                      <a:pt x="275" y="306"/>
                    </a:cubicBezTo>
                    <a:cubicBezTo>
                      <a:pt x="324" y="306"/>
                      <a:pt x="324" y="306"/>
                      <a:pt x="324" y="306"/>
                    </a:cubicBezTo>
                    <a:cubicBezTo>
                      <a:pt x="344" y="306"/>
                      <a:pt x="360" y="300"/>
                      <a:pt x="373" y="288"/>
                    </a:cubicBezTo>
                    <a:cubicBezTo>
                      <a:pt x="386" y="276"/>
                      <a:pt x="393" y="261"/>
                      <a:pt x="393" y="242"/>
                    </a:cubicBezTo>
                    <a:cubicBezTo>
                      <a:pt x="393" y="224"/>
                      <a:pt x="387" y="211"/>
                      <a:pt x="375" y="201"/>
                    </a:cubicBezTo>
                    <a:close/>
                    <a:moveTo>
                      <a:pt x="805" y="563"/>
                    </a:moveTo>
                    <a:cubicBezTo>
                      <a:pt x="805" y="657"/>
                      <a:pt x="729" y="733"/>
                      <a:pt x="635" y="733"/>
                    </a:cubicBezTo>
                    <a:cubicBezTo>
                      <a:pt x="541" y="733"/>
                      <a:pt x="465" y="657"/>
                      <a:pt x="465" y="563"/>
                    </a:cubicBezTo>
                    <a:cubicBezTo>
                      <a:pt x="465" y="470"/>
                      <a:pt x="541" y="393"/>
                      <a:pt x="635" y="393"/>
                    </a:cubicBezTo>
                    <a:cubicBezTo>
                      <a:pt x="729" y="393"/>
                      <a:pt x="805" y="470"/>
                      <a:pt x="805" y="563"/>
                    </a:cubicBezTo>
                    <a:close/>
                    <a:moveTo>
                      <a:pt x="772" y="563"/>
                    </a:moveTo>
                    <a:cubicBezTo>
                      <a:pt x="772" y="488"/>
                      <a:pt x="710" y="427"/>
                      <a:pt x="635" y="427"/>
                    </a:cubicBezTo>
                    <a:cubicBezTo>
                      <a:pt x="560" y="427"/>
                      <a:pt x="499" y="488"/>
                      <a:pt x="499" y="563"/>
                    </a:cubicBezTo>
                    <a:cubicBezTo>
                      <a:pt x="499" y="639"/>
                      <a:pt x="560" y="700"/>
                      <a:pt x="635" y="700"/>
                    </a:cubicBezTo>
                    <a:cubicBezTo>
                      <a:pt x="710" y="700"/>
                      <a:pt x="772" y="639"/>
                      <a:pt x="772" y="563"/>
                    </a:cubicBezTo>
                    <a:close/>
                    <a:moveTo>
                      <a:pt x="600" y="616"/>
                    </a:moveTo>
                    <a:cubicBezTo>
                      <a:pt x="600" y="596"/>
                      <a:pt x="600" y="596"/>
                      <a:pt x="600" y="596"/>
                    </a:cubicBezTo>
                    <a:cubicBezTo>
                      <a:pt x="542" y="566"/>
                      <a:pt x="542" y="566"/>
                      <a:pt x="542" y="566"/>
                    </a:cubicBezTo>
                    <a:cubicBezTo>
                      <a:pt x="542" y="565"/>
                      <a:pt x="542" y="565"/>
                      <a:pt x="542" y="565"/>
                    </a:cubicBezTo>
                    <a:cubicBezTo>
                      <a:pt x="600" y="532"/>
                      <a:pt x="600" y="532"/>
                      <a:pt x="600" y="532"/>
                    </a:cubicBezTo>
                    <a:cubicBezTo>
                      <a:pt x="600" y="513"/>
                      <a:pt x="600" y="513"/>
                      <a:pt x="600" y="513"/>
                    </a:cubicBezTo>
                    <a:cubicBezTo>
                      <a:pt x="519" y="561"/>
                      <a:pt x="519" y="561"/>
                      <a:pt x="519" y="561"/>
                    </a:cubicBezTo>
                    <a:cubicBezTo>
                      <a:pt x="519" y="572"/>
                      <a:pt x="519" y="572"/>
                      <a:pt x="519" y="572"/>
                    </a:cubicBezTo>
                    <a:lnTo>
                      <a:pt x="600" y="616"/>
                    </a:lnTo>
                    <a:close/>
                    <a:moveTo>
                      <a:pt x="677" y="479"/>
                    </a:moveTo>
                    <a:cubicBezTo>
                      <a:pt x="657" y="479"/>
                      <a:pt x="657" y="479"/>
                      <a:pt x="657" y="479"/>
                    </a:cubicBezTo>
                    <a:cubicBezTo>
                      <a:pt x="595" y="650"/>
                      <a:pt x="595" y="650"/>
                      <a:pt x="595" y="650"/>
                    </a:cubicBezTo>
                    <a:cubicBezTo>
                      <a:pt x="614" y="650"/>
                      <a:pt x="614" y="650"/>
                      <a:pt x="614" y="650"/>
                    </a:cubicBezTo>
                    <a:lnTo>
                      <a:pt x="677" y="479"/>
                    </a:lnTo>
                    <a:close/>
                    <a:moveTo>
                      <a:pt x="754" y="571"/>
                    </a:moveTo>
                    <a:cubicBezTo>
                      <a:pt x="754" y="560"/>
                      <a:pt x="754" y="560"/>
                      <a:pt x="754" y="560"/>
                    </a:cubicBezTo>
                    <a:cubicBezTo>
                      <a:pt x="673" y="512"/>
                      <a:pt x="673" y="512"/>
                      <a:pt x="673" y="512"/>
                    </a:cubicBezTo>
                    <a:cubicBezTo>
                      <a:pt x="673" y="532"/>
                      <a:pt x="673" y="532"/>
                      <a:pt x="673" y="532"/>
                    </a:cubicBezTo>
                    <a:cubicBezTo>
                      <a:pt x="732" y="565"/>
                      <a:pt x="732" y="565"/>
                      <a:pt x="732" y="565"/>
                    </a:cubicBezTo>
                    <a:cubicBezTo>
                      <a:pt x="732" y="566"/>
                      <a:pt x="732" y="566"/>
                      <a:pt x="732" y="566"/>
                    </a:cubicBezTo>
                    <a:cubicBezTo>
                      <a:pt x="673" y="595"/>
                      <a:pt x="673" y="595"/>
                      <a:pt x="673" y="595"/>
                    </a:cubicBezTo>
                    <a:cubicBezTo>
                      <a:pt x="673" y="615"/>
                      <a:pt x="673" y="615"/>
                      <a:pt x="673" y="615"/>
                    </a:cubicBezTo>
                    <a:lnTo>
                      <a:pt x="754" y="571"/>
                    </a:lnTo>
                    <a:close/>
                  </a:path>
                </a:pathLst>
              </a:custGeom>
              <a:solidFill>
                <a:srgbClr val="CD391F">
                  <a:alpha val="69803"/>
                </a:srgb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Century Gothic"/>
                  <a:buNone/>
                </a:pPr>
                <a:endParaRPr sz="1800" b="0" i="0" u="none" strike="noStrike" cap="none">
                  <a:solidFill>
                    <a:srgbClr val="3C3C3B"/>
                  </a:solidFill>
                  <a:latin typeface="Century Gothic"/>
                  <a:ea typeface="Century Gothic"/>
                  <a:cs typeface="Century Gothic"/>
                  <a:sym typeface="Century Gothic"/>
                </a:endParaRPr>
              </a:p>
            </p:txBody>
          </p:sp>
          <p:sp>
            <p:nvSpPr>
              <p:cNvPr id="1538" name="Google Shape;1538;p100"/>
              <p:cNvSpPr/>
              <p:nvPr/>
            </p:nvSpPr>
            <p:spPr>
              <a:xfrm>
                <a:off x="6269745" y="2637237"/>
                <a:ext cx="774716" cy="774714"/>
              </a:xfrm>
              <a:custGeom>
                <a:avLst/>
                <a:gdLst/>
                <a:ahLst/>
                <a:cxnLst/>
                <a:rect l="l" t="t" r="r" b="b"/>
                <a:pathLst>
                  <a:path w="568" h="568" extrusionOk="0">
                    <a:moveTo>
                      <a:pt x="284" y="0"/>
                    </a:moveTo>
                    <a:cubicBezTo>
                      <a:pt x="128" y="0"/>
                      <a:pt x="0" y="128"/>
                      <a:pt x="0" y="284"/>
                    </a:cubicBezTo>
                    <a:cubicBezTo>
                      <a:pt x="0" y="440"/>
                      <a:pt x="128" y="568"/>
                      <a:pt x="284" y="568"/>
                    </a:cubicBezTo>
                    <a:cubicBezTo>
                      <a:pt x="440" y="568"/>
                      <a:pt x="568" y="440"/>
                      <a:pt x="568" y="284"/>
                    </a:cubicBezTo>
                    <a:cubicBezTo>
                      <a:pt x="568" y="128"/>
                      <a:pt x="440" y="0"/>
                      <a:pt x="284" y="0"/>
                    </a:cubicBezTo>
                    <a:close/>
                    <a:moveTo>
                      <a:pt x="538" y="200"/>
                    </a:moveTo>
                    <a:cubicBezTo>
                      <a:pt x="522" y="203"/>
                      <a:pt x="482" y="210"/>
                      <a:pt x="430" y="228"/>
                    </a:cubicBezTo>
                    <a:cubicBezTo>
                      <a:pt x="422" y="213"/>
                      <a:pt x="406" y="204"/>
                      <a:pt x="389" y="204"/>
                    </a:cubicBezTo>
                    <a:cubicBezTo>
                      <a:pt x="382" y="204"/>
                      <a:pt x="375" y="206"/>
                      <a:pt x="369" y="208"/>
                    </a:cubicBezTo>
                    <a:cubicBezTo>
                      <a:pt x="347" y="182"/>
                      <a:pt x="320" y="161"/>
                      <a:pt x="293" y="144"/>
                    </a:cubicBezTo>
                    <a:cubicBezTo>
                      <a:pt x="295" y="139"/>
                      <a:pt x="296" y="134"/>
                      <a:pt x="296" y="128"/>
                    </a:cubicBezTo>
                    <a:cubicBezTo>
                      <a:pt x="296" y="112"/>
                      <a:pt x="288" y="97"/>
                      <a:pt x="275" y="89"/>
                    </a:cubicBezTo>
                    <a:cubicBezTo>
                      <a:pt x="296" y="53"/>
                      <a:pt x="314" y="27"/>
                      <a:pt x="320" y="19"/>
                    </a:cubicBezTo>
                    <a:cubicBezTo>
                      <a:pt x="423" y="33"/>
                      <a:pt x="507" y="105"/>
                      <a:pt x="538" y="200"/>
                    </a:cubicBezTo>
                    <a:close/>
                    <a:moveTo>
                      <a:pt x="226" y="325"/>
                    </a:moveTo>
                    <a:cubicBezTo>
                      <a:pt x="218" y="320"/>
                      <a:pt x="209" y="317"/>
                      <a:pt x="199" y="317"/>
                    </a:cubicBezTo>
                    <a:cubicBezTo>
                      <a:pt x="198" y="317"/>
                      <a:pt x="198" y="317"/>
                      <a:pt x="197" y="317"/>
                    </a:cubicBezTo>
                    <a:cubicBezTo>
                      <a:pt x="198" y="310"/>
                      <a:pt x="198" y="303"/>
                      <a:pt x="199" y="296"/>
                    </a:cubicBezTo>
                    <a:cubicBezTo>
                      <a:pt x="203" y="253"/>
                      <a:pt x="217" y="211"/>
                      <a:pt x="233" y="172"/>
                    </a:cubicBezTo>
                    <a:cubicBezTo>
                      <a:pt x="238" y="174"/>
                      <a:pt x="243" y="175"/>
                      <a:pt x="249" y="175"/>
                    </a:cubicBezTo>
                    <a:cubicBezTo>
                      <a:pt x="265" y="175"/>
                      <a:pt x="279" y="167"/>
                      <a:pt x="288" y="155"/>
                    </a:cubicBezTo>
                    <a:cubicBezTo>
                      <a:pt x="313" y="170"/>
                      <a:pt x="338" y="190"/>
                      <a:pt x="359" y="215"/>
                    </a:cubicBezTo>
                    <a:cubicBezTo>
                      <a:pt x="349" y="223"/>
                      <a:pt x="342" y="236"/>
                      <a:pt x="342" y="251"/>
                    </a:cubicBezTo>
                    <a:cubicBezTo>
                      <a:pt x="342" y="254"/>
                      <a:pt x="342" y="258"/>
                      <a:pt x="343" y="261"/>
                    </a:cubicBezTo>
                    <a:cubicBezTo>
                      <a:pt x="306" y="278"/>
                      <a:pt x="266" y="299"/>
                      <a:pt x="226" y="325"/>
                    </a:cubicBezTo>
                    <a:close/>
                    <a:moveTo>
                      <a:pt x="307" y="17"/>
                    </a:moveTo>
                    <a:cubicBezTo>
                      <a:pt x="298" y="29"/>
                      <a:pt x="282" y="53"/>
                      <a:pt x="264" y="84"/>
                    </a:cubicBezTo>
                    <a:cubicBezTo>
                      <a:pt x="259" y="82"/>
                      <a:pt x="254" y="81"/>
                      <a:pt x="249" y="81"/>
                    </a:cubicBezTo>
                    <a:cubicBezTo>
                      <a:pt x="231" y="81"/>
                      <a:pt x="215" y="91"/>
                      <a:pt x="207" y="106"/>
                    </a:cubicBezTo>
                    <a:cubicBezTo>
                      <a:pt x="163" y="92"/>
                      <a:pt x="124" y="87"/>
                      <a:pt x="104" y="86"/>
                    </a:cubicBezTo>
                    <a:cubicBezTo>
                      <a:pt x="152" y="43"/>
                      <a:pt x="215" y="16"/>
                      <a:pt x="284" y="16"/>
                    </a:cubicBezTo>
                    <a:cubicBezTo>
                      <a:pt x="292" y="16"/>
                      <a:pt x="299" y="17"/>
                      <a:pt x="307" y="17"/>
                    </a:cubicBezTo>
                    <a:close/>
                    <a:moveTo>
                      <a:pt x="93" y="97"/>
                    </a:moveTo>
                    <a:cubicBezTo>
                      <a:pt x="104" y="98"/>
                      <a:pt x="149" y="101"/>
                      <a:pt x="203" y="117"/>
                    </a:cubicBezTo>
                    <a:cubicBezTo>
                      <a:pt x="202" y="121"/>
                      <a:pt x="202" y="124"/>
                      <a:pt x="202" y="128"/>
                    </a:cubicBezTo>
                    <a:cubicBezTo>
                      <a:pt x="202" y="144"/>
                      <a:pt x="210" y="158"/>
                      <a:pt x="222" y="167"/>
                    </a:cubicBezTo>
                    <a:cubicBezTo>
                      <a:pt x="206" y="207"/>
                      <a:pt x="192" y="251"/>
                      <a:pt x="187" y="294"/>
                    </a:cubicBezTo>
                    <a:cubicBezTo>
                      <a:pt x="186" y="303"/>
                      <a:pt x="186" y="311"/>
                      <a:pt x="185" y="319"/>
                    </a:cubicBezTo>
                    <a:cubicBezTo>
                      <a:pt x="166" y="325"/>
                      <a:pt x="152" y="343"/>
                      <a:pt x="152" y="364"/>
                    </a:cubicBezTo>
                    <a:cubicBezTo>
                      <a:pt x="152" y="369"/>
                      <a:pt x="153" y="375"/>
                      <a:pt x="155" y="380"/>
                    </a:cubicBezTo>
                    <a:cubicBezTo>
                      <a:pt x="129" y="402"/>
                      <a:pt x="103" y="428"/>
                      <a:pt x="80" y="456"/>
                    </a:cubicBezTo>
                    <a:cubicBezTo>
                      <a:pt x="40" y="410"/>
                      <a:pt x="16" y="350"/>
                      <a:pt x="16" y="284"/>
                    </a:cubicBezTo>
                    <a:cubicBezTo>
                      <a:pt x="16" y="211"/>
                      <a:pt x="46" y="145"/>
                      <a:pt x="93" y="97"/>
                    </a:cubicBezTo>
                    <a:close/>
                    <a:moveTo>
                      <a:pt x="88" y="465"/>
                    </a:moveTo>
                    <a:cubicBezTo>
                      <a:pt x="110" y="438"/>
                      <a:pt x="135" y="413"/>
                      <a:pt x="160" y="391"/>
                    </a:cubicBezTo>
                    <a:cubicBezTo>
                      <a:pt x="168" y="402"/>
                      <a:pt x="180" y="409"/>
                      <a:pt x="194" y="411"/>
                    </a:cubicBezTo>
                    <a:cubicBezTo>
                      <a:pt x="207" y="473"/>
                      <a:pt x="232" y="524"/>
                      <a:pt x="245" y="549"/>
                    </a:cubicBezTo>
                    <a:cubicBezTo>
                      <a:pt x="183" y="540"/>
                      <a:pt x="128" y="509"/>
                      <a:pt x="88" y="465"/>
                    </a:cubicBezTo>
                    <a:close/>
                    <a:moveTo>
                      <a:pt x="260" y="550"/>
                    </a:moveTo>
                    <a:cubicBezTo>
                      <a:pt x="249" y="531"/>
                      <a:pt x="221" y="478"/>
                      <a:pt x="206" y="410"/>
                    </a:cubicBezTo>
                    <a:cubicBezTo>
                      <a:pt x="229" y="407"/>
                      <a:pt x="246" y="388"/>
                      <a:pt x="246" y="364"/>
                    </a:cubicBezTo>
                    <a:cubicBezTo>
                      <a:pt x="246" y="352"/>
                      <a:pt x="242" y="342"/>
                      <a:pt x="235" y="334"/>
                    </a:cubicBezTo>
                    <a:cubicBezTo>
                      <a:pt x="273" y="309"/>
                      <a:pt x="311" y="288"/>
                      <a:pt x="347" y="272"/>
                    </a:cubicBezTo>
                    <a:cubicBezTo>
                      <a:pt x="355" y="288"/>
                      <a:pt x="371" y="298"/>
                      <a:pt x="389" y="298"/>
                    </a:cubicBezTo>
                    <a:cubicBezTo>
                      <a:pt x="395" y="298"/>
                      <a:pt x="401" y="297"/>
                      <a:pt x="406" y="295"/>
                    </a:cubicBezTo>
                    <a:cubicBezTo>
                      <a:pt x="429" y="356"/>
                      <a:pt x="434" y="429"/>
                      <a:pt x="419" y="515"/>
                    </a:cubicBezTo>
                    <a:cubicBezTo>
                      <a:pt x="379" y="538"/>
                      <a:pt x="333" y="552"/>
                      <a:pt x="284" y="552"/>
                    </a:cubicBezTo>
                    <a:cubicBezTo>
                      <a:pt x="276" y="552"/>
                      <a:pt x="268" y="551"/>
                      <a:pt x="260" y="550"/>
                    </a:cubicBezTo>
                    <a:close/>
                    <a:moveTo>
                      <a:pt x="433" y="506"/>
                    </a:moveTo>
                    <a:cubicBezTo>
                      <a:pt x="446" y="423"/>
                      <a:pt x="440" y="350"/>
                      <a:pt x="417" y="289"/>
                    </a:cubicBezTo>
                    <a:cubicBezTo>
                      <a:pt x="428" y="280"/>
                      <a:pt x="436" y="267"/>
                      <a:pt x="436" y="251"/>
                    </a:cubicBezTo>
                    <a:cubicBezTo>
                      <a:pt x="436" y="247"/>
                      <a:pt x="435" y="243"/>
                      <a:pt x="434" y="239"/>
                    </a:cubicBezTo>
                    <a:cubicBezTo>
                      <a:pt x="488" y="221"/>
                      <a:pt x="528" y="214"/>
                      <a:pt x="542" y="212"/>
                    </a:cubicBezTo>
                    <a:cubicBezTo>
                      <a:pt x="548" y="235"/>
                      <a:pt x="552" y="259"/>
                      <a:pt x="552" y="284"/>
                    </a:cubicBezTo>
                    <a:cubicBezTo>
                      <a:pt x="552" y="377"/>
                      <a:pt x="504" y="458"/>
                      <a:pt x="433" y="506"/>
                    </a:cubicBezTo>
                    <a:close/>
                  </a:path>
                </a:pathLst>
              </a:custGeom>
              <a:solidFill>
                <a:srgbClr val="CD391F">
                  <a:alpha val="69803"/>
                </a:srgb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Century Gothic"/>
                  <a:buNone/>
                </a:pPr>
                <a:endParaRPr sz="1800" b="0" i="0" u="none" strike="noStrike" cap="none">
                  <a:solidFill>
                    <a:srgbClr val="3C3C3B"/>
                  </a:solidFill>
                  <a:latin typeface="Century Gothic"/>
                  <a:ea typeface="Century Gothic"/>
                  <a:cs typeface="Century Gothic"/>
                  <a:sym typeface="Century Gothic"/>
                </a:endParaRPr>
              </a:p>
            </p:txBody>
          </p:sp>
          <p:sp>
            <p:nvSpPr>
              <p:cNvPr id="1539" name="Google Shape;1539;p100"/>
              <p:cNvSpPr/>
              <p:nvPr/>
            </p:nvSpPr>
            <p:spPr>
              <a:xfrm>
                <a:off x="7224175" y="2716464"/>
                <a:ext cx="854290" cy="614602"/>
              </a:xfrm>
              <a:custGeom>
                <a:avLst/>
                <a:gdLst/>
                <a:ahLst/>
                <a:cxnLst/>
                <a:rect l="l" t="t" r="r" b="b"/>
                <a:pathLst>
                  <a:path w="564" h="406" extrusionOk="0">
                    <a:moveTo>
                      <a:pt x="483" y="212"/>
                    </a:moveTo>
                    <a:cubicBezTo>
                      <a:pt x="486" y="231"/>
                      <a:pt x="503" y="245"/>
                      <a:pt x="523" y="245"/>
                    </a:cubicBezTo>
                    <a:cubicBezTo>
                      <a:pt x="546" y="245"/>
                      <a:pt x="564" y="227"/>
                      <a:pt x="564" y="204"/>
                    </a:cubicBezTo>
                    <a:cubicBezTo>
                      <a:pt x="564" y="181"/>
                      <a:pt x="546" y="163"/>
                      <a:pt x="523" y="163"/>
                    </a:cubicBezTo>
                    <a:cubicBezTo>
                      <a:pt x="503" y="163"/>
                      <a:pt x="487" y="177"/>
                      <a:pt x="483" y="196"/>
                    </a:cubicBezTo>
                    <a:cubicBezTo>
                      <a:pt x="330" y="196"/>
                      <a:pt x="330" y="196"/>
                      <a:pt x="330" y="196"/>
                    </a:cubicBezTo>
                    <a:cubicBezTo>
                      <a:pt x="328" y="186"/>
                      <a:pt x="324" y="176"/>
                      <a:pt x="318" y="169"/>
                    </a:cubicBezTo>
                    <a:cubicBezTo>
                      <a:pt x="404" y="49"/>
                      <a:pt x="404" y="49"/>
                      <a:pt x="404" y="49"/>
                    </a:cubicBezTo>
                    <a:cubicBezTo>
                      <a:pt x="483" y="49"/>
                      <a:pt x="483" y="49"/>
                      <a:pt x="483" y="49"/>
                    </a:cubicBezTo>
                    <a:cubicBezTo>
                      <a:pt x="486" y="68"/>
                      <a:pt x="503" y="82"/>
                      <a:pt x="523" y="82"/>
                    </a:cubicBezTo>
                    <a:cubicBezTo>
                      <a:pt x="546" y="82"/>
                      <a:pt x="564" y="64"/>
                      <a:pt x="564" y="41"/>
                    </a:cubicBezTo>
                    <a:cubicBezTo>
                      <a:pt x="564" y="18"/>
                      <a:pt x="546" y="0"/>
                      <a:pt x="523" y="0"/>
                    </a:cubicBezTo>
                    <a:cubicBezTo>
                      <a:pt x="503" y="0"/>
                      <a:pt x="486" y="14"/>
                      <a:pt x="483" y="33"/>
                    </a:cubicBezTo>
                    <a:cubicBezTo>
                      <a:pt x="396" y="33"/>
                      <a:pt x="396" y="33"/>
                      <a:pt x="396" y="33"/>
                    </a:cubicBezTo>
                    <a:cubicBezTo>
                      <a:pt x="305" y="159"/>
                      <a:pt x="305" y="159"/>
                      <a:pt x="305" y="159"/>
                    </a:cubicBezTo>
                    <a:cubicBezTo>
                      <a:pt x="298" y="155"/>
                      <a:pt x="289" y="152"/>
                      <a:pt x="280" y="152"/>
                    </a:cubicBezTo>
                    <a:cubicBezTo>
                      <a:pt x="272" y="152"/>
                      <a:pt x="264" y="154"/>
                      <a:pt x="258" y="157"/>
                    </a:cubicBezTo>
                    <a:cubicBezTo>
                      <a:pt x="168" y="33"/>
                      <a:pt x="168" y="33"/>
                      <a:pt x="168" y="33"/>
                    </a:cubicBezTo>
                    <a:cubicBezTo>
                      <a:pt x="81" y="33"/>
                      <a:pt x="81" y="33"/>
                      <a:pt x="81" y="33"/>
                    </a:cubicBezTo>
                    <a:cubicBezTo>
                      <a:pt x="78" y="14"/>
                      <a:pt x="61" y="0"/>
                      <a:pt x="41" y="0"/>
                    </a:cubicBezTo>
                    <a:cubicBezTo>
                      <a:pt x="18" y="0"/>
                      <a:pt x="0" y="18"/>
                      <a:pt x="0" y="41"/>
                    </a:cubicBezTo>
                    <a:cubicBezTo>
                      <a:pt x="0" y="64"/>
                      <a:pt x="18" y="82"/>
                      <a:pt x="41" y="82"/>
                    </a:cubicBezTo>
                    <a:cubicBezTo>
                      <a:pt x="61" y="82"/>
                      <a:pt x="78" y="68"/>
                      <a:pt x="81" y="49"/>
                    </a:cubicBezTo>
                    <a:cubicBezTo>
                      <a:pt x="160" y="49"/>
                      <a:pt x="160" y="49"/>
                      <a:pt x="160" y="49"/>
                    </a:cubicBezTo>
                    <a:cubicBezTo>
                      <a:pt x="245" y="167"/>
                      <a:pt x="245" y="167"/>
                      <a:pt x="245" y="167"/>
                    </a:cubicBezTo>
                    <a:cubicBezTo>
                      <a:pt x="237" y="174"/>
                      <a:pt x="232" y="184"/>
                      <a:pt x="230" y="196"/>
                    </a:cubicBezTo>
                    <a:cubicBezTo>
                      <a:pt x="81" y="196"/>
                      <a:pt x="81" y="196"/>
                      <a:pt x="81" y="196"/>
                    </a:cubicBezTo>
                    <a:cubicBezTo>
                      <a:pt x="77" y="177"/>
                      <a:pt x="61" y="163"/>
                      <a:pt x="41" y="163"/>
                    </a:cubicBezTo>
                    <a:cubicBezTo>
                      <a:pt x="18" y="163"/>
                      <a:pt x="0" y="181"/>
                      <a:pt x="0" y="204"/>
                    </a:cubicBezTo>
                    <a:cubicBezTo>
                      <a:pt x="0" y="227"/>
                      <a:pt x="18" y="245"/>
                      <a:pt x="41" y="245"/>
                    </a:cubicBezTo>
                    <a:cubicBezTo>
                      <a:pt x="61" y="245"/>
                      <a:pt x="78" y="231"/>
                      <a:pt x="81" y="212"/>
                    </a:cubicBezTo>
                    <a:cubicBezTo>
                      <a:pt x="231" y="212"/>
                      <a:pt x="231" y="212"/>
                      <a:pt x="231" y="212"/>
                    </a:cubicBezTo>
                    <a:cubicBezTo>
                      <a:pt x="233" y="222"/>
                      <a:pt x="238" y="231"/>
                      <a:pt x="246" y="238"/>
                    </a:cubicBezTo>
                    <a:cubicBezTo>
                      <a:pt x="160" y="357"/>
                      <a:pt x="160" y="357"/>
                      <a:pt x="160" y="357"/>
                    </a:cubicBezTo>
                    <a:cubicBezTo>
                      <a:pt x="81" y="357"/>
                      <a:pt x="81" y="357"/>
                      <a:pt x="81" y="357"/>
                    </a:cubicBezTo>
                    <a:cubicBezTo>
                      <a:pt x="78" y="338"/>
                      <a:pt x="61" y="324"/>
                      <a:pt x="41" y="324"/>
                    </a:cubicBezTo>
                    <a:cubicBezTo>
                      <a:pt x="18" y="324"/>
                      <a:pt x="0" y="342"/>
                      <a:pt x="0" y="365"/>
                    </a:cubicBezTo>
                    <a:cubicBezTo>
                      <a:pt x="0" y="388"/>
                      <a:pt x="18" y="406"/>
                      <a:pt x="41" y="406"/>
                    </a:cubicBezTo>
                    <a:cubicBezTo>
                      <a:pt x="61" y="406"/>
                      <a:pt x="78" y="392"/>
                      <a:pt x="81" y="373"/>
                    </a:cubicBezTo>
                    <a:cubicBezTo>
                      <a:pt x="168" y="373"/>
                      <a:pt x="168" y="373"/>
                      <a:pt x="168" y="373"/>
                    </a:cubicBezTo>
                    <a:cubicBezTo>
                      <a:pt x="259" y="247"/>
                      <a:pt x="259" y="247"/>
                      <a:pt x="259" y="247"/>
                    </a:cubicBezTo>
                    <a:cubicBezTo>
                      <a:pt x="265" y="250"/>
                      <a:pt x="272" y="252"/>
                      <a:pt x="280" y="252"/>
                    </a:cubicBezTo>
                    <a:cubicBezTo>
                      <a:pt x="289" y="252"/>
                      <a:pt x="297" y="250"/>
                      <a:pt x="304" y="246"/>
                    </a:cubicBezTo>
                    <a:cubicBezTo>
                      <a:pt x="396" y="373"/>
                      <a:pt x="396" y="373"/>
                      <a:pt x="396" y="373"/>
                    </a:cubicBezTo>
                    <a:cubicBezTo>
                      <a:pt x="483" y="373"/>
                      <a:pt x="483" y="373"/>
                      <a:pt x="483" y="373"/>
                    </a:cubicBezTo>
                    <a:cubicBezTo>
                      <a:pt x="486" y="392"/>
                      <a:pt x="503" y="406"/>
                      <a:pt x="523" y="406"/>
                    </a:cubicBezTo>
                    <a:cubicBezTo>
                      <a:pt x="546" y="406"/>
                      <a:pt x="564" y="388"/>
                      <a:pt x="564" y="365"/>
                    </a:cubicBezTo>
                    <a:cubicBezTo>
                      <a:pt x="564" y="342"/>
                      <a:pt x="546" y="324"/>
                      <a:pt x="523" y="324"/>
                    </a:cubicBezTo>
                    <a:cubicBezTo>
                      <a:pt x="503" y="324"/>
                      <a:pt x="486" y="338"/>
                      <a:pt x="483" y="357"/>
                    </a:cubicBezTo>
                    <a:cubicBezTo>
                      <a:pt x="404" y="357"/>
                      <a:pt x="404" y="357"/>
                      <a:pt x="404" y="357"/>
                    </a:cubicBezTo>
                    <a:cubicBezTo>
                      <a:pt x="317" y="236"/>
                      <a:pt x="317" y="236"/>
                      <a:pt x="317" y="236"/>
                    </a:cubicBezTo>
                    <a:cubicBezTo>
                      <a:pt x="323" y="229"/>
                      <a:pt x="327" y="221"/>
                      <a:pt x="329" y="212"/>
                    </a:cubicBezTo>
                    <a:lnTo>
                      <a:pt x="483" y="212"/>
                    </a:lnTo>
                    <a:close/>
                    <a:moveTo>
                      <a:pt x="523" y="179"/>
                    </a:moveTo>
                    <a:cubicBezTo>
                      <a:pt x="537" y="179"/>
                      <a:pt x="548" y="190"/>
                      <a:pt x="548" y="204"/>
                    </a:cubicBezTo>
                    <a:cubicBezTo>
                      <a:pt x="548" y="218"/>
                      <a:pt x="537" y="229"/>
                      <a:pt x="523" y="229"/>
                    </a:cubicBezTo>
                    <a:cubicBezTo>
                      <a:pt x="509" y="229"/>
                      <a:pt x="498" y="218"/>
                      <a:pt x="498" y="204"/>
                    </a:cubicBezTo>
                    <a:cubicBezTo>
                      <a:pt x="498" y="190"/>
                      <a:pt x="509" y="179"/>
                      <a:pt x="523" y="179"/>
                    </a:cubicBezTo>
                    <a:close/>
                    <a:moveTo>
                      <a:pt x="523" y="16"/>
                    </a:moveTo>
                    <a:cubicBezTo>
                      <a:pt x="537" y="16"/>
                      <a:pt x="548" y="27"/>
                      <a:pt x="548" y="41"/>
                    </a:cubicBezTo>
                    <a:cubicBezTo>
                      <a:pt x="548" y="55"/>
                      <a:pt x="537" y="66"/>
                      <a:pt x="523" y="66"/>
                    </a:cubicBezTo>
                    <a:cubicBezTo>
                      <a:pt x="509" y="66"/>
                      <a:pt x="498" y="55"/>
                      <a:pt x="498" y="41"/>
                    </a:cubicBezTo>
                    <a:cubicBezTo>
                      <a:pt x="498" y="27"/>
                      <a:pt x="509" y="16"/>
                      <a:pt x="523" y="16"/>
                    </a:cubicBezTo>
                    <a:close/>
                    <a:moveTo>
                      <a:pt x="41" y="66"/>
                    </a:moveTo>
                    <a:cubicBezTo>
                      <a:pt x="27" y="66"/>
                      <a:pt x="16" y="55"/>
                      <a:pt x="16" y="41"/>
                    </a:cubicBezTo>
                    <a:cubicBezTo>
                      <a:pt x="16" y="27"/>
                      <a:pt x="27" y="16"/>
                      <a:pt x="41" y="16"/>
                    </a:cubicBezTo>
                    <a:cubicBezTo>
                      <a:pt x="55" y="16"/>
                      <a:pt x="66" y="27"/>
                      <a:pt x="66" y="41"/>
                    </a:cubicBezTo>
                    <a:cubicBezTo>
                      <a:pt x="66" y="55"/>
                      <a:pt x="55" y="66"/>
                      <a:pt x="41" y="66"/>
                    </a:cubicBezTo>
                    <a:close/>
                    <a:moveTo>
                      <a:pt x="41" y="229"/>
                    </a:moveTo>
                    <a:cubicBezTo>
                      <a:pt x="27" y="229"/>
                      <a:pt x="16" y="218"/>
                      <a:pt x="16" y="204"/>
                    </a:cubicBezTo>
                    <a:cubicBezTo>
                      <a:pt x="16" y="190"/>
                      <a:pt x="27" y="179"/>
                      <a:pt x="41" y="179"/>
                    </a:cubicBezTo>
                    <a:cubicBezTo>
                      <a:pt x="55" y="179"/>
                      <a:pt x="66" y="190"/>
                      <a:pt x="66" y="204"/>
                    </a:cubicBezTo>
                    <a:cubicBezTo>
                      <a:pt x="66" y="218"/>
                      <a:pt x="55" y="229"/>
                      <a:pt x="41" y="229"/>
                    </a:cubicBezTo>
                    <a:close/>
                    <a:moveTo>
                      <a:pt x="41" y="390"/>
                    </a:moveTo>
                    <a:cubicBezTo>
                      <a:pt x="27" y="390"/>
                      <a:pt x="16" y="379"/>
                      <a:pt x="16" y="365"/>
                    </a:cubicBezTo>
                    <a:cubicBezTo>
                      <a:pt x="16" y="351"/>
                      <a:pt x="27" y="340"/>
                      <a:pt x="41" y="340"/>
                    </a:cubicBezTo>
                    <a:cubicBezTo>
                      <a:pt x="55" y="340"/>
                      <a:pt x="66" y="351"/>
                      <a:pt x="66" y="365"/>
                    </a:cubicBezTo>
                    <a:cubicBezTo>
                      <a:pt x="66" y="379"/>
                      <a:pt x="55" y="390"/>
                      <a:pt x="41" y="390"/>
                    </a:cubicBezTo>
                    <a:close/>
                    <a:moveTo>
                      <a:pt x="523" y="340"/>
                    </a:moveTo>
                    <a:cubicBezTo>
                      <a:pt x="537" y="340"/>
                      <a:pt x="548" y="351"/>
                      <a:pt x="548" y="365"/>
                    </a:cubicBezTo>
                    <a:cubicBezTo>
                      <a:pt x="548" y="379"/>
                      <a:pt x="537" y="390"/>
                      <a:pt x="523" y="390"/>
                    </a:cubicBezTo>
                    <a:cubicBezTo>
                      <a:pt x="509" y="390"/>
                      <a:pt x="498" y="379"/>
                      <a:pt x="498" y="365"/>
                    </a:cubicBezTo>
                    <a:cubicBezTo>
                      <a:pt x="498" y="351"/>
                      <a:pt x="509" y="340"/>
                      <a:pt x="523" y="340"/>
                    </a:cubicBezTo>
                    <a:close/>
                    <a:moveTo>
                      <a:pt x="246" y="202"/>
                    </a:moveTo>
                    <a:cubicBezTo>
                      <a:pt x="246" y="183"/>
                      <a:pt x="261" y="168"/>
                      <a:pt x="280" y="168"/>
                    </a:cubicBezTo>
                    <a:cubicBezTo>
                      <a:pt x="299" y="168"/>
                      <a:pt x="314" y="183"/>
                      <a:pt x="314" y="202"/>
                    </a:cubicBezTo>
                    <a:cubicBezTo>
                      <a:pt x="314" y="221"/>
                      <a:pt x="299" y="236"/>
                      <a:pt x="280" y="236"/>
                    </a:cubicBezTo>
                    <a:cubicBezTo>
                      <a:pt x="261" y="236"/>
                      <a:pt x="246" y="221"/>
                      <a:pt x="246" y="202"/>
                    </a:cubicBezTo>
                    <a:close/>
                  </a:path>
                </a:pathLst>
              </a:custGeom>
              <a:solidFill>
                <a:srgbClr val="CD391F">
                  <a:alpha val="69803"/>
                </a:srgb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Century Gothic"/>
                  <a:buNone/>
                </a:pPr>
                <a:endParaRPr sz="1800" b="0" i="0" u="none" strike="noStrike" cap="none">
                  <a:solidFill>
                    <a:srgbClr val="3C3C3B"/>
                  </a:solidFill>
                  <a:latin typeface="Century Gothic"/>
                  <a:ea typeface="Century Gothic"/>
                  <a:cs typeface="Century Gothic"/>
                  <a:sym typeface="Century Gothic"/>
                </a:endParaRPr>
              </a:p>
            </p:txBody>
          </p:sp>
          <p:sp>
            <p:nvSpPr>
              <p:cNvPr id="1540" name="Google Shape;1540;p100"/>
              <p:cNvSpPr/>
              <p:nvPr/>
            </p:nvSpPr>
            <p:spPr>
              <a:xfrm>
                <a:off x="6327765" y="1851893"/>
                <a:ext cx="697160" cy="712679"/>
              </a:xfrm>
              <a:custGeom>
                <a:avLst/>
                <a:gdLst/>
                <a:ahLst/>
                <a:cxnLst/>
                <a:rect l="l" t="t" r="r" b="b"/>
                <a:pathLst>
                  <a:path w="630" h="643" extrusionOk="0">
                    <a:moveTo>
                      <a:pt x="630" y="246"/>
                    </a:moveTo>
                    <a:cubicBezTo>
                      <a:pt x="630" y="257"/>
                      <a:pt x="621" y="266"/>
                      <a:pt x="610" y="266"/>
                    </a:cubicBezTo>
                    <a:cubicBezTo>
                      <a:pt x="313" y="266"/>
                      <a:pt x="313" y="266"/>
                      <a:pt x="313" y="266"/>
                    </a:cubicBezTo>
                    <a:cubicBezTo>
                      <a:pt x="313" y="551"/>
                      <a:pt x="313" y="551"/>
                      <a:pt x="313" y="551"/>
                    </a:cubicBezTo>
                    <a:cubicBezTo>
                      <a:pt x="313" y="643"/>
                      <a:pt x="313" y="643"/>
                      <a:pt x="313" y="643"/>
                    </a:cubicBezTo>
                    <a:cubicBezTo>
                      <a:pt x="275" y="559"/>
                      <a:pt x="275" y="559"/>
                      <a:pt x="275" y="559"/>
                    </a:cubicBezTo>
                    <a:cubicBezTo>
                      <a:pt x="275" y="559"/>
                      <a:pt x="275" y="559"/>
                      <a:pt x="275" y="559"/>
                    </a:cubicBezTo>
                    <a:cubicBezTo>
                      <a:pt x="141" y="266"/>
                      <a:pt x="141" y="266"/>
                      <a:pt x="141" y="266"/>
                    </a:cubicBezTo>
                    <a:cubicBezTo>
                      <a:pt x="20" y="266"/>
                      <a:pt x="20" y="266"/>
                      <a:pt x="20" y="266"/>
                    </a:cubicBezTo>
                    <a:cubicBezTo>
                      <a:pt x="9" y="266"/>
                      <a:pt x="0" y="257"/>
                      <a:pt x="0" y="246"/>
                    </a:cubicBezTo>
                    <a:cubicBezTo>
                      <a:pt x="0" y="234"/>
                      <a:pt x="9" y="226"/>
                      <a:pt x="20" y="226"/>
                    </a:cubicBezTo>
                    <a:cubicBezTo>
                      <a:pt x="153" y="226"/>
                      <a:pt x="153" y="226"/>
                      <a:pt x="153" y="226"/>
                    </a:cubicBezTo>
                    <a:cubicBezTo>
                      <a:pt x="161" y="226"/>
                      <a:pt x="168" y="230"/>
                      <a:pt x="172" y="237"/>
                    </a:cubicBezTo>
                    <a:cubicBezTo>
                      <a:pt x="273" y="459"/>
                      <a:pt x="273" y="459"/>
                      <a:pt x="273" y="459"/>
                    </a:cubicBezTo>
                    <a:cubicBezTo>
                      <a:pt x="273" y="246"/>
                      <a:pt x="273" y="246"/>
                      <a:pt x="273" y="246"/>
                    </a:cubicBezTo>
                    <a:cubicBezTo>
                      <a:pt x="273" y="234"/>
                      <a:pt x="282" y="226"/>
                      <a:pt x="293" y="226"/>
                    </a:cubicBezTo>
                    <a:cubicBezTo>
                      <a:pt x="610" y="226"/>
                      <a:pt x="610" y="226"/>
                      <a:pt x="610" y="226"/>
                    </a:cubicBezTo>
                    <a:cubicBezTo>
                      <a:pt x="621" y="226"/>
                      <a:pt x="630" y="234"/>
                      <a:pt x="630" y="246"/>
                    </a:cubicBezTo>
                    <a:close/>
                    <a:moveTo>
                      <a:pt x="56" y="138"/>
                    </a:moveTo>
                    <a:cubicBezTo>
                      <a:pt x="56" y="44"/>
                      <a:pt x="56" y="44"/>
                      <a:pt x="56" y="44"/>
                    </a:cubicBezTo>
                    <a:cubicBezTo>
                      <a:pt x="56" y="12"/>
                      <a:pt x="63" y="0"/>
                      <a:pt x="93" y="0"/>
                    </a:cubicBezTo>
                    <a:cubicBezTo>
                      <a:pt x="122" y="0"/>
                      <a:pt x="129" y="12"/>
                      <a:pt x="129" y="44"/>
                    </a:cubicBezTo>
                    <a:cubicBezTo>
                      <a:pt x="129" y="138"/>
                      <a:pt x="129" y="138"/>
                      <a:pt x="129" y="138"/>
                    </a:cubicBezTo>
                    <a:cubicBezTo>
                      <a:pt x="129" y="170"/>
                      <a:pt x="122" y="181"/>
                      <a:pt x="93" y="181"/>
                    </a:cubicBezTo>
                    <a:cubicBezTo>
                      <a:pt x="63" y="181"/>
                      <a:pt x="56" y="170"/>
                      <a:pt x="56" y="138"/>
                    </a:cubicBezTo>
                    <a:close/>
                    <a:moveTo>
                      <a:pt x="79" y="141"/>
                    </a:moveTo>
                    <a:cubicBezTo>
                      <a:pt x="79" y="153"/>
                      <a:pt x="79" y="164"/>
                      <a:pt x="93" y="164"/>
                    </a:cubicBezTo>
                    <a:cubicBezTo>
                      <a:pt x="106" y="164"/>
                      <a:pt x="106" y="153"/>
                      <a:pt x="106" y="141"/>
                    </a:cubicBezTo>
                    <a:cubicBezTo>
                      <a:pt x="106" y="40"/>
                      <a:pt x="106" y="40"/>
                      <a:pt x="106" y="40"/>
                    </a:cubicBezTo>
                    <a:cubicBezTo>
                      <a:pt x="106" y="29"/>
                      <a:pt x="106" y="18"/>
                      <a:pt x="93" y="18"/>
                    </a:cubicBezTo>
                    <a:cubicBezTo>
                      <a:pt x="79" y="18"/>
                      <a:pt x="79" y="29"/>
                      <a:pt x="79" y="40"/>
                    </a:cubicBezTo>
                    <a:lnTo>
                      <a:pt x="79" y="141"/>
                    </a:lnTo>
                    <a:close/>
                    <a:moveTo>
                      <a:pt x="178" y="35"/>
                    </a:moveTo>
                    <a:cubicBezTo>
                      <a:pt x="178" y="35"/>
                      <a:pt x="178" y="35"/>
                      <a:pt x="178" y="35"/>
                    </a:cubicBezTo>
                    <a:cubicBezTo>
                      <a:pt x="178" y="180"/>
                      <a:pt x="178" y="180"/>
                      <a:pt x="178" y="180"/>
                    </a:cubicBezTo>
                    <a:cubicBezTo>
                      <a:pt x="201" y="180"/>
                      <a:pt x="201" y="180"/>
                      <a:pt x="201" y="180"/>
                    </a:cubicBezTo>
                    <a:cubicBezTo>
                      <a:pt x="201" y="2"/>
                      <a:pt x="201" y="2"/>
                      <a:pt x="201" y="2"/>
                    </a:cubicBezTo>
                    <a:cubicBezTo>
                      <a:pt x="180" y="2"/>
                      <a:pt x="180" y="2"/>
                      <a:pt x="180" y="2"/>
                    </a:cubicBezTo>
                    <a:cubicBezTo>
                      <a:pt x="177" y="10"/>
                      <a:pt x="164" y="27"/>
                      <a:pt x="158" y="31"/>
                    </a:cubicBezTo>
                    <a:cubicBezTo>
                      <a:pt x="158" y="54"/>
                      <a:pt x="158" y="54"/>
                      <a:pt x="158" y="54"/>
                    </a:cubicBezTo>
                    <a:cubicBezTo>
                      <a:pt x="168" y="47"/>
                      <a:pt x="172" y="42"/>
                      <a:pt x="178" y="35"/>
                    </a:cubicBezTo>
                    <a:close/>
                    <a:moveTo>
                      <a:pt x="239" y="138"/>
                    </a:moveTo>
                    <a:cubicBezTo>
                      <a:pt x="239" y="44"/>
                      <a:pt x="239" y="44"/>
                      <a:pt x="239" y="44"/>
                    </a:cubicBezTo>
                    <a:cubicBezTo>
                      <a:pt x="239" y="12"/>
                      <a:pt x="247" y="0"/>
                      <a:pt x="276" y="0"/>
                    </a:cubicBezTo>
                    <a:cubicBezTo>
                      <a:pt x="306" y="0"/>
                      <a:pt x="313" y="12"/>
                      <a:pt x="313" y="44"/>
                    </a:cubicBezTo>
                    <a:cubicBezTo>
                      <a:pt x="313" y="138"/>
                      <a:pt x="313" y="138"/>
                      <a:pt x="313" y="138"/>
                    </a:cubicBezTo>
                    <a:cubicBezTo>
                      <a:pt x="313" y="170"/>
                      <a:pt x="306" y="181"/>
                      <a:pt x="276" y="181"/>
                    </a:cubicBezTo>
                    <a:cubicBezTo>
                      <a:pt x="247" y="181"/>
                      <a:pt x="239" y="170"/>
                      <a:pt x="239" y="138"/>
                    </a:cubicBezTo>
                    <a:close/>
                    <a:moveTo>
                      <a:pt x="263" y="141"/>
                    </a:moveTo>
                    <a:cubicBezTo>
                      <a:pt x="263" y="153"/>
                      <a:pt x="263" y="164"/>
                      <a:pt x="276" y="164"/>
                    </a:cubicBezTo>
                    <a:cubicBezTo>
                      <a:pt x="290" y="164"/>
                      <a:pt x="290" y="153"/>
                      <a:pt x="290" y="141"/>
                    </a:cubicBezTo>
                    <a:cubicBezTo>
                      <a:pt x="290" y="40"/>
                      <a:pt x="290" y="40"/>
                      <a:pt x="290" y="40"/>
                    </a:cubicBezTo>
                    <a:cubicBezTo>
                      <a:pt x="290" y="29"/>
                      <a:pt x="290" y="18"/>
                      <a:pt x="276" y="18"/>
                    </a:cubicBezTo>
                    <a:cubicBezTo>
                      <a:pt x="263" y="18"/>
                      <a:pt x="263" y="29"/>
                      <a:pt x="263" y="40"/>
                    </a:cubicBezTo>
                    <a:lnTo>
                      <a:pt x="263" y="141"/>
                    </a:lnTo>
                    <a:close/>
                    <a:moveTo>
                      <a:pt x="331" y="138"/>
                    </a:moveTo>
                    <a:cubicBezTo>
                      <a:pt x="331" y="44"/>
                      <a:pt x="331" y="44"/>
                      <a:pt x="331" y="44"/>
                    </a:cubicBezTo>
                    <a:cubicBezTo>
                      <a:pt x="331" y="12"/>
                      <a:pt x="339" y="0"/>
                      <a:pt x="368" y="0"/>
                    </a:cubicBezTo>
                    <a:cubicBezTo>
                      <a:pt x="397" y="0"/>
                      <a:pt x="405" y="12"/>
                      <a:pt x="405" y="44"/>
                    </a:cubicBezTo>
                    <a:cubicBezTo>
                      <a:pt x="405" y="138"/>
                      <a:pt x="405" y="138"/>
                      <a:pt x="405" y="138"/>
                    </a:cubicBezTo>
                    <a:cubicBezTo>
                      <a:pt x="405" y="170"/>
                      <a:pt x="397" y="181"/>
                      <a:pt x="368" y="181"/>
                    </a:cubicBezTo>
                    <a:cubicBezTo>
                      <a:pt x="339" y="181"/>
                      <a:pt x="331" y="170"/>
                      <a:pt x="331" y="138"/>
                    </a:cubicBezTo>
                    <a:close/>
                    <a:moveTo>
                      <a:pt x="354" y="141"/>
                    </a:moveTo>
                    <a:cubicBezTo>
                      <a:pt x="354" y="153"/>
                      <a:pt x="354" y="164"/>
                      <a:pt x="368" y="164"/>
                    </a:cubicBezTo>
                    <a:cubicBezTo>
                      <a:pt x="382" y="164"/>
                      <a:pt x="382" y="153"/>
                      <a:pt x="382" y="141"/>
                    </a:cubicBezTo>
                    <a:cubicBezTo>
                      <a:pt x="382" y="40"/>
                      <a:pt x="382" y="40"/>
                      <a:pt x="382" y="40"/>
                    </a:cubicBezTo>
                    <a:cubicBezTo>
                      <a:pt x="382" y="29"/>
                      <a:pt x="382" y="18"/>
                      <a:pt x="368" y="18"/>
                    </a:cubicBezTo>
                    <a:cubicBezTo>
                      <a:pt x="354" y="18"/>
                      <a:pt x="354" y="29"/>
                      <a:pt x="354" y="40"/>
                    </a:cubicBezTo>
                    <a:lnTo>
                      <a:pt x="354" y="141"/>
                    </a:lnTo>
                    <a:close/>
                    <a:moveTo>
                      <a:pt x="453" y="35"/>
                    </a:moveTo>
                    <a:cubicBezTo>
                      <a:pt x="453" y="35"/>
                      <a:pt x="453" y="35"/>
                      <a:pt x="453" y="35"/>
                    </a:cubicBezTo>
                    <a:cubicBezTo>
                      <a:pt x="453" y="180"/>
                      <a:pt x="453" y="180"/>
                      <a:pt x="453" y="180"/>
                    </a:cubicBezTo>
                    <a:cubicBezTo>
                      <a:pt x="476" y="180"/>
                      <a:pt x="476" y="180"/>
                      <a:pt x="476" y="180"/>
                    </a:cubicBezTo>
                    <a:cubicBezTo>
                      <a:pt x="476" y="2"/>
                      <a:pt x="476" y="2"/>
                      <a:pt x="476" y="2"/>
                    </a:cubicBezTo>
                    <a:cubicBezTo>
                      <a:pt x="456" y="2"/>
                      <a:pt x="456" y="2"/>
                      <a:pt x="456" y="2"/>
                    </a:cubicBezTo>
                    <a:cubicBezTo>
                      <a:pt x="453" y="10"/>
                      <a:pt x="439" y="27"/>
                      <a:pt x="434" y="31"/>
                    </a:cubicBezTo>
                    <a:cubicBezTo>
                      <a:pt x="434" y="54"/>
                      <a:pt x="434" y="54"/>
                      <a:pt x="434" y="54"/>
                    </a:cubicBezTo>
                    <a:cubicBezTo>
                      <a:pt x="443" y="47"/>
                      <a:pt x="448" y="42"/>
                      <a:pt x="453" y="35"/>
                    </a:cubicBezTo>
                    <a:close/>
                    <a:moveTo>
                      <a:pt x="515" y="138"/>
                    </a:moveTo>
                    <a:cubicBezTo>
                      <a:pt x="515" y="44"/>
                      <a:pt x="515" y="44"/>
                      <a:pt x="515" y="44"/>
                    </a:cubicBezTo>
                    <a:cubicBezTo>
                      <a:pt x="515" y="12"/>
                      <a:pt x="522" y="0"/>
                      <a:pt x="551" y="0"/>
                    </a:cubicBezTo>
                    <a:cubicBezTo>
                      <a:pt x="581" y="0"/>
                      <a:pt x="588" y="12"/>
                      <a:pt x="588" y="44"/>
                    </a:cubicBezTo>
                    <a:cubicBezTo>
                      <a:pt x="588" y="138"/>
                      <a:pt x="588" y="138"/>
                      <a:pt x="588" y="138"/>
                    </a:cubicBezTo>
                    <a:cubicBezTo>
                      <a:pt x="588" y="170"/>
                      <a:pt x="581" y="181"/>
                      <a:pt x="551" y="181"/>
                    </a:cubicBezTo>
                    <a:cubicBezTo>
                      <a:pt x="522" y="181"/>
                      <a:pt x="515" y="170"/>
                      <a:pt x="515" y="138"/>
                    </a:cubicBezTo>
                    <a:close/>
                    <a:moveTo>
                      <a:pt x="538" y="141"/>
                    </a:moveTo>
                    <a:cubicBezTo>
                      <a:pt x="538" y="153"/>
                      <a:pt x="538" y="164"/>
                      <a:pt x="551" y="164"/>
                    </a:cubicBezTo>
                    <a:cubicBezTo>
                      <a:pt x="565" y="164"/>
                      <a:pt x="565" y="153"/>
                      <a:pt x="565" y="141"/>
                    </a:cubicBezTo>
                    <a:cubicBezTo>
                      <a:pt x="565" y="40"/>
                      <a:pt x="565" y="40"/>
                      <a:pt x="565" y="40"/>
                    </a:cubicBezTo>
                    <a:cubicBezTo>
                      <a:pt x="565" y="29"/>
                      <a:pt x="565" y="18"/>
                      <a:pt x="551" y="18"/>
                    </a:cubicBezTo>
                    <a:cubicBezTo>
                      <a:pt x="538" y="18"/>
                      <a:pt x="538" y="29"/>
                      <a:pt x="538" y="40"/>
                    </a:cubicBezTo>
                    <a:lnTo>
                      <a:pt x="538" y="141"/>
                    </a:lnTo>
                    <a:close/>
                    <a:moveTo>
                      <a:pt x="152" y="400"/>
                    </a:moveTo>
                    <a:cubicBezTo>
                      <a:pt x="118" y="400"/>
                      <a:pt x="85" y="400"/>
                      <a:pt x="51" y="400"/>
                    </a:cubicBezTo>
                    <a:cubicBezTo>
                      <a:pt x="42" y="400"/>
                      <a:pt x="40" y="400"/>
                      <a:pt x="39" y="400"/>
                    </a:cubicBezTo>
                    <a:cubicBezTo>
                      <a:pt x="30" y="402"/>
                      <a:pt x="26" y="403"/>
                      <a:pt x="21" y="408"/>
                    </a:cubicBezTo>
                    <a:cubicBezTo>
                      <a:pt x="15" y="414"/>
                      <a:pt x="11" y="421"/>
                      <a:pt x="7" y="430"/>
                    </a:cubicBezTo>
                    <a:cubicBezTo>
                      <a:pt x="6" y="433"/>
                      <a:pt x="4" y="439"/>
                      <a:pt x="3" y="442"/>
                    </a:cubicBezTo>
                    <a:cubicBezTo>
                      <a:pt x="2" y="443"/>
                      <a:pt x="2" y="443"/>
                      <a:pt x="2" y="443"/>
                    </a:cubicBezTo>
                    <a:cubicBezTo>
                      <a:pt x="7" y="443"/>
                      <a:pt x="7" y="443"/>
                      <a:pt x="7" y="443"/>
                    </a:cubicBezTo>
                    <a:cubicBezTo>
                      <a:pt x="9" y="441"/>
                      <a:pt x="9" y="441"/>
                      <a:pt x="9" y="441"/>
                    </a:cubicBezTo>
                    <a:cubicBezTo>
                      <a:pt x="13" y="434"/>
                      <a:pt x="18" y="429"/>
                      <a:pt x="22" y="426"/>
                    </a:cubicBezTo>
                    <a:cubicBezTo>
                      <a:pt x="26" y="423"/>
                      <a:pt x="33" y="421"/>
                      <a:pt x="42" y="421"/>
                    </a:cubicBezTo>
                    <a:cubicBezTo>
                      <a:pt x="45" y="421"/>
                      <a:pt x="45" y="421"/>
                      <a:pt x="45" y="421"/>
                    </a:cubicBezTo>
                    <a:cubicBezTo>
                      <a:pt x="44" y="429"/>
                      <a:pt x="44" y="437"/>
                      <a:pt x="43" y="445"/>
                    </a:cubicBezTo>
                    <a:cubicBezTo>
                      <a:pt x="41" y="471"/>
                      <a:pt x="41" y="471"/>
                      <a:pt x="40" y="477"/>
                    </a:cubicBezTo>
                    <a:cubicBezTo>
                      <a:pt x="37" y="496"/>
                      <a:pt x="35" y="503"/>
                      <a:pt x="27" y="514"/>
                    </a:cubicBezTo>
                    <a:cubicBezTo>
                      <a:pt x="20" y="524"/>
                      <a:pt x="19" y="526"/>
                      <a:pt x="18" y="531"/>
                    </a:cubicBezTo>
                    <a:cubicBezTo>
                      <a:pt x="17" y="538"/>
                      <a:pt x="21" y="543"/>
                      <a:pt x="27" y="545"/>
                    </a:cubicBezTo>
                    <a:cubicBezTo>
                      <a:pt x="30" y="546"/>
                      <a:pt x="33" y="546"/>
                      <a:pt x="36" y="545"/>
                    </a:cubicBezTo>
                    <a:cubicBezTo>
                      <a:pt x="36" y="545"/>
                      <a:pt x="36" y="545"/>
                      <a:pt x="36" y="545"/>
                    </a:cubicBezTo>
                    <a:cubicBezTo>
                      <a:pt x="39" y="543"/>
                      <a:pt x="43" y="539"/>
                      <a:pt x="45" y="534"/>
                    </a:cubicBezTo>
                    <a:cubicBezTo>
                      <a:pt x="50" y="525"/>
                      <a:pt x="55" y="500"/>
                      <a:pt x="58" y="470"/>
                    </a:cubicBezTo>
                    <a:cubicBezTo>
                      <a:pt x="58" y="467"/>
                      <a:pt x="61" y="423"/>
                      <a:pt x="61" y="421"/>
                    </a:cubicBezTo>
                    <a:cubicBezTo>
                      <a:pt x="99" y="421"/>
                      <a:pt x="99" y="421"/>
                      <a:pt x="99" y="421"/>
                    </a:cubicBezTo>
                    <a:cubicBezTo>
                      <a:pt x="96" y="439"/>
                      <a:pt x="95" y="456"/>
                      <a:pt x="94" y="473"/>
                    </a:cubicBezTo>
                    <a:cubicBezTo>
                      <a:pt x="93" y="479"/>
                      <a:pt x="93" y="499"/>
                      <a:pt x="93" y="505"/>
                    </a:cubicBezTo>
                    <a:cubicBezTo>
                      <a:pt x="94" y="520"/>
                      <a:pt x="97" y="530"/>
                      <a:pt x="101" y="536"/>
                    </a:cubicBezTo>
                    <a:cubicBezTo>
                      <a:pt x="105" y="541"/>
                      <a:pt x="110" y="544"/>
                      <a:pt x="115" y="545"/>
                    </a:cubicBezTo>
                    <a:cubicBezTo>
                      <a:pt x="118" y="546"/>
                      <a:pt x="123" y="546"/>
                      <a:pt x="126" y="545"/>
                    </a:cubicBezTo>
                    <a:cubicBezTo>
                      <a:pt x="130" y="544"/>
                      <a:pt x="134" y="541"/>
                      <a:pt x="138" y="537"/>
                    </a:cubicBezTo>
                    <a:cubicBezTo>
                      <a:pt x="143" y="532"/>
                      <a:pt x="146" y="526"/>
                      <a:pt x="149" y="517"/>
                    </a:cubicBezTo>
                    <a:cubicBezTo>
                      <a:pt x="150" y="513"/>
                      <a:pt x="151" y="505"/>
                      <a:pt x="151" y="504"/>
                    </a:cubicBezTo>
                    <a:cubicBezTo>
                      <a:pt x="147" y="504"/>
                      <a:pt x="147" y="504"/>
                      <a:pt x="147" y="504"/>
                    </a:cubicBezTo>
                    <a:cubicBezTo>
                      <a:pt x="146" y="508"/>
                      <a:pt x="146" y="509"/>
                      <a:pt x="145" y="511"/>
                    </a:cubicBezTo>
                    <a:cubicBezTo>
                      <a:pt x="143" y="515"/>
                      <a:pt x="140" y="518"/>
                      <a:pt x="135" y="520"/>
                    </a:cubicBezTo>
                    <a:cubicBezTo>
                      <a:pt x="130" y="521"/>
                      <a:pt x="124" y="521"/>
                      <a:pt x="119" y="518"/>
                    </a:cubicBezTo>
                    <a:cubicBezTo>
                      <a:pt x="114" y="515"/>
                      <a:pt x="111" y="509"/>
                      <a:pt x="110" y="502"/>
                    </a:cubicBezTo>
                    <a:cubicBezTo>
                      <a:pt x="108" y="475"/>
                      <a:pt x="112" y="448"/>
                      <a:pt x="115" y="421"/>
                    </a:cubicBezTo>
                    <a:cubicBezTo>
                      <a:pt x="152" y="421"/>
                      <a:pt x="152" y="421"/>
                      <a:pt x="152" y="421"/>
                    </a:cubicBezTo>
                    <a:cubicBezTo>
                      <a:pt x="152" y="400"/>
                      <a:pt x="152" y="400"/>
                      <a:pt x="152" y="400"/>
                    </a:cubicBezTo>
                    <a:close/>
                    <a:moveTo>
                      <a:pt x="366" y="348"/>
                    </a:moveTo>
                    <a:cubicBezTo>
                      <a:pt x="469" y="479"/>
                      <a:pt x="469" y="479"/>
                      <a:pt x="469" y="479"/>
                    </a:cubicBezTo>
                    <a:cubicBezTo>
                      <a:pt x="366" y="600"/>
                      <a:pt x="366" y="600"/>
                      <a:pt x="366" y="600"/>
                    </a:cubicBezTo>
                    <a:cubicBezTo>
                      <a:pt x="366" y="607"/>
                      <a:pt x="366" y="607"/>
                      <a:pt x="366" y="607"/>
                    </a:cubicBezTo>
                    <a:cubicBezTo>
                      <a:pt x="572" y="607"/>
                      <a:pt x="572" y="607"/>
                      <a:pt x="572" y="607"/>
                    </a:cubicBezTo>
                    <a:cubicBezTo>
                      <a:pt x="583" y="526"/>
                      <a:pt x="583" y="526"/>
                      <a:pt x="583" y="526"/>
                    </a:cubicBezTo>
                    <a:cubicBezTo>
                      <a:pt x="576" y="525"/>
                      <a:pt x="576" y="525"/>
                      <a:pt x="576" y="525"/>
                    </a:cubicBezTo>
                    <a:cubicBezTo>
                      <a:pt x="571" y="543"/>
                      <a:pt x="564" y="556"/>
                      <a:pt x="554" y="561"/>
                    </a:cubicBezTo>
                    <a:cubicBezTo>
                      <a:pt x="544" y="567"/>
                      <a:pt x="530" y="570"/>
                      <a:pt x="512" y="570"/>
                    </a:cubicBezTo>
                    <a:cubicBezTo>
                      <a:pt x="411" y="570"/>
                      <a:pt x="411" y="570"/>
                      <a:pt x="411" y="570"/>
                    </a:cubicBezTo>
                    <a:cubicBezTo>
                      <a:pt x="503" y="462"/>
                      <a:pt x="503" y="462"/>
                      <a:pt x="503" y="462"/>
                    </a:cubicBezTo>
                    <a:cubicBezTo>
                      <a:pt x="422" y="358"/>
                      <a:pt x="422" y="358"/>
                      <a:pt x="422" y="358"/>
                    </a:cubicBezTo>
                    <a:cubicBezTo>
                      <a:pt x="513" y="358"/>
                      <a:pt x="513" y="358"/>
                      <a:pt x="513" y="358"/>
                    </a:cubicBezTo>
                    <a:cubicBezTo>
                      <a:pt x="526" y="358"/>
                      <a:pt x="536" y="359"/>
                      <a:pt x="542" y="362"/>
                    </a:cubicBezTo>
                    <a:cubicBezTo>
                      <a:pt x="548" y="366"/>
                      <a:pt x="553" y="371"/>
                      <a:pt x="557" y="378"/>
                    </a:cubicBezTo>
                    <a:cubicBezTo>
                      <a:pt x="560" y="385"/>
                      <a:pt x="563" y="395"/>
                      <a:pt x="563" y="408"/>
                    </a:cubicBezTo>
                    <a:cubicBezTo>
                      <a:pt x="571" y="408"/>
                      <a:pt x="571" y="408"/>
                      <a:pt x="571" y="408"/>
                    </a:cubicBezTo>
                    <a:cubicBezTo>
                      <a:pt x="566" y="341"/>
                      <a:pt x="566" y="341"/>
                      <a:pt x="566" y="341"/>
                    </a:cubicBezTo>
                    <a:cubicBezTo>
                      <a:pt x="366" y="341"/>
                      <a:pt x="366" y="341"/>
                      <a:pt x="366" y="341"/>
                    </a:cubicBezTo>
                    <a:lnTo>
                      <a:pt x="366" y="348"/>
                    </a:lnTo>
                    <a:close/>
                  </a:path>
                </a:pathLst>
              </a:custGeom>
              <a:solidFill>
                <a:srgbClr val="CD391F">
                  <a:alpha val="69803"/>
                </a:srgbClr>
              </a:solid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Century Gothic"/>
                  <a:buNone/>
                </a:pPr>
                <a:endParaRPr sz="1800" b="0" i="0" u="none" strike="noStrike" cap="none">
                  <a:solidFill>
                    <a:srgbClr val="3C3C3B"/>
                  </a:solidFill>
                  <a:latin typeface="Century Gothic"/>
                  <a:ea typeface="Century Gothic"/>
                  <a:cs typeface="Century Gothic"/>
                  <a:sym typeface="Century Gothic"/>
                </a:endParaRPr>
              </a:p>
            </p:txBody>
          </p:sp>
        </p:grpSp>
      </p:grpSp>
      <p:sp>
        <p:nvSpPr>
          <p:cNvPr id="1541" name="Google Shape;1541;p100">
            <a:hlinkClick r:id="rId3" action="ppaction://hlinksldjump"/>
          </p:cNvPr>
          <p:cNvSpPr/>
          <p:nvPr/>
        </p:nvSpPr>
        <p:spPr>
          <a:xfrm>
            <a:off x="6515100" y="-196501"/>
            <a:ext cx="2777392" cy="378533"/>
          </a:xfrm>
          <a:prstGeom prst="roundRect">
            <a:avLst>
              <a:gd name="adj" fmla="val 50000"/>
            </a:avLst>
          </a:prstGeom>
          <a:solidFill>
            <a:schemeClr val="accent4"/>
          </a:solidFill>
          <a:ln>
            <a:noFill/>
          </a:ln>
        </p:spPr>
        <p:txBody>
          <a:bodyPr spcFirstLastPara="1" wrap="square" lIns="36000" tIns="180000" rIns="180000" bIns="0" anchor="ctr" anchorCtr="0">
            <a:noAutofit/>
          </a:bodyPr>
          <a:lstStyle/>
          <a:p>
            <a:pPr marL="0" marR="0" lvl="0" indent="0" algn="ctr" rtl="0">
              <a:spcBef>
                <a:spcPts val="0"/>
              </a:spcBef>
              <a:spcAft>
                <a:spcPts val="0"/>
              </a:spcAft>
              <a:buNone/>
            </a:pPr>
            <a:r>
              <a:rPr lang="en-GB" sz="750">
                <a:solidFill>
                  <a:schemeClr val="lt1"/>
                </a:solidFill>
                <a:latin typeface="Century Gothic"/>
                <a:ea typeface="Century Gothic"/>
                <a:cs typeface="Century Gothic"/>
                <a:sym typeface="Century Gothic"/>
              </a:rPr>
              <a:t>   Customer Lifecycle Management</a:t>
            </a:r>
            <a:endParaRPr sz="750">
              <a:solidFill>
                <a:schemeClr val="lt1"/>
              </a:solidFill>
              <a:latin typeface="Century Gothic"/>
              <a:ea typeface="Century Gothic"/>
              <a:cs typeface="Century Gothic"/>
              <a:sym typeface="Century Gothic"/>
            </a:endParaRPr>
          </a:p>
        </p:txBody>
      </p:sp>
      <p:grpSp>
        <p:nvGrpSpPr>
          <p:cNvPr id="1542" name="Google Shape;1542;p100"/>
          <p:cNvGrpSpPr/>
          <p:nvPr/>
        </p:nvGrpSpPr>
        <p:grpSpPr>
          <a:xfrm>
            <a:off x="7717533" y="4360377"/>
            <a:ext cx="1058348" cy="347375"/>
            <a:chOff x="7651698" y="4287227"/>
            <a:chExt cx="1058348" cy="347375"/>
          </a:xfrm>
        </p:grpSpPr>
        <p:grpSp>
          <p:nvGrpSpPr>
            <p:cNvPr id="1543" name="Google Shape;1543;p100"/>
            <p:cNvGrpSpPr/>
            <p:nvPr/>
          </p:nvGrpSpPr>
          <p:grpSpPr>
            <a:xfrm>
              <a:off x="7714163" y="4337598"/>
              <a:ext cx="995883" cy="297004"/>
              <a:chOff x="7711013" y="3986494"/>
              <a:chExt cx="995883" cy="297004"/>
            </a:xfrm>
          </p:grpSpPr>
          <p:sp>
            <p:nvSpPr>
              <p:cNvPr id="1544" name="Google Shape;1544;p100"/>
              <p:cNvSpPr txBox="1"/>
              <p:nvPr/>
            </p:nvSpPr>
            <p:spPr>
              <a:xfrm>
                <a:off x="7967591" y="3986494"/>
                <a:ext cx="739305" cy="297004"/>
              </a:xfrm>
              <a:prstGeom prst="rect">
                <a:avLst/>
              </a:prstGeom>
              <a:noFill/>
              <a:ln>
                <a:noFill/>
              </a:ln>
            </p:spPr>
            <p:txBody>
              <a:bodyPr spcFirstLastPara="1" wrap="square" lIns="91425" tIns="45700" rIns="91425" bIns="45700" anchor="t" anchorCtr="0">
                <a:noAutofit/>
              </a:bodyPr>
              <a:lstStyle/>
              <a:p>
                <a:pPr marL="0" marR="0" lvl="0" indent="0" algn="l" rtl="0">
                  <a:lnSpc>
                    <a:spcPct val="95000"/>
                  </a:lnSpc>
                  <a:spcBef>
                    <a:spcPts val="0"/>
                  </a:spcBef>
                  <a:spcAft>
                    <a:spcPts val="0"/>
                  </a:spcAft>
                  <a:buNone/>
                </a:pPr>
                <a:r>
                  <a:rPr lang="en-GB" sz="700">
                    <a:solidFill>
                      <a:srgbClr val="3C3C3B"/>
                    </a:solidFill>
                    <a:latin typeface="Century Gothic"/>
                    <a:ea typeface="Century Gothic"/>
                    <a:cs typeface="Century Gothic"/>
                    <a:sym typeface="Century Gothic"/>
                  </a:rPr>
                  <a:t>Use Cases &amp;</a:t>
                </a:r>
                <a:br>
                  <a:rPr lang="en-GB" sz="700">
                    <a:solidFill>
                      <a:srgbClr val="3C3C3B"/>
                    </a:solidFill>
                    <a:latin typeface="Century Gothic"/>
                    <a:ea typeface="Century Gothic"/>
                    <a:cs typeface="Century Gothic"/>
                    <a:sym typeface="Century Gothic"/>
                  </a:rPr>
                </a:br>
                <a:r>
                  <a:rPr lang="en-GB" sz="700">
                    <a:solidFill>
                      <a:srgbClr val="3C3C3B"/>
                    </a:solidFill>
                    <a:latin typeface="Century Gothic"/>
                    <a:ea typeface="Century Gothic"/>
                    <a:cs typeface="Century Gothic"/>
                    <a:sym typeface="Century Gothic"/>
                  </a:rPr>
                  <a:t>Case Studies</a:t>
                </a:r>
                <a:endParaRPr sz="700">
                  <a:solidFill>
                    <a:srgbClr val="3C3C3B"/>
                  </a:solidFill>
                  <a:latin typeface="Century Gothic"/>
                  <a:ea typeface="Century Gothic"/>
                  <a:cs typeface="Century Gothic"/>
                  <a:sym typeface="Century Gothic"/>
                </a:endParaRPr>
              </a:p>
            </p:txBody>
          </p:sp>
          <p:grpSp>
            <p:nvGrpSpPr>
              <p:cNvPr id="1545" name="Google Shape;1545;p100"/>
              <p:cNvGrpSpPr/>
              <p:nvPr/>
            </p:nvGrpSpPr>
            <p:grpSpPr>
              <a:xfrm>
                <a:off x="7711013" y="4002615"/>
                <a:ext cx="281520" cy="241973"/>
                <a:chOff x="5652748" y="4066000"/>
                <a:chExt cx="906498" cy="747974"/>
              </a:xfrm>
            </p:grpSpPr>
            <p:sp>
              <p:nvSpPr>
                <p:cNvPr id="1546" name="Google Shape;1546;p100"/>
                <p:cNvSpPr/>
                <p:nvPr/>
              </p:nvSpPr>
              <p:spPr>
                <a:xfrm>
                  <a:off x="6024179" y="4066000"/>
                  <a:ext cx="535067" cy="685800"/>
                </a:xfrm>
                <a:custGeom>
                  <a:avLst/>
                  <a:gdLst/>
                  <a:ahLst/>
                  <a:cxnLst/>
                  <a:rect l="l" t="t" r="r" b="b"/>
                  <a:pathLst>
                    <a:path w="347" h="445" extrusionOk="0">
                      <a:moveTo>
                        <a:pt x="235" y="136"/>
                      </a:moveTo>
                      <a:cubicBezTo>
                        <a:pt x="347" y="136"/>
                        <a:pt x="347" y="136"/>
                        <a:pt x="347" y="136"/>
                      </a:cubicBezTo>
                      <a:cubicBezTo>
                        <a:pt x="347" y="421"/>
                        <a:pt x="347" y="421"/>
                        <a:pt x="347" y="421"/>
                      </a:cubicBezTo>
                      <a:cubicBezTo>
                        <a:pt x="347" y="434"/>
                        <a:pt x="336" y="445"/>
                        <a:pt x="322" y="445"/>
                      </a:cubicBezTo>
                      <a:cubicBezTo>
                        <a:pt x="25" y="445"/>
                        <a:pt x="25" y="445"/>
                        <a:pt x="25" y="445"/>
                      </a:cubicBezTo>
                      <a:cubicBezTo>
                        <a:pt x="11" y="445"/>
                        <a:pt x="0" y="434"/>
                        <a:pt x="0" y="421"/>
                      </a:cubicBezTo>
                      <a:cubicBezTo>
                        <a:pt x="0" y="25"/>
                        <a:pt x="0" y="25"/>
                        <a:pt x="0" y="25"/>
                      </a:cubicBezTo>
                      <a:cubicBezTo>
                        <a:pt x="0" y="11"/>
                        <a:pt x="11" y="0"/>
                        <a:pt x="25" y="0"/>
                      </a:cubicBezTo>
                      <a:cubicBezTo>
                        <a:pt x="211" y="0"/>
                        <a:pt x="211" y="0"/>
                        <a:pt x="211" y="0"/>
                      </a:cubicBezTo>
                      <a:cubicBezTo>
                        <a:pt x="211" y="111"/>
                        <a:pt x="211" y="111"/>
                        <a:pt x="211" y="111"/>
                      </a:cubicBezTo>
                      <a:cubicBezTo>
                        <a:pt x="211" y="125"/>
                        <a:pt x="222" y="136"/>
                        <a:pt x="235" y="136"/>
                      </a:cubicBezTo>
                      <a:close/>
                      <a:moveTo>
                        <a:pt x="260" y="111"/>
                      </a:moveTo>
                      <a:cubicBezTo>
                        <a:pt x="347" y="111"/>
                        <a:pt x="347" y="111"/>
                        <a:pt x="347" y="111"/>
                      </a:cubicBezTo>
                      <a:cubicBezTo>
                        <a:pt x="235" y="0"/>
                        <a:pt x="235" y="0"/>
                        <a:pt x="235" y="0"/>
                      </a:cubicBezTo>
                      <a:cubicBezTo>
                        <a:pt x="235" y="86"/>
                        <a:pt x="235" y="86"/>
                        <a:pt x="235" y="86"/>
                      </a:cubicBezTo>
                      <a:cubicBezTo>
                        <a:pt x="235" y="100"/>
                        <a:pt x="246" y="111"/>
                        <a:pt x="260" y="111"/>
                      </a:cubicBezTo>
                      <a:close/>
                      <a:moveTo>
                        <a:pt x="293" y="219"/>
                      </a:moveTo>
                      <a:cubicBezTo>
                        <a:pt x="54" y="219"/>
                        <a:pt x="54" y="219"/>
                        <a:pt x="54" y="219"/>
                      </a:cubicBezTo>
                      <a:cubicBezTo>
                        <a:pt x="54" y="246"/>
                        <a:pt x="54" y="246"/>
                        <a:pt x="54" y="246"/>
                      </a:cubicBezTo>
                      <a:cubicBezTo>
                        <a:pt x="293" y="246"/>
                        <a:pt x="293" y="246"/>
                        <a:pt x="293" y="246"/>
                      </a:cubicBezTo>
                      <a:lnTo>
                        <a:pt x="293" y="219"/>
                      </a:lnTo>
                      <a:close/>
                      <a:moveTo>
                        <a:pt x="293" y="278"/>
                      </a:moveTo>
                      <a:cubicBezTo>
                        <a:pt x="54" y="278"/>
                        <a:pt x="54" y="278"/>
                        <a:pt x="54" y="278"/>
                      </a:cubicBezTo>
                      <a:cubicBezTo>
                        <a:pt x="54" y="306"/>
                        <a:pt x="54" y="306"/>
                        <a:pt x="54" y="306"/>
                      </a:cubicBezTo>
                      <a:cubicBezTo>
                        <a:pt x="293" y="306"/>
                        <a:pt x="293" y="306"/>
                        <a:pt x="293" y="306"/>
                      </a:cubicBezTo>
                      <a:lnTo>
                        <a:pt x="293" y="278"/>
                      </a:lnTo>
                      <a:close/>
                      <a:moveTo>
                        <a:pt x="293" y="338"/>
                      </a:moveTo>
                      <a:cubicBezTo>
                        <a:pt x="54" y="338"/>
                        <a:pt x="54" y="338"/>
                        <a:pt x="54" y="338"/>
                      </a:cubicBezTo>
                      <a:cubicBezTo>
                        <a:pt x="54" y="365"/>
                        <a:pt x="54" y="365"/>
                        <a:pt x="54" y="365"/>
                      </a:cubicBezTo>
                      <a:cubicBezTo>
                        <a:pt x="293" y="365"/>
                        <a:pt x="293" y="365"/>
                        <a:pt x="293" y="365"/>
                      </a:cubicBezTo>
                      <a:lnTo>
                        <a:pt x="293" y="338"/>
                      </a:lnTo>
                      <a:close/>
                    </a:path>
                  </a:pathLst>
                </a:custGeom>
                <a:solidFill>
                  <a:srgbClr val="5F6062"/>
                </a:solidFill>
                <a:ln>
                  <a:noFill/>
                </a:ln>
              </p:spPr>
              <p:txBody>
                <a:bodyPr spcFirstLastPara="1" wrap="square" lIns="91425" tIns="45700" rIns="91425" bIns="45700" anchor="t" anchorCtr="0">
                  <a:noAutofit/>
                </a:bodyPr>
                <a:lstStyle/>
                <a:p>
                  <a:pPr marL="0" marR="0" lvl="0" indent="0" algn="ctr"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547" name="Google Shape;1547;p100"/>
                <p:cNvSpPr/>
                <p:nvPr/>
              </p:nvSpPr>
              <p:spPr>
                <a:xfrm>
                  <a:off x="5842000" y="4222750"/>
                  <a:ext cx="412750" cy="412750"/>
                </a:xfrm>
                <a:prstGeom prst="ellipse">
                  <a:avLst/>
                </a:prstGeom>
                <a:solidFill>
                  <a:schemeClr val="accent1"/>
                </a:solidFill>
                <a:ln>
                  <a:noFill/>
                </a:ln>
              </p:spPr>
              <p:txBody>
                <a:bodyPr spcFirstLastPara="1" wrap="square" lIns="91425" tIns="91425" rIns="91425" bIns="91425" anchor="t" anchorCtr="0">
                  <a:noAutofit/>
                </a:bodyPr>
                <a:lstStyle/>
                <a:p>
                  <a:pPr marL="0" marR="0" lvl="0" indent="0" algn="ctr" rtl="0">
                    <a:spcBef>
                      <a:spcPts val="0"/>
                    </a:spcBef>
                    <a:spcAft>
                      <a:spcPts val="0"/>
                    </a:spcAft>
                    <a:buNone/>
                  </a:pPr>
                  <a:endParaRPr sz="1800">
                    <a:solidFill>
                      <a:srgbClr val="FFFFFF"/>
                    </a:solidFill>
                    <a:latin typeface="Century Gothic"/>
                    <a:ea typeface="Century Gothic"/>
                    <a:cs typeface="Century Gothic"/>
                    <a:sym typeface="Century Gothic"/>
                  </a:endParaRPr>
                </a:p>
              </p:txBody>
            </p:sp>
            <p:sp>
              <p:nvSpPr>
                <p:cNvPr id="1548" name="Google Shape;1548;p100"/>
                <p:cNvSpPr/>
                <p:nvPr/>
              </p:nvSpPr>
              <p:spPr>
                <a:xfrm>
                  <a:off x="5652748" y="4166436"/>
                  <a:ext cx="618134" cy="647538"/>
                </a:xfrm>
                <a:custGeom>
                  <a:avLst/>
                  <a:gdLst/>
                  <a:ahLst/>
                  <a:cxnLst/>
                  <a:rect l="l" t="t" r="r" b="b"/>
                  <a:pathLst>
                    <a:path w="383" h="401" extrusionOk="0">
                      <a:moveTo>
                        <a:pt x="380" y="144"/>
                      </a:moveTo>
                      <a:cubicBezTo>
                        <a:pt x="377" y="63"/>
                        <a:pt x="309" y="0"/>
                        <a:pt x="229" y="3"/>
                      </a:cubicBezTo>
                      <a:cubicBezTo>
                        <a:pt x="148" y="6"/>
                        <a:pt x="85" y="74"/>
                        <a:pt x="88" y="155"/>
                      </a:cubicBezTo>
                      <a:cubicBezTo>
                        <a:pt x="89" y="182"/>
                        <a:pt x="98" y="208"/>
                        <a:pt x="112" y="230"/>
                      </a:cubicBezTo>
                      <a:cubicBezTo>
                        <a:pt x="112" y="230"/>
                        <a:pt x="112" y="230"/>
                        <a:pt x="112" y="230"/>
                      </a:cubicBezTo>
                      <a:cubicBezTo>
                        <a:pt x="107" y="235"/>
                        <a:pt x="107" y="235"/>
                        <a:pt x="107" y="235"/>
                      </a:cubicBezTo>
                      <a:cubicBezTo>
                        <a:pt x="63" y="285"/>
                        <a:pt x="63" y="285"/>
                        <a:pt x="63" y="285"/>
                      </a:cubicBezTo>
                      <a:cubicBezTo>
                        <a:pt x="20" y="332"/>
                        <a:pt x="20" y="332"/>
                        <a:pt x="20" y="332"/>
                      </a:cubicBezTo>
                      <a:cubicBezTo>
                        <a:pt x="15" y="338"/>
                        <a:pt x="15" y="338"/>
                        <a:pt x="15" y="338"/>
                      </a:cubicBezTo>
                      <a:cubicBezTo>
                        <a:pt x="0" y="354"/>
                        <a:pt x="0" y="374"/>
                        <a:pt x="15" y="387"/>
                      </a:cubicBezTo>
                      <a:cubicBezTo>
                        <a:pt x="29" y="401"/>
                        <a:pt x="49" y="398"/>
                        <a:pt x="64" y="382"/>
                      </a:cubicBezTo>
                      <a:cubicBezTo>
                        <a:pt x="69" y="377"/>
                        <a:pt x="69" y="377"/>
                        <a:pt x="69" y="377"/>
                      </a:cubicBezTo>
                      <a:cubicBezTo>
                        <a:pt x="156" y="279"/>
                        <a:pt x="156" y="279"/>
                        <a:pt x="156" y="279"/>
                      </a:cubicBezTo>
                      <a:cubicBezTo>
                        <a:pt x="160" y="275"/>
                        <a:pt x="160" y="275"/>
                        <a:pt x="160" y="275"/>
                      </a:cubicBezTo>
                      <a:cubicBezTo>
                        <a:pt x="183" y="289"/>
                        <a:pt x="211" y="296"/>
                        <a:pt x="240" y="295"/>
                      </a:cubicBezTo>
                      <a:cubicBezTo>
                        <a:pt x="320" y="292"/>
                        <a:pt x="383" y="224"/>
                        <a:pt x="380" y="144"/>
                      </a:cubicBezTo>
                      <a:close/>
                      <a:moveTo>
                        <a:pt x="238" y="243"/>
                      </a:moveTo>
                      <a:cubicBezTo>
                        <a:pt x="186" y="245"/>
                        <a:pt x="142" y="205"/>
                        <a:pt x="140" y="153"/>
                      </a:cubicBezTo>
                      <a:cubicBezTo>
                        <a:pt x="139" y="101"/>
                        <a:pt x="179" y="57"/>
                        <a:pt x="231" y="56"/>
                      </a:cubicBezTo>
                      <a:cubicBezTo>
                        <a:pt x="282" y="54"/>
                        <a:pt x="326" y="94"/>
                        <a:pt x="328" y="146"/>
                      </a:cubicBezTo>
                      <a:cubicBezTo>
                        <a:pt x="330" y="198"/>
                        <a:pt x="289" y="241"/>
                        <a:pt x="238" y="243"/>
                      </a:cubicBezTo>
                      <a:close/>
                    </a:path>
                  </a:pathLst>
                </a:custGeom>
                <a:solidFill>
                  <a:schemeClr val="accent6"/>
                </a:solidFill>
                <a:ln w="9525"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ctr" rtl="0">
                    <a:spcBef>
                      <a:spcPts val="0"/>
                    </a:spcBef>
                    <a:spcAft>
                      <a:spcPts val="0"/>
                    </a:spcAft>
                    <a:buNone/>
                  </a:pPr>
                  <a:endParaRPr sz="1800">
                    <a:solidFill>
                      <a:schemeClr val="dk1"/>
                    </a:solidFill>
                    <a:latin typeface="Century Gothic"/>
                    <a:ea typeface="Century Gothic"/>
                    <a:cs typeface="Century Gothic"/>
                    <a:sym typeface="Century Gothic"/>
                  </a:endParaRPr>
                </a:p>
              </p:txBody>
            </p:sp>
          </p:grpSp>
        </p:grpSp>
        <p:sp>
          <p:nvSpPr>
            <p:cNvPr id="1549" name="Google Shape;1549;p100">
              <a:hlinkClick r:id="" action="ppaction://noaction"/>
            </p:cNvPr>
            <p:cNvSpPr/>
            <p:nvPr/>
          </p:nvSpPr>
          <p:spPr>
            <a:xfrm>
              <a:off x="7651698" y="4287227"/>
              <a:ext cx="1023242" cy="338668"/>
            </a:xfrm>
            <a:prstGeom prst="rect">
              <a:avLst/>
            </a:prstGeom>
            <a:solidFill>
              <a:schemeClr val="accent1">
                <a:alpha val="0"/>
              </a:schemeClr>
            </a:solidFill>
            <a:ln>
              <a:noFill/>
            </a:ln>
          </p:spPr>
          <p:txBody>
            <a:bodyPr spcFirstLastPara="1" wrap="square" lIns="91425" tIns="91425" rIns="91425" bIns="91425" anchor="t" anchorCtr="0">
              <a:noAutofit/>
            </a:bodyPr>
            <a:lstStyle/>
            <a:p>
              <a:pPr marL="0" marR="0" lvl="0" indent="0" algn="ctr" rtl="0">
                <a:spcBef>
                  <a:spcPts val="0"/>
                </a:spcBef>
                <a:spcAft>
                  <a:spcPts val="0"/>
                </a:spcAft>
                <a:buNone/>
              </a:pPr>
              <a:endParaRPr sz="1800">
                <a:solidFill>
                  <a:srgbClr val="FFFFFF"/>
                </a:solidFill>
                <a:latin typeface="Century Gothic"/>
                <a:ea typeface="Century Gothic"/>
                <a:cs typeface="Century Gothic"/>
                <a:sym typeface="Century Gothic"/>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54"/>
        <p:cNvGrpSpPr/>
        <p:nvPr/>
      </p:nvGrpSpPr>
      <p:grpSpPr>
        <a:xfrm>
          <a:off x="0" y="0"/>
          <a:ext cx="0" cy="0"/>
          <a:chOff x="0" y="0"/>
          <a:chExt cx="0" cy="0"/>
        </a:xfrm>
      </p:grpSpPr>
      <p:graphicFrame>
        <p:nvGraphicFramePr>
          <p:cNvPr id="1555" name="Google Shape;1555;p101"/>
          <p:cNvGraphicFramePr/>
          <p:nvPr/>
        </p:nvGraphicFramePr>
        <p:xfrm>
          <a:off x="469899" y="789217"/>
          <a:ext cx="3000000" cy="3000000"/>
        </p:xfrm>
        <a:graphic>
          <a:graphicData uri="http://schemas.openxmlformats.org/drawingml/2006/table">
            <a:tbl>
              <a:tblPr firstRow="1" bandRow="1">
                <a:noFill/>
                <a:tableStyleId>{D098BFCB-6916-41F2-A2A5-0DF0D5139B6F}</a:tableStyleId>
              </a:tblPr>
              <a:tblGrid>
                <a:gridCol w="130325">
                  <a:extLst>
                    <a:ext uri="{9D8B030D-6E8A-4147-A177-3AD203B41FA5}">
                      <a16:colId xmlns:a16="http://schemas.microsoft.com/office/drawing/2014/main" val="20000"/>
                    </a:ext>
                  </a:extLst>
                </a:gridCol>
                <a:gridCol w="556275">
                  <a:extLst>
                    <a:ext uri="{9D8B030D-6E8A-4147-A177-3AD203B41FA5}">
                      <a16:colId xmlns:a16="http://schemas.microsoft.com/office/drawing/2014/main" val="20001"/>
                    </a:ext>
                  </a:extLst>
                </a:gridCol>
                <a:gridCol w="367500">
                  <a:extLst>
                    <a:ext uri="{9D8B030D-6E8A-4147-A177-3AD203B41FA5}">
                      <a16:colId xmlns:a16="http://schemas.microsoft.com/office/drawing/2014/main" val="20002"/>
                    </a:ext>
                  </a:extLst>
                </a:gridCol>
                <a:gridCol w="3170075">
                  <a:extLst>
                    <a:ext uri="{9D8B030D-6E8A-4147-A177-3AD203B41FA5}">
                      <a16:colId xmlns:a16="http://schemas.microsoft.com/office/drawing/2014/main" val="20003"/>
                    </a:ext>
                  </a:extLst>
                </a:gridCol>
                <a:gridCol w="3276050">
                  <a:extLst>
                    <a:ext uri="{9D8B030D-6E8A-4147-A177-3AD203B41FA5}">
                      <a16:colId xmlns:a16="http://schemas.microsoft.com/office/drawing/2014/main" val="20004"/>
                    </a:ext>
                  </a:extLst>
                </a:gridCol>
                <a:gridCol w="477150">
                  <a:extLst>
                    <a:ext uri="{9D8B030D-6E8A-4147-A177-3AD203B41FA5}">
                      <a16:colId xmlns:a16="http://schemas.microsoft.com/office/drawing/2014/main" val="20005"/>
                    </a:ext>
                  </a:extLst>
                </a:gridCol>
                <a:gridCol w="477150">
                  <a:extLst>
                    <a:ext uri="{9D8B030D-6E8A-4147-A177-3AD203B41FA5}">
                      <a16:colId xmlns:a16="http://schemas.microsoft.com/office/drawing/2014/main" val="20006"/>
                    </a:ext>
                  </a:extLst>
                </a:gridCol>
              </a:tblGrid>
              <a:tr h="180850">
                <a:tc gridSpan="3">
                  <a:txBody>
                    <a:bodyPr/>
                    <a:lstStyle/>
                    <a:p>
                      <a:pPr marL="0" marR="0" lvl="0" indent="0" algn="ctr" rtl="0">
                        <a:spcBef>
                          <a:spcPts val="0"/>
                        </a:spcBef>
                        <a:spcAft>
                          <a:spcPts val="0"/>
                        </a:spcAft>
                        <a:buNone/>
                      </a:pPr>
                      <a:r>
                        <a:rPr lang="en-GB" sz="1200" b="1">
                          <a:solidFill>
                            <a:schemeClr val="dk2"/>
                          </a:solidFill>
                        </a:rPr>
                        <a:t>Level</a:t>
                      </a:r>
                      <a:endParaRPr sz="1200" b="1">
                        <a:solidFill>
                          <a:schemeClr val="dk2"/>
                        </a:solidFill>
                      </a:endParaRPr>
                    </a:p>
                  </a:txBody>
                  <a:tcPr marL="0" marR="0" marT="0" marB="0"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hMerge="1">
                  <a:txBody>
                    <a:bodyPr/>
                    <a:lstStyle/>
                    <a:p>
                      <a:endParaRPr/>
                    </a:p>
                  </a:txBody>
                  <a:tcPr/>
                </a:tc>
                <a:tc hMerge="1">
                  <a:txBody>
                    <a:bodyPr/>
                    <a:lstStyle/>
                    <a:p>
                      <a:endParaRPr/>
                    </a:p>
                  </a:txBody>
                  <a:tcPr/>
                </a:tc>
                <a:tc gridSpan="2">
                  <a:txBody>
                    <a:bodyPr/>
                    <a:lstStyle/>
                    <a:p>
                      <a:pPr marL="0" marR="0" lvl="0" indent="0" algn="ctr" rtl="0">
                        <a:lnSpc>
                          <a:spcPct val="100000"/>
                        </a:lnSpc>
                        <a:spcBef>
                          <a:spcPts val="0"/>
                        </a:spcBef>
                        <a:spcAft>
                          <a:spcPts val="0"/>
                        </a:spcAft>
                        <a:buClr>
                          <a:schemeClr val="dk2"/>
                        </a:buClr>
                        <a:buSzPts val="1200"/>
                        <a:buFont typeface="Century Gothic"/>
                        <a:buNone/>
                      </a:pPr>
                      <a:r>
                        <a:rPr lang="en-GB" sz="1200" b="1">
                          <a:solidFill>
                            <a:schemeClr val="dk2"/>
                          </a:solidFill>
                        </a:rPr>
                        <a:t>Maturity Statement</a:t>
                      </a:r>
                      <a:endParaRPr/>
                    </a:p>
                  </a:txBody>
                  <a:tcPr marL="0" marR="0" marT="0" marB="0"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hMerge="1">
                  <a:txBody>
                    <a:bodyPr/>
                    <a:lstStyle/>
                    <a:p>
                      <a:endParaRPr/>
                    </a:p>
                  </a:txBody>
                  <a:tcPr/>
                </a:tc>
                <a:tc>
                  <a:txBody>
                    <a:bodyPr/>
                    <a:lstStyle/>
                    <a:p>
                      <a:pPr marL="0" marR="0" lvl="0" indent="0" algn="ctr" rtl="0">
                        <a:spcBef>
                          <a:spcPts val="0"/>
                        </a:spcBef>
                        <a:spcAft>
                          <a:spcPts val="0"/>
                        </a:spcAft>
                        <a:buNone/>
                      </a:pPr>
                      <a:r>
                        <a:rPr lang="en-GB" sz="800" b="1">
                          <a:solidFill>
                            <a:schemeClr val="dk2"/>
                          </a:solidFill>
                        </a:rPr>
                        <a:t>Current</a:t>
                      </a:r>
                      <a:endParaRPr sz="800" b="1">
                        <a:solidFill>
                          <a:schemeClr val="dk2"/>
                        </a:solidFill>
                      </a:endParaRPr>
                    </a:p>
                  </a:txBody>
                  <a:tcPr marL="0" marR="0" marT="0" marB="0"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a:txBody>
                    <a:bodyPr/>
                    <a:lstStyle/>
                    <a:p>
                      <a:pPr marL="0" marR="0" lvl="0" indent="0" algn="ctr" rtl="0">
                        <a:spcBef>
                          <a:spcPts val="0"/>
                        </a:spcBef>
                        <a:spcAft>
                          <a:spcPts val="0"/>
                        </a:spcAft>
                        <a:buNone/>
                      </a:pPr>
                      <a:r>
                        <a:rPr lang="en-GB" sz="800" b="1">
                          <a:solidFill>
                            <a:schemeClr val="dk2"/>
                          </a:solidFill>
                        </a:rPr>
                        <a:t>Desired</a:t>
                      </a:r>
                      <a:endParaRPr sz="800" b="1">
                        <a:solidFill>
                          <a:schemeClr val="dk2"/>
                        </a:solidFill>
                      </a:endParaRPr>
                    </a:p>
                  </a:txBody>
                  <a:tcPr marL="0" marR="0" marT="0" marB="0"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extLst>
                  <a:ext uri="{0D108BD9-81ED-4DB2-BD59-A6C34878D82A}">
                    <a16:rowId xmlns:a16="http://schemas.microsoft.com/office/drawing/2014/main" val="10000"/>
                  </a:ext>
                </a:extLst>
              </a:tr>
              <a:tr h="553500">
                <a:tc>
                  <a:txBody>
                    <a:bodyPr/>
                    <a:lstStyle/>
                    <a:p>
                      <a:pPr marL="0" marR="0" lvl="0" indent="0" algn="ctr" rtl="0">
                        <a:spcBef>
                          <a:spcPts val="0"/>
                        </a:spcBef>
                        <a:spcAft>
                          <a:spcPts val="0"/>
                        </a:spcAft>
                        <a:buNone/>
                      </a:pPr>
                      <a:endParaRPr sz="1000" b="1">
                        <a:solidFill>
                          <a:schemeClr val="lt1"/>
                        </a:solidFill>
                        <a:latin typeface="Century Gothic"/>
                        <a:ea typeface="Century Gothic"/>
                        <a:cs typeface="Century Gothic"/>
                        <a:sym typeface="Century Gothic"/>
                      </a:endParaRPr>
                    </a:p>
                  </a:txBody>
                  <a:tcPr marL="46800" marR="46800" marT="46800" marB="46800"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C06C10"/>
                    </a:solidFill>
                  </a:tcPr>
                </a:tc>
                <a:tc gridSpan="2">
                  <a:txBody>
                    <a:bodyPr/>
                    <a:lstStyle/>
                    <a:p>
                      <a:pPr marL="0" marR="0" lvl="0" indent="0" algn="ctr" rtl="0">
                        <a:lnSpc>
                          <a:spcPct val="100000"/>
                        </a:lnSpc>
                        <a:spcBef>
                          <a:spcPts val="0"/>
                        </a:spcBef>
                        <a:spcAft>
                          <a:spcPts val="0"/>
                        </a:spcAft>
                        <a:buClr>
                          <a:schemeClr val="dk2"/>
                        </a:buClr>
                        <a:buSzPts val="1000"/>
                        <a:buFont typeface="Century Gothic"/>
                        <a:buNone/>
                      </a:pPr>
                      <a:r>
                        <a:rPr lang="en-GB" sz="1000" b="1">
                          <a:solidFill>
                            <a:schemeClr val="dk2"/>
                          </a:solidFill>
                          <a:latin typeface="Century Gothic"/>
                          <a:ea typeface="Century Gothic"/>
                          <a:cs typeface="Century Gothic"/>
                          <a:sym typeface="Century Gothic"/>
                        </a:rPr>
                        <a:t>Leading</a:t>
                      </a:r>
                      <a:endParaRPr/>
                    </a:p>
                  </a:txBody>
                  <a:tcPr marL="46800" marR="46800" marT="46800" marB="46800"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hMerge="1">
                  <a:txBody>
                    <a:bodyPr/>
                    <a:lstStyle/>
                    <a:p>
                      <a:endParaRPr/>
                    </a:p>
                  </a:txBody>
                  <a:tcPr/>
                </a:tc>
                <a:tc gridSpan="2">
                  <a:txBody>
                    <a:bodyPr/>
                    <a:lstStyle/>
                    <a:p>
                      <a:pPr marL="0" marR="0" lvl="0" indent="0" algn="l" rtl="0">
                        <a:lnSpc>
                          <a:spcPct val="100000"/>
                        </a:lnSpc>
                        <a:spcBef>
                          <a:spcPts val="0"/>
                        </a:spcBef>
                        <a:spcAft>
                          <a:spcPts val="0"/>
                        </a:spcAft>
                        <a:buClr>
                          <a:schemeClr val="dk1"/>
                        </a:buClr>
                        <a:buSzPts val="800"/>
                        <a:buFont typeface="Century Gothic"/>
                        <a:buNone/>
                      </a:pPr>
                      <a:r>
                        <a:rPr lang="en-GB" sz="800" b="0">
                          <a:solidFill>
                            <a:schemeClr val="dk1"/>
                          </a:solidFill>
                          <a:latin typeface="Century Gothic"/>
                          <a:ea typeface="Century Gothic"/>
                          <a:cs typeface="Century Gothic"/>
                          <a:sym typeface="Century Gothic"/>
                        </a:rPr>
                        <a:t>Cross channel Next Best Action (NBA) based on complex churn-value analytics running automatically driven by context and real-time triggers. Defined retention strategies that are continually tested, analysed and assessed for effectiveness.  </a:t>
                      </a:r>
                      <a:endParaRPr/>
                    </a:p>
                  </a:txBody>
                  <a:tcPr marL="36000" marR="36000" marT="36000" marB="36000">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hMerge="1">
                  <a:txBody>
                    <a:bodyPr/>
                    <a:lstStyle/>
                    <a:p>
                      <a:endParaRPr/>
                    </a:p>
                  </a:txBody>
                  <a:tcPr/>
                </a:tc>
                <a:tc>
                  <a:txBody>
                    <a:bodyPr/>
                    <a:lstStyle/>
                    <a:p>
                      <a:pPr marL="0" marR="0" lvl="0" indent="0" algn="ctr" rtl="0">
                        <a:spcBef>
                          <a:spcPts val="0"/>
                        </a:spcBef>
                        <a:spcAft>
                          <a:spcPts val="0"/>
                        </a:spcAft>
                        <a:buNone/>
                      </a:pPr>
                      <a:endParaRPr sz="1400"/>
                    </a:p>
                  </a:txBody>
                  <a:tcPr marL="46800" marR="46800" marT="46800" marB="46800"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a:txBody>
                    <a:bodyPr/>
                    <a:lstStyle/>
                    <a:p>
                      <a:pPr marL="0" marR="0" lvl="0" indent="0" algn="ctr" rtl="0">
                        <a:spcBef>
                          <a:spcPts val="0"/>
                        </a:spcBef>
                        <a:spcAft>
                          <a:spcPts val="0"/>
                        </a:spcAft>
                        <a:buNone/>
                      </a:pPr>
                      <a:endParaRPr sz="1400">
                        <a:solidFill>
                          <a:schemeClr val="dk1"/>
                        </a:solidFill>
                        <a:latin typeface="Noto Sans Symbols"/>
                        <a:ea typeface="Noto Sans Symbols"/>
                        <a:cs typeface="Noto Sans Symbols"/>
                        <a:sym typeface="Noto Sans Symbols"/>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extLst>
                  <a:ext uri="{0D108BD9-81ED-4DB2-BD59-A6C34878D82A}">
                    <a16:rowId xmlns:a16="http://schemas.microsoft.com/office/drawing/2014/main" val="10001"/>
                  </a:ext>
                </a:extLst>
              </a:tr>
              <a:tr h="503725">
                <a:tc>
                  <a:txBody>
                    <a:bodyPr/>
                    <a:lstStyle/>
                    <a:p>
                      <a:pPr marL="0" marR="0" lvl="0" indent="0" algn="ctr" rtl="0">
                        <a:spcBef>
                          <a:spcPts val="0"/>
                        </a:spcBef>
                        <a:spcAft>
                          <a:spcPts val="0"/>
                        </a:spcAft>
                        <a:buNone/>
                      </a:pPr>
                      <a:endParaRPr sz="1000" b="1">
                        <a:solidFill>
                          <a:schemeClr val="lt1"/>
                        </a:solidFill>
                        <a:latin typeface="Century Gothic"/>
                        <a:ea typeface="Century Gothic"/>
                        <a:cs typeface="Century Gothic"/>
                        <a:sym typeface="Century Gothic"/>
                      </a:endParaRPr>
                    </a:p>
                  </a:txBody>
                  <a:tcPr marL="46800" marR="46800" marT="46800" marB="46800"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CF7513"/>
                    </a:solidFill>
                  </a:tcPr>
                </a:tc>
                <a:tc gridSpan="2">
                  <a:txBody>
                    <a:bodyPr/>
                    <a:lstStyle/>
                    <a:p>
                      <a:pPr marL="0" marR="0" lvl="0" indent="0" algn="ctr" rtl="0">
                        <a:lnSpc>
                          <a:spcPct val="100000"/>
                        </a:lnSpc>
                        <a:spcBef>
                          <a:spcPts val="0"/>
                        </a:spcBef>
                        <a:spcAft>
                          <a:spcPts val="0"/>
                        </a:spcAft>
                        <a:buClr>
                          <a:schemeClr val="dk2"/>
                        </a:buClr>
                        <a:buSzPts val="1000"/>
                        <a:buFont typeface="Century Gothic"/>
                        <a:buNone/>
                      </a:pPr>
                      <a:r>
                        <a:rPr lang="en-GB" sz="1000" b="1">
                          <a:solidFill>
                            <a:schemeClr val="dk2"/>
                          </a:solidFill>
                          <a:latin typeface="Century Gothic"/>
                          <a:ea typeface="Century Gothic"/>
                          <a:cs typeface="Century Gothic"/>
                          <a:sym typeface="Century Gothic"/>
                        </a:rPr>
                        <a:t>Innovating</a:t>
                      </a:r>
                      <a:endParaRPr/>
                    </a:p>
                    <a:p>
                      <a:pPr marL="0" marR="0" lvl="0" indent="0" algn="ctr" rtl="0">
                        <a:spcBef>
                          <a:spcPts val="0"/>
                        </a:spcBef>
                        <a:spcAft>
                          <a:spcPts val="0"/>
                        </a:spcAft>
                        <a:buNone/>
                      </a:pPr>
                      <a:endParaRPr sz="1000" b="1">
                        <a:solidFill>
                          <a:schemeClr val="dk2"/>
                        </a:solidFill>
                        <a:latin typeface="Century Gothic"/>
                        <a:ea typeface="Century Gothic"/>
                        <a:cs typeface="Century Gothic"/>
                        <a:sym typeface="Century Gothic"/>
                      </a:endParaRPr>
                    </a:p>
                  </a:txBody>
                  <a:tcPr marL="46800" marR="46800" marT="46800" marB="46800"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hMerge="1">
                  <a:txBody>
                    <a:bodyPr/>
                    <a:lstStyle/>
                    <a:p>
                      <a:endParaRPr/>
                    </a:p>
                  </a:txBody>
                  <a:tcPr/>
                </a:tc>
                <a:tc gridSpan="2">
                  <a:txBody>
                    <a:bodyPr/>
                    <a:lstStyle/>
                    <a:p>
                      <a:pPr marL="0" marR="0" lvl="0" indent="0" algn="l" rtl="0">
                        <a:lnSpc>
                          <a:spcPct val="100000"/>
                        </a:lnSpc>
                        <a:spcBef>
                          <a:spcPts val="0"/>
                        </a:spcBef>
                        <a:spcAft>
                          <a:spcPts val="0"/>
                        </a:spcAft>
                        <a:buClr>
                          <a:schemeClr val="dk1"/>
                        </a:buClr>
                        <a:buSzPts val="800"/>
                        <a:buFont typeface="Century Gothic"/>
                        <a:buNone/>
                      </a:pPr>
                      <a:r>
                        <a:rPr lang="en-GB" sz="800" b="0">
                          <a:solidFill>
                            <a:schemeClr val="dk1"/>
                          </a:solidFill>
                          <a:latin typeface="Century Gothic"/>
                          <a:ea typeface="Century Gothic"/>
                          <a:cs typeface="Century Gothic"/>
                          <a:sym typeface="Century Gothic"/>
                        </a:rPr>
                        <a:t>Customer, product or revenue retention campaigns executed on a daily basis using lifecycle knowledge including decline in usage, decline in product holding or reduced activity. Closed loop analysis of retention campaigns for effectiveness.</a:t>
                      </a:r>
                      <a:endParaRPr/>
                    </a:p>
                  </a:txBody>
                  <a:tcPr marL="36000" marR="36000" marT="36000" marB="36000">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hMerge="1">
                  <a:txBody>
                    <a:bodyPr/>
                    <a:lstStyle/>
                    <a:p>
                      <a:endParaRPr/>
                    </a:p>
                  </a:txBody>
                  <a:tcPr/>
                </a:tc>
                <a:tc>
                  <a:txBody>
                    <a:bodyPr/>
                    <a:lstStyle/>
                    <a:p>
                      <a:pPr marL="0" marR="0" lvl="0" indent="0" algn="ctr" rtl="0">
                        <a:spcBef>
                          <a:spcPts val="0"/>
                        </a:spcBef>
                        <a:spcAft>
                          <a:spcPts val="0"/>
                        </a:spcAft>
                        <a:buNone/>
                      </a:pPr>
                      <a:endParaRPr sz="1400"/>
                    </a:p>
                  </a:txBody>
                  <a:tcPr marL="46800" marR="46800" marT="46800" marB="46800"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400"/>
                        <a:buFont typeface="Noto Sans Symbols"/>
                        <a:buNone/>
                      </a:pPr>
                      <a:r>
                        <a:rPr lang="en-GB" sz="1400">
                          <a:solidFill>
                            <a:schemeClr val="dk1"/>
                          </a:solidFill>
                          <a:latin typeface="Noto Sans Symbols"/>
                          <a:ea typeface="Noto Sans Symbols"/>
                          <a:cs typeface="Noto Sans Symbols"/>
                          <a:sym typeface="Noto Sans Symbols"/>
                        </a:rPr>
                        <a:t>✔</a:t>
                      </a:r>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extLst>
                  <a:ext uri="{0D108BD9-81ED-4DB2-BD59-A6C34878D82A}">
                    <a16:rowId xmlns:a16="http://schemas.microsoft.com/office/drawing/2014/main" val="10002"/>
                  </a:ext>
                </a:extLst>
              </a:tr>
              <a:tr h="553500">
                <a:tc>
                  <a:txBody>
                    <a:bodyPr/>
                    <a:lstStyle/>
                    <a:p>
                      <a:pPr marL="0" marR="0" lvl="0" indent="0" algn="ctr" rtl="0">
                        <a:spcBef>
                          <a:spcPts val="0"/>
                        </a:spcBef>
                        <a:spcAft>
                          <a:spcPts val="0"/>
                        </a:spcAft>
                        <a:buNone/>
                      </a:pPr>
                      <a:endParaRPr sz="1000" b="1">
                        <a:solidFill>
                          <a:schemeClr val="lt1"/>
                        </a:solidFill>
                        <a:latin typeface="Century Gothic"/>
                        <a:ea typeface="Century Gothic"/>
                        <a:cs typeface="Century Gothic"/>
                        <a:sym typeface="Century Gothic"/>
                      </a:endParaRPr>
                    </a:p>
                  </a:txBody>
                  <a:tcPr marL="46800" marR="46800" marT="46800" marB="46800"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EC891C"/>
                    </a:solidFill>
                  </a:tcPr>
                </a:tc>
                <a:tc gridSpan="2">
                  <a:txBody>
                    <a:bodyPr/>
                    <a:lstStyle/>
                    <a:p>
                      <a:pPr marL="0" marR="0" lvl="0" indent="0" algn="ctr" rtl="0">
                        <a:lnSpc>
                          <a:spcPct val="100000"/>
                        </a:lnSpc>
                        <a:spcBef>
                          <a:spcPts val="0"/>
                        </a:spcBef>
                        <a:spcAft>
                          <a:spcPts val="0"/>
                        </a:spcAft>
                        <a:buClr>
                          <a:schemeClr val="dk2"/>
                        </a:buClr>
                        <a:buSzPts val="1000"/>
                        <a:buFont typeface="Century Gothic"/>
                        <a:buNone/>
                      </a:pPr>
                      <a:r>
                        <a:rPr lang="en-GB" sz="1000" b="1">
                          <a:solidFill>
                            <a:schemeClr val="dk2"/>
                          </a:solidFill>
                          <a:latin typeface="Century Gothic"/>
                          <a:ea typeface="Century Gothic"/>
                          <a:cs typeface="Century Gothic"/>
                          <a:sym typeface="Century Gothic"/>
                        </a:rPr>
                        <a:t>Practicing</a:t>
                      </a:r>
                      <a:endParaRPr/>
                    </a:p>
                  </a:txBody>
                  <a:tcPr marL="46800" marR="46800" marT="46800" marB="46800"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hMerge="1">
                  <a:txBody>
                    <a:bodyPr/>
                    <a:lstStyle/>
                    <a:p>
                      <a:endParaRPr/>
                    </a:p>
                  </a:txBody>
                  <a:tcPr/>
                </a:tc>
                <a:tc gridSpan="2">
                  <a:txBody>
                    <a:bodyPr/>
                    <a:lstStyle/>
                    <a:p>
                      <a:pPr marL="0" marR="0" lvl="0" indent="0" algn="l" rtl="0">
                        <a:lnSpc>
                          <a:spcPct val="100000"/>
                        </a:lnSpc>
                        <a:spcBef>
                          <a:spcPts val="0"/>
                        </a:spcBef>
                        <a:spcAft>
                          <a:spcPts val="0"/>
                        </a:spcAft>
                        <a:buClr>
                          <a:schemeClr val="dk1"/>
                        </a:buClr>
                        <a:buSzPts val="800"/>
                        <a:buFont typeface="Century Gothic"/>
                        <a:buNone/>
                      </a:pPr>
                      <a:r>
                        <a:rPr lang="en-GB" sz="800" b="0">
                          <a:solidFill>
                            <a:schemeClr val="dk1"/>
                          </a:solidFill>
                          <a:latin typeface="Century Gothic"/>
                          <a:ea typeface="Century Gothic"/>
                          <a:cs typeface="Century Gothic"/>
                          <a:sym typeface="Century Gothic"/>
                        </a:rPr>
                        <a:t>Retention platform calculates customer segmentation which is used for weekly proactive retention campaigns - based on churn scores and understanding of simple churn related events. Test and measure retention offers, treatments..</a:t>
                      </a:r>
                      <a:endParaRPr/>
                    </a:p>
                    <a:p>
                      <a:pPr marL="0" marR="0" lvl="0" indent="0" algn="l" rtl="0">
                        <a:lnSpc>
                          <a:spcPct val="100000"/>
                        </a:lnSpc>
                        <a:spcBef>
                          <a:spcPts val="0"/>
                        </a:spcBef>
                        <a:spcAft>
                          <a:spcPts val="0"/>
                        </a:spcAft>
                        <a:buClr>
                          <a:schemeClr val="dk1"/>
                        </a:buClr>
                        <a:buSzPts val="800"/>
                        <a:buFont typeface="Century Gothic"/>
                        <a:buNone/>
                      </a:pPr>
                      <a:endParaRPr sz="800" b="0">
                        <a:solidFill>
                          <a:schemeClr val="dk1"/>
                        </a:solidFill>
                        <a:latin typeface="Century Gothic"/>
                        <a:ea typeface="Century Gothic"/>
                        <a:cs typeface="Century Gothic"/>
                        <a:sym typeface="Century Gothic"/>
                      </a:endParaRPr>
                    </a:p>
                  </a:txBody>
                  <a:tcPr marL="36000" marR="36000" marT="36000" marB="36000">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hMerge="1">
                  <a:txBody>
                    <a:bodyPr/>
                    <a:lstStyle/>
                    <a:p>
                      <a:endParaRPr/>
                    </a:p>
                  </a:txBody>
                  <a:tcPr/>
                </a:tc>
                <a:tc>
                  <a:txBody>
                    <a:bodyPr/>
                    <a:lstStyle/>
                    <a:p>
                      <a:pPr marL="0" marR="0" lvl="0" indent="0" algn="ctr" rtl="0">
                        <a:lnSpc>
                          <a:spcPct val="100000"/>
                        </a:lnSpc>
                        <a:spcBef>
                          <a:spcPts val="0"/>
                        </a:spcBef>
                        <a:spcAft>
                          <a:spcPts val="0"/>
                        </a:spcAft>
                        <a:buClr>
                          <a:schemeClr val="dk1"/>
                        </a:buClr>
                        <a:buSzPts val="1400"/>
                        <a:buFont typeface="Century Gothic"/>
                        <a:buNone/>
                      </a:pPr>
                      <a:endParaRPr sz="1400">
                        <a:solidFill>
                          <a:schemeClr val="dk1"/>
                        </a:solidFill>
                        <a:latin typeface="Noto Sans Symbols"/>
                        <a:ea typeface="Noto Sans Symbols"/>
                        <a:cs typeface="Noto Sans Symbols"/>
                        <a:sym typeface="Noto Sans Symbols"/>
                      </a:endParaRPr>
                    </a:p>
                  </a:txBody>
                  <a:tcPr marL="46800" marR="46800" marT="46800" marB="46800"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a:txBody>
                    <a:bodyPr/>
                    <a:lstStyle/>
                    <a:p>
                      <a:pPr marL="0" marR="0" lvl="0" indent="0" algn="ctr" rtl="0">
                        <a:spcBef>
                          <a:spcPts val="0"/>
                        </a:spcBef>
                        <a:spcAft>
                          <a:spcPts val="0"/>
                        </a:spcAft>
                        <a:buNone/>
                      </a:pPr>
                      <a:endParaRPr sz="1400">
                        <a:solidFill>
                          <a:schemeClr val="dk1"/>
                        </a:solidFill>
                        <a:latin typeface="Noto Sans Symbols"/>
                        <a:ea typeface="Noto Sans Symbols"/>
                        <a:cs typeface="Noto Sans Symbols"/>
                        <a:sym typeface="Noto Sans Symbols"/>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extLst>
                  <a:ext uri="{0D108BD9-81ED-4DB2-BD59-A6C34878D82A}">
                    <a16:rowId xmlns:a16="http://schemas.microsoft.com/office/drawing/2014/main" val="10003"/>
                  </a:ext>
                </a:extLst>
              </a:tr>
              <a:tr h="553500">
                <a:tc>
                  <a:txBody>
                    <a:bodyPr/>
                    <a:lstStyle/>
                    <a:p>
                      <a:pPr marL="0" marR="0" lvl="0" indent="0" algn="ctr" rtl="0">
                        <a:spcBef>
                          <a:spcPts val="0"/>
                        </a:spcBef>
                        <a:spcAft>
                          <a:spcPts val="0"/>
                        </a:spcAft>
                        <a:buNone/>
                      </a:pPr>
                      <a:endParaRPr sz="1000" b="1">
                        <a:solidFill>
                          <a:schemeClr val="lt1"/>
                        </a:solidFill>
                        <a:latin typeface="Century Gothic"/>
                        <a:ea typeface="Century Gothic"/>
                        <a:cs typeface="Century Gothic"/>
                        <a:sym typeface="Century Gothic"/>
                      </a:endParaRPr>
                    </a:p>
                  </a:txBody>
                  <a:tcPr marL="46800" marR="46800" marT="46800" marB="46800"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EE9B40"/>
                    </a:solidFill>
                  </a:tcPr>
                </a:tc>
                <a:tc gridSpan="2">
                  <a:txBody>
                    <a:bodyPr/>
                    <a:lstStyle/>
                    <a:p>
                      <a:pPr marL="0" marR="0" lvl="0" indent="0" algn="ctr" rtl="0">
                        <a:lnSpc>
                          <a:spcPct val="100000"/>
                        </a:lnSpc>
                        <a:spcBef>
                          <a:spcPts val="0"/>
                        </a:spcBef>
                        <a:spcAft>
                          <a:spcPts val="0"/>
                        </a:spcAft>
                        <a:buClr>
                          <a:schemeClr val="dk2"/>
                        </a:buClr>
                        <a:buSzPts val="1000"/>
                        <a:buFont typeface="Century Gothic"/>
                        <a:buNone/>
                      </a:pPr>
                      <a:r>
                        <a:rPr lang="en-GB" sz="1000" b="1">
                          <a:solidFill>
                            <a:schemeClr val="dk2"/>
                          </a:solidFill>
                          <a:latin typeface="Century Gothic"/>
                          <a:ea typeface="Century Gothic"/>
                          <a:cs typeface="Century Gothic"/>
                          <a:sym typeface="Century Gothic"/>
                        </a:rPr>
                        <a:t>Developing</a:t>
                      </a:r>
                      <a:endParaRPr/>
                    </a:p>
                  </a:txBody>
                  <a:tcPr marL="46800" marR="46800" marT="46800" marB="46800"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hMerge="1">
                  <a:txBody>
                    <a:bodyPr/>
                    <a:lstStyle/>
                    <a:p>
                      <a:endParaRPr/>
                    </a:p>
                  </a:txBody>
                  <a:tcPr/>
                </a:tc>
                <a:tc gridSpan="2">
                  <a:txBody>
                    <a:bodyPr/>
                    <a:lstStyle/>
                    <a:p>
                      <a:pPr marL="0" marR="0" lvl="0" indent="0" algn="l" rtl="0">
                        <a:lnSpc>
                          <a:spcPct val="100000"/>
                        </a:lnSpc>
                        <a:spcBef>
                          <a:spcPts val="0"/>
                        </a:spcBef>
                        <a:spcAft>
                          <a:spcPts val="0"/>
                        </a:spcAft>
                        <a:buClr>
                          <a:schemeClr val="dk1"/>
                        </a:buClr>
                        <a:buSzPts val="800"/>
                        <a:buFont typeface="Century Gothic"/>
                        <a:buNone/>
                      </a:pPr>
                      <a:r>
                        <a:rPr lang="en-GB" sz="800" b="0">
                          <a:solidFill>
                            <a:schemeClr val="dk1"/>
                          </a:solidFill>
                          <a:latin typeface="Century Gothic"/>
                          <a:ea typeface="Century Gothic"/>
                          <a:cs typeface="Century Gothic"/>
                          <a:sym typeface="Century Gothic"/>
                        </a:rPr>
                        <a:t>Analytics used to drive the development of treatment strategies to address retention issues. Small number of retention campaigns run on monthly batch cycle.</a:t>
                      </a:r>
                      <a:endParaRPr/>
                    </a:p>
                  </a:txBody>
                  <a:tcPr marL="36000" marR="36000" marT="36000" marB="36000">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hMerge="1">
                  <a:txBody>
                    <a:bodyPr/>
                    <a:lstStyle/>
                    <a:p>
                      <a:endParaRPr/>
                    </a:p>
                  </a:txBody>
                  <a:tcPr/>
                </a:tc>
                <a:tc>
                  <a:txBody>
                    <a:bodyPr/>
                    <a:lstStyle/>
                    <a:p>
                      <a:pPr marL="0" marR="0" lvl="0" indent="0" algn="ctr" rtl="0">
                        <a:lnSpc>
                          <a:spcPct val="100000"/>
                        </a:lnSpc>
                        <a:spcBef>
                          <a:spcPts val="0"/>
                        </a:spcBef>
                        <a:spcAft>
                          <a:spcPts val="0"/>
                        </a:spcAft>
                        <a:buClr>
                          <a:schemeClr val="dk1"/>
                        </a:buClr>
                        <a:buSzPts val="1400"/>
                        <a:buFont typeface="Noto Sans Symbols"/>
                        <a:buNone/>
                      </a:pPr>
                      <a:r>
                        <a:rPr lang="en-GB" sz="1400">
                          <a:solidFill>
                            <a:schemeClr val="dk1"/>
                          </a:solidFill>
                          <a:latin typeface="Noto Sans Symbols"/>
                          <a:ea typeface="Noto Sans Symbols"/>
                          <a:cs typeface="Noto Sans Symbols"/>
                          <a:sym typeface="Noto Sans Symbols"/>
                        </a:rPr>
                        <a:t>✔</a:t>
                      </a:r>
                      <a:endParaRPr/>
                    </a:p>
                  </a:txBody>
                  <a:tcPr marL="46800" marR="46800" marT="46800" marB="46800"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a:txBody>
                    <a:bodyPr/>
                    <a:lstStyle/>
                    <a:p>
                      <a:pPr marL="0" marR="0" lvl="0" indent="0" algn="ctr" rtl="0">
                        <a:spcBef>
                          <a:spcPts val="0"/>
                        </a:spcBef>
                        <a:spcAft>
                          <a:spcPts val="0"/>
                        </a:spcAft>
                        <a:buNone/>
                      </a:pPr>
                      <a:endParaRPr sz="1400">
                        <a:solidFill>
                          <a:schemeClr val="dk1"/>
                        </a:solidFill>
                        <a:latin typeface="Noto Sans Symbols"/>
                        <a:ea typeface="Noto Sans Symbols"/>
                        <a:cs typeface="Noto Sans Symbols"/>
                        <a:sym typeface="Noto Sans Symbols"/>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extLst>
                  <a:ext uri="{0D108BD9-81ED-4DB2-BD59-A6C34878D82A}">
                    <a16:rowId xmlns:a16="http://schemas.microsoft.com/office/drawing/2014/main" val="10004"/>
                  </a:ext>
                </a:extLst>
              </a:tr>
              <a:tr h="503725">
                <a:tc>
                  <a:txBody>
                    <a:bodyPr/>
                    <a:lstStyle/>
                    <a:p>
                      <a:pPr marL="0" marR="0" lvl="0" indent="0" algn="ctr" rtl="0">
                        <a:spcBef>
                          <a:spcPts val="0"/>
                        </a:spcBef>
                        <a:spcAft>
                          <a:spcPts val="0"/>
                        </a:spcAft>
                        <a:buNone/>
                      </a:pPr>
                      <a:endParaRPr sz="1000" b="1">
                        <a:solidFill>
                          <a:schemeClr val="lt1"/>
                        </a:solidFill>
                        <a:latin typeface="Century Gothic"/>
                        <a:ea typeface="Century Gothic"/>
                        <a:cs typeface="Century Gothic"/>
                        <a:sym typeface="Century Gothic"/>
                      </a:endParaRPr>
                    </a:p>
                  </a:txBody>
                  <a:tcPr marL="46800" marR="46800" marT="46800" marB="46800"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1AE65"/>
                    </a:solidFill>
                  </a:tcPr>
                </a:tc>
                <a:tc gridSpan="2">
                  <a:txBody>
                    <a:bodyPr/>
                    <a:lstStyle/>
                    <a:p>
                      <a:pPr marL="0" marR="0" lvl="0" indent="0" algn="ctr" rtl="0">
                        <a:lnSpc>
                          <a:spcPct val="100000"/>
                        </a:lnSpc>
                        <a:spcBef>
                          <a:spcPts val="0"/>
                        </a:spcBef>
                        <a:spcAft>
                          <a:spcPts val="0"/>
                        </a:spcAft>
                        <a:buClr>
                          <a:schemeClr val="dk2"/>
                        </a:buClr>
                        <a:buSzPts val="1000"/>
                        <a:buFont typeface="Century Gothic"/>
                        <a:buNone/>
                      </a:pPr>
                      <a:r>
                        <a:rPr lang="en-GB" sz="1000" b="1">
                          <a:solidFill>
                            <a:schemeClr val="dk2"/>
                          </a:solidFill>
                          <a:latin typeface="Century Gothic"/>
                          <a:ea typeface="Century Gothic"/>
                          <a:cs typeface="Century Gothic"/>
                          <a:sym typeface="Century Gothic"/>
                        </a:rPr>
                        <a:t>Emerging</a:t>
                      </a:r>
                      <a:endParaRPr/>
                    </a:p>
                  </a:txBody>
                  <a:tcPr marL="46800" marR="46800" marT="46800" marB="46800"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hMerge="1">
                  <a:txBody>
                    <a:bodyPr/>
                    <a:lstStyle/>
                    <a:p>
                      <a:endParaRPr/>
                    </a:p>
                  </a:txBody>
                  <a:tcPr/>
                </a:tc>
                <a:tc gridSpan="2">
                  <a:txBody>
                    <a:bodyPr/>
                    <a:lstStyle/>
                    <a:p>
                      <a:pPr marL="0" marR="0" lvl="0" indent="0" algn="l" rtl="0">
                        <a:lnSpc>
                          <a:spcPct val="100000"/>
                        </a:lnSpc>
                        <a:spcBef>
                          <a:spcPts val="0"/>
                        </a:spcBef>
                        <a:spcAft>
                          <a:spcPts val="0"/>
                        </a:spcAft>
                        <a:buClr>
                          <a:schemeClr val="dk1"/>
                        </a:buClr>
                        <a:buSzPts val="800"/>
                        <a:buFont typeface="Century Gothic"/>
                        <a:buNone/>
                      </a:pPr>
                      <a:r>
                        <a:rPr lang="en-GB" sz="800" b="0">
                          <a:solidFill>
                            <a:schemeClr val="dk1"/>
                          </a:solidFill>
                          <a:latin typeface="Century Gothic"/>
                          <a:ea typeface="Century Gothic"/>
                          <a:cs typeface="Century Gothic"/>
                          <a:sym typeface="Century Gothic"/>
                        </a:rPr>
                        <a:t>Basic events and measures calculated for use in ad-hoc customer retention activity.</a:t>
                      </a:r>
                      <a:endParaRPr/>
                    </a:p>
                  </a:txBody>
                  <a:tcPr marL="36000" marR="36000" marT="36000" marB="36000">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hMerge="1">
                  <a:txBody>
                    <a:bodyPr/>
                    <a:lstStyle/>
                    <a:p>
                      <a:endParaRPr/>
                    </a:p>
                  </a:txBody>
                  <a:tcPr/>
                </a:tc>
                <a:tc>
                  <a:txBody>
                    <a:bodyPr/>
                    <a:lstStyle/>
                    <a:p>
                      <a:pPr marL="0" marR="0" lvl="0" indent="0" algn="ctr" rtl="0">
                        <a:spcBef>
                          <a:spcPts val="0"/>
                        </a:spcBef>
                        <a:spcAft>
                          <a:spcPts val="0"/>
                        </a:spcAft>
                        <a:buNone/>
                      </a:pPr>
                      <a:endParaRPr sz="1400"/>
                    </a:p>
                  </a:txBody>
                  <a:tcPr marL="46800" marR="46800" marT="46800" marB="46800"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a:txBody>
                    <a:bodyPr/>
                    <a:lstStyle/>
                    <a:p>
                      <a:pPr marL="0" marR="0" lvl="0" indent="0" algn="ctr" rtl="0">
                        <a:spcBef>
                          <a:spcPts val="0"/>
                        </a:spcBef>
                        <a:spcAft>
                          <a:spcPts val="0"/>
                        </a:spcAft>
                        <a:buNone/>
                      </a:pPr>
                      <a:endParaRPr sz="1400">
                        <a:solidFill>
                          <a:schemeClr val="dk1"/>
                        </a:solidFill>
                        <a:latin typeface="Noto Sans Symbols"/>
                        <a:ea typeface="Noto Sans Symbols"/>
                        <a:cs typeface="Noto Sans Symbols"/>
                        <a:sym typeface="Noto Sans Symbols"/>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extLst>
                  <a:ext uri="{0D108BD9-81ED-4DB2-BD59-A6C34878D82A}">
                    <a16:rowId xmlns:a16="http://schemas.microsoft.com/office/drawing/2014/main" val="10005"/>
                  </a:ext>
                </a:extLst>
              </a:tr>
              <a:tr h="178750">
                <a:tc gridSpan="3">
                  <a:txBody>
                    <a:bodyPr/>
                    <a:lstStyle/>
                    <a:p>
                      <a:pPr marL="0" marR="0" lvl="0" indent="0" algn="ctr" rtl="0">
                        <a:lnSpc>
                          <a:spcPct val="100000"/>
                        </a:lnSpc>
                        <a:spcBef>
                          <a:spcPts val="0"/>
                        </a:spcBef>
                        <a:spcAft>
                          <a:spcPts val="0"/>
                        </a:spcAft>
                        <a:buClr>
                          <a:schemeClr val="dk2"/>
                        </a:buClr>
                        <a:buSzPts val="1000"/>
                        <a:buFont typeface="Century Gothic"/>
                        <a:buNone/>
                      </a:pPr>
                      <a:r>
                        <a:rPr lang="en-GB" sz="1000" b="1">
                          <a:solidFill>
                            <a:schemeClr val="dk2"/>
                          </a:solidFill>
                        </a:rPr>
                        <a:t>Priority</a:t>
                      </a:r>
                      <a:endParaRPr/>
                    </a:p>
                  </a:txBody>
                  <a:tcPr marL="46800" marR="46800" marT="0" marB="0"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hMerge="1">
                  <a:txBody>
                    <a:bodyPr/>
                    <a:lstStyle/>
                    <a:p>
                      <a:endParaRPr/>
                    </a:p>
                  </a:txBody>
                  <a:tcPr/>
                </a:tc>
                <a:tc hMerge="1">
                  <a:txBody>
                    <a:bodyPr/>
                    <a:lstStyle/>
                    <a:p>
                      <a:endParaRPr/>
                    </a:p>
                  </a:txBody>
                  <a:tcPr/>
                </a:tc>
                <a:tc>
                  <a:txBody>
                    <a:bodyPr/>
                    <a:lstStyle/>
                    <a:p>
                      <a:pPr marL="0" marR="0" lvl="0" indent="0" algn="ctr" rtl="0">
                        <a:lnSpc>
                          <a:spcPct val="100000"/>
                        </a:lnSpc>
                        <a:spcBef>
                          <a:spcPts val="0"/>
                        </a:spcBef>
                        <a:spcAft>
                          <a:spcPts val="0"/>
                        </a:spcAft>
                        <a:buClr>
                          <a:schemeClr val="dk2"/>
                        </a:buClr>
                        <a:buSzPts val="1000"/>
                        <a:buFont typeface="Century Gothic"/>
                        <a:buNone/>
                      </a:pPr>
                      <a:r>
                        <a:rPr lang="en-GB" sz="1000" b="1">
                          <a:solidFill>
                            <a:schemeClr val="dk2"/>
                          </a:solidFill>
                          <a:latin typeface="Century Gothic"/>
                          <a:ea typeface="Century Gothic"/>
                          <a:cs typeface="Century Gothic"/>
                          <a:sym typeface="Century Gothic"/>
                        </a:rPr>
                        <a:t>Key areas for improvement</a:t>
                      </a:r>
                      <a:endParaRPr/>
                    </a:p>
                  </a:txBody>
                  <a:tcPr marL="46800" marR="46800" marT="0" marB="0"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2"/>
                        </a:buClr>
                        <a:buSzPts val="1000"/>
                        <a:buFont typeface="Century Gothic"/>
                        <a:buNone/>
                      </a:pPr>
                      <a:r>
                        <a:rPr lang="en-GB" sz="1000" b="1">
                          <a:solidFill>
                            <a:schemeClr val="dk2"/>
                          </a:solidFill>
                        </a:rPr>
                        <a:t>Benefits from uplift</a:t>
                      </a:r>
                      <a:endParaRPr sz="1000" b="1">
                        <a:solidFill>
                          <a:schemeClr val="dk2"/>
                        </a:solidFill>
                        <a:latin typeface="Century Gothic"/>
                        <a:ea typeface="Century Gothic"/>
                        <a:cs typeface="Century Gothic"/>
                        <a:sym typeface="Century Gothic"/>
                      </a:endParaRPr>
                    </a:p>
                  </a:txBody>
                  <a:tcPr marL="46800" marR="46800" marT="0" marB="0"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gridSpan="2">
                  <a:txBody>
                    <a:bodyPr/>
                    <a:lstStyle/>
                    <a:p>
                      <a:pPr marL="0" marR="0" lvl="0" indent="0" algn="ctr" rtl="0">
                        <a:spcBef>
                          <a:spcPts val="0"/>
                        </a:spcBef>
                        <a:spcAft>
                          <a:spcPts val="0"/>
                        </a:spcAft>
                        <a:buNone/>
                      </a:pPr>
                      <a:r>
                        <a:rPr lang="en-GB" sz="1000" b="1">
                          <a:solidFill>
                            <a:schemeClr val="dk2"/>
                          </a:solidFill>
                        </a:rPr>
                        <a:t>Timeframe</a:t>
                      </a:r>
                      <a:endParaRPr sz="1000" b="1">
                        <a:solidFill>
                          <a:schemeClr val="dk2"/>
                        </a:solidFill>
                      </a:endParaRPr>
                    </a:p>
                  </a:txBody>
                  <a:tcPr marL="46800" marR="46800" marT="0" marB="0"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hMerge="1">
                  <a:txBody>
                    <a:bodyPr/>
                    <a:lstStyle/>
                    <a:p>
                      <a:endParaRPr/>
                    </a:p>
                  </a:txBody>
                  <a:tcPr/>
                </a:tc>
                <a:extLst>
                  <a:ext uri="{0D108BD9-81ED-4DB2-BD59-A6C34878D82A}">
                    <a16:rowId xmlns:a16="http://schemas.microsoft.com/office/drawing/2014/main" val="10006"/>
                  </a:ext>
                </a:extLst>
              </a:tr>
              <a:tr h="243275">
                <a:tc gridSpan="2">
                  <a:txBody>
                    <a:bodyPr/>
                    <a:lstStyle/>
                    <a:p>
                      <a:pPr marL="0" marR="0" lvl="0" indent="0" algn="ctr" rtl="0">
                        <a:spcBef>
                          <a:spcPts val="0"/>
                        </a:spcBef>
                        <a:spcAft>
                          <a:spcPts val="0"/>
                        </a:spcAft>
                        <a:buNone/>
                      </a:pPr>
                      <a:r>
                        <a:rPr lang="en-GB" sz="800" b="1">
                          <a:solidFill>
                            <a:schemeClr val="dk1"/>
                          </a:solidFill>
                        </a:rPr>
                        <a:t>High</a:t>
                      </a:r>
                      <a:endParaRPr sz="800" b="1">
                        <a:solidFill>
                          <a:schemeClr val="dk1"/>
                        </a:solidFill>
                      </a:endParaRPr>
                    </a:p>
                  </a:txBody>
                  <a:tcPr marL="46800" marR="46800" marT="46800" marB="46800"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hMerge="1">
                  <a:txBody>
                    <a:bodyPr/>
                    <a:lstStyle/>
                    <a:p>
                      <a:endParaRPr/>
                    </a:p>
                  </a:txBody>
                  <a:tcPr/>
                </a:tc>
                <a:tc>
                  <a:txBody>
                    <a:bodyPr/>
                    <a:lstStyle/>
                    <a:p>
                      <a:pPr marL="0" marR="0" lvl="0" indent="0" algn="ctr" rtl="0">
                        <a:spcBef>
                          <a:spcPts val="0"/>
                        </a:spcBef>
                        <a:spcAft>
                          <a:spcPts val="0"/>
                        </a:spcAft>
                        <a:buNone/>
                      </a:pPr>
                      <a:r>
                        <a:rPr lang="en-GB" sz="1000">
                          <a:solidFill>
                            <a:schemeClr val="dk1"/>
                          </a:solidFill>
                          <a:latin typeface="Noto Sans Symbols"/>
                          <a:ea typeface="Noto Sans Symbols"/>
                          <a:cs typeface="Noto Sans Symbols"/>
                          <a:sym typeface="Noto Sans Symbols"/>
                        </a:rPr>
                        <a:t>✔</a:t>
                      </a:r>
                      <a:endParaRPr sz="1000" b="1">
                        <a:solidFill>
                          <a:schemeClr val="dk1"/>
                        </a:solidFill>
                      </a:endParaRPr>
                    </a:p>
                  </a:txBody>
                  <a:tcPr marL="46800" marR="46800" marT="46800" marB="46800"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rowSpan="3">
                  <a:txBody>
                    <a:bodyPr/>
                    <a:lstStyle/>
                    <a:p>
                      <a:pPr marL="0" marR="0" lvl="0" indent="0" algn="l" rtl="0">
                        <a:lnSpc>
                          <a:spcPct val="100000"/>
                        </a:lnSpc>
                        <a:spcBef>
                          <a:spcPts val="0"/>
                        </a:spcBef>
                        <a:spcAft>
                          <a:spcPts val="0"/>
                        </a:spcAft>
                        <a:buClr>
                          <a:schemeClr val="dk1"/>
                        </a:buClr>
                        <a:buSzPts val="800"/>
                        <a:buFont typeface="Arial"/>
                        <a:buNone/>
                      </a:pPr>
                      <a:r>
                        <a:rPr lang="en-GB" sz="800" b="0">
                          <a:solidFill>
                            <a:schemeClr val="dk1"/>
                          </a:solidFill>
                          <a:latin typeface="Century Gothic"/>
                          <a:ea typeface="Century Gothic"/>
                          <a:cs typeface="Century Gothic"/>
                          <a:sym typeface="Century Gothic"/>
                        </a:rPr>
                        <a:t>Client’s view of key areas for improvement e.g. </a:t>
                      </a:r>
                      <a:endParaRPr/>
                    </a:p>
                    <a:p>
                      <a:pPr marL="171450" marR="0" lvl="0" indent="-171450" algn="l" rtl="0">
                        <a:lnSpc>
                          <a:spcPct val="100000"/>
                        </a:lnSpc>
                        <a:spcBef>
                          <a:spcPts val="0"/>
                        </a:spcBef>
                        <a:spcAft>
                          <a:spcPts val="0"/>
                        </a:spcAft>
                        <a:buClr>
                          <a:schemeClr val="dk1"/>
                        </a:buClr>
                        <a:buSzPts val="800"/>
                        <a:buFont typeface="Arial"/>
                        <a:buChar char="•"/>
                      </a:pPr>
                      <a:r>
                        <a:rPr lang="en-GB" sz="800" b="0">
                          <a:solidFill>
                            <a:schemeClr val="dk1"/>
                          </a:solidFill>
                          <a:latin typeface="Century Gothic"/>
                          <a:ea typeface="Century Gothic"/>
                          <a:cs typeface="Century Gothic"/>
                          <a:sym typeface="Century Gothic"/>
                        </a:rPr>
                        <a:t>Analytical capability (sophistication, resourcing)</a:t>
                      </a:r>
                      <a:endParaRPr/>
                    </a:p>
                    <a:p>
                      <a:pPr marL="171450" marR="0" lvl="0" indent="-171450" algn="l" rtl="0">
                        <a:lnSpc>
                          <a:spcPct val="100000"/>
                        </a:lnSpc>
                        <a:spcBef>
                          <a:spcPts val="0"/>
                        </a:spcBef>
                        <a:spcAft>
                          <a:spcPts val="0"/>
                        </a:spcAft>
                        <a:buClr>
                          <a:schemeClr val="dk1"/>
                        </a:buClr>
                        <a:buSzPts val="800"/>
                        <a:buFont typeface="Arial"/>
                        <a:buChar char="•"/>
                      </a:pPr>
                      <a:r>
                        <a:rPr lang="en-GB" sz="800" b="0">
                          <a:solidFill>
                            <a:schemeClr val="dk1"/>
                          </a:solidFill>
                          <a:latin typeface="Century Gothic"/>
                          <a:ea typeface="Century Gothic"/>
                          <a:cs typeface="Century Gothic"/>
                          <a:sym typeface="Century Gothic"/>
                        </a:rPr>
                        <a:t>Analytical agility, time to market, automation</a:t>
                      </a:r>
                      <a:endParaRPr/>
                    </a:p>
                    <a:p>
                      <a:pPr marL="171450" marR="0" lvl="0" indent="-171450" algn="l" rtl="0">
                        <a:lnSpc>
                          <a:spcPct val="100000"/>
                        </a:lnSpc>
                        <a:spcBef>
                          <a:spcPts val="0"/>
                        </a:spcBef>
                        <a:spcAft>
                          <a:spcPts val="0"/>
                        </a:spcAft>
                        <a:buClr>
                          <a:schemeClr val="dk1"/>
                        </a:buClr>
                        <a:buSzPts val="800"/>
                        <a:buFont typeface="Arial"/>
                        <a:buChar char="•"/>
                      </a:pPr>
                      <a:r>
                        <a:rPr lang="en-GB" sz="800" b="0">
                          <a:solidFill>
                            <a:schemeClr val="dk1"/>
                          </a:solidFill>
                          <a:latin typeface="Century Gothic"/>
                          <a:ea typeface="Century Gothic"/>
                          <a:cs typeface="Century Gothic"/>
                          <a:sym typeface="Century Gothic"/>
                        </a:rPr>
                        <a:t>Data completeness, latency, extent of integration</a:t>
                      </a:r>
                      <a:endParaRPr/>
                    </a:p>
                  </a:txBody>
                  <a:tcPr marL="36000" marR="36000" marT="36000" marB="36000">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rowSpan="3">
                  <a:txBody>
                    <a:bodyPr/>
                    <a:lstStyle/>
                    <a:p>
                      <a:pPr marL="285750" marR="0" lvl="0" indent="-285750" algn="l" rtl="0">
                        <a:spcBef>
                          <a:spcPts val="0"/>
                        </a:spcBef>
                        <a:spcAft>
                          <a:spcPts val="0"/>
                        </a:spcAft>
                        <a:buClr>
                          <a:schemeClr val="dk1"/>
                        </a:buClr>
                        <a:buSzPts val="800"/>
                        <a:buFont typeface="Arial"/>
                        <a:buChar char="•"/>
                      </a:pPr>
                      <a:r>
                        <a:rPr lang="en-GB" sz="800">
                          <a:solidFill>
                            <a:schemeClr val="dk1"/>
                          </a:solidFill>
                          <a:latin typeface="Century Gothic"/>
                          <a:ea typeface="Century Gothic"/>
                          <a:cs typeface="Century Gothic"/>
                          <a:sym typeface="Century Gothic"/>
                        </a:rPr>
                        <a:t>Accurate customer count for SBP regulatory reporting
Reduced duplicate communications and offer conflicts
Complete relationship view enabling holistic customer management
Foundation for profitability, segmentation, and campaign analytics</a:t>
                      </a:r>
                      <a:endParaRPr/>
                    </a:p>
                    <a:p>
                      <a:pPr marL="285750" marR="0" lvl="0" indent="-285750" algn="l" rtl="0">
                        <a:spcBef>
                          <a:spcPts val="0"/>
                        </a:spcBef>
                        <a:spcAft>
                          <a:spcPts val="0"/>
                        </a:spcAft>
                        <a:buClr>
                          <a:schemeClr val="dk1"/>
                        </a:buClr>
                        <a:buSzPts val="800"/>
                        <a:buFont typeface="Arial"/>
                        <a:buChar char="•"/>
                      </a:pPr>
                      <a:r>
                        <a:rPr lang="en-GB" sz="800">
                          <a:solidFill>
                            <a:schemeClr val="dk1"/>
                          </a:solidFill>
                          <a:latin typeface="Century Gothic"/>
                          <a:ea typeface="Century Gothic"/>
                          <a:cs typeface="Century Gothic"/>
                          <a:sym typeface="Century Gothic"/>
                        </a:rPr>
                        <a:t>Consider how improving maturity level will impact these</a:t>
                      </a:r>
                      <a:endParaRPr/>
                    </a:p>
                    <a:p>
                      <a:pPr marL="285750" marR="0" lvl="0" indent="-285750" algn="l" rtl="0">
                        <a:spcBef>
                          <a:spcPts val="0"/>
                        </a:spcBef>
                        <a:spcAft>
                          <a:spcPts val="0"/>
                        </a:spcAft>
                        <a:buClr>
                          <a:schemeClr val="dk1"/>
                        </a:buClr>
                        <a:buSzPts val="800"/>
                        <a:buFont typeface="Arial"/>
                        <a:buChar char="•"/>
                      </a:pPr>
                      <a:r>
                        <a:rPr lang="en-GB" sz="800">
                          <a:solidFill>
                            <a:schemeClr val="dk1"/>
                          </a:solidFill>
                          <a:latin typeface="Century Gothic"/>
                          <a:ea typeface="Century Gothic"/>
                          <a:cs typeface="Century Gothic"/>
                          <a:sym typeface="Century Gothic"/>
                        </a:rPr>
                        <a:t>Balance these against client strategic priorities</a:t>
                      </a:r>
                      <a:endParaRPr sz="800">
                        <a:solidFill>
                          <a:schemeClr val="dk1"/>
                        </a:solidFill>
                        <a:latin typeface="Century Gothic"/>
                        <a:ea typeface="Century Gothic"/>
                        <a:cs typeface="Century Gothic"/>
                        <a:sym typeface="Century Gothic"/>
                      </a:endParaRPr>
                    </a:p>
                  </a:txBody>
                  <a:tcPr marL="36000" marR="36000" marT="36000" marB="36000">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rowSpan="3" gridSpan="2">
                  <a:txBody>
                    <a:bodyPr/>
                    <a:lstStyle/>
                    <a:p>
                      <a:pPr marL="0" marR="0" lvl="0" indent="0" algn="ctr" rtl="0">
                        <a:lnSpc>
                          <a:spcPct val="100000"/>
                        </a:lnSpc>
                        <a:spcBef>
                          <a:spcPts val="0"/>
                        </a:spcBef>
                        <a:spcAft>
                          <a:spcPts val="0"/>
                        </a:spcAft>
                        <a:buClr>
                          <a:schemeClr val="dk1"/>
                        </a:buClr>
                        <a:buSzPts val="800"/>
                        <a:buFont typeface="Century Gothic"/>
                        <a:buNone/>
                      </a:pPr>
                      <a:r>
                        <a:rPr lang="en-GB" sz="800" b="0">
                          <a:solidFill>
                            <a:schemeClr val="dk1"/>
                          </a:solidFill>
                        </a:rPr>
                        <a:t>2025-2027</a:t>
                      </a:r>
                      <a:endParaRPr/>
                    </a:p>
                  </a:txBody>
                  <a:tcPr marL="46800" marR="46800" marT="46800" marB="46800"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rowSpan="3" hMerge="1">
                  <a:txBody>
                    <a:bodyPr/>
                    <a:lstStyle/>
                    <a:p>
                      <a:endParaRPr/>
                    </a:p>
                  </a:txBody>
                  <a:tcPr/>
                </a:tc>
                <a:extLst>
                  <a:ext uri="{0D108BD9-81ED-4DB2-BD59-A6C34878D82A}">
                    <a16:rowId xmlns:a16="http://schemas.microsoft.com/office/drawing/2014/main" val="10007"/>
                  </a:ext>
                </a:extLst>
              </a:tr>
              <a:tr h="243275">
                <a:tc gridSpan="2">
                  <a:txBody>
                    <a:bodyPr/>
                    <a:lstStyle/>
                    <a:p>
                      <a:pPr marL="0" marR="0" lvl="0" indent="0" algn="ctr" rtl="0">
                        <a:spcBef>
                          <a:spcPts val="0"/>
                        </a:spcBef>
                        <a:spcAft>
                          <a:spcPts val="0"/>
                        </a:spcAft>
                        <a:buNone/>
                      </a:pPr>
                      <a:r>
                        <a:rPr lang="en-GB" sz="800" b="1">
                          <a:solidFill>
                            <a:schemeClr val="dk1"/>
                          </a:solidFill>
                        </a:rPr>
                        <a:t>Medium</a:t>
                      </a:r>
                      <a:endParaRPr sz="800" b="1">
                        <a:solidFill>
                          <a:schemeClr val="dk1"/>
                        </a:solidFill>
                      </a:endParaRPr>
                    </a:p>
                  </a:txBody>
                  <a:tcPr marL="46800" marR="46800" marT="46800" marB="46800"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hMerge="1">
                  <a:txBody>
                    <a:bodyPr/>
                    <a:lstStyle/>
                    <a:p>
                      <a:endParaRPr/>
                    </a:p>
                  </a:txBody>
                  <a:tcPr/>
                </a:tc>
                <a:tc>
                  <a:txBody>
                    <a:bodyPr/>
                    <a:lstStyle/>
                    <a:p>
                      <a:pPr marL="0" marR="0" lvl="0" indent="0" algn="l" rtl="0">
                        <a:spcBef>
                          <a:spcPts val="0"/>
                        </a:spcBef>
                        <a:spcAft>
                          <a:spcPts val="0"/>
                        </a:spcAft>
                        <a:buNone/>
                      </a:pPr>
                      <a:endParaRPr sz="1000"/>
                    </a:p>
                  </a:txBody>
                  <a:tcPr marL="46800" marR="46800" marT="46800" marB="46800"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vMerge="1">
                  <a:txBody>
                    <a:bodyPr/>
                    <a:lstStyle/>
                    <a:p>
                      <a:endParaRPr/>
                    </a:p>
                  </a:txBody>
                  <a:tcPr/>
                </a:tc>
                <a:tc vMerge="1">
                  <a:txBody>
                    <a:bodyPr/>
                    <a:lstStyle/>
                    <a:p>
                      <a:endParaRPr/>
                    </a:p>
                  </a:txBody>
                  <a:tcPr/>
                </a:tc>
                <a:tc gridSpan="2" vMerge="1">
                  <a:txBody>
                    <a:bodyPr/>
                    <a:lstStyle/>
                    <a:p>
                      <a:endParaRPr/>
                    </a:p>
                  </a:txBody>
                  <a:tcPr/>
                </a:tc>
                <a:tc hMerge="1" vMerge="1">
                  <a:txBody>
                    <a:bodyPr/>
                    <a:lstStyle/>
                    <a:p>
                      <a:endParaRPr/>
                    </a:p>
                  </a:txBody>
                  <a:tcPr/>
                </a:tc>
                <a:extLst>
                  <a:ext uri="{0D108BD9-81ED-4DB2-BD59-A6C34878D82A}">
                    <a16:rowId xmlns:a16="http://schemas.microsoft.com/office/drawing/2014/main" val="10008"/>
                  </a:ext>
                </a:extLst>
              </a:tr>
              <a:tr h="243275">
                <a:tc gridSpan="2">
                  <a:txBody>
                    <a:bodyPr/>
                    <a:lstStyle/>
                    <a:p>
                      <a:pPr marL="0" marR="0" lvl="0" indent="0" algn="ctr" rtl="0">
                        <a:spcBef>
                          <a:spcPts val="0"/>
                        </a:spcBef>
                        <a:spcAft>
                          <a:spcPts val="0"/>
                        </a:spcAft>
                        <a:buNone/>
                      </a:pPr>
                      <a:r>
                        <a:rPr lang="en-GB" sz="800" b="1">
                          <a:solidFill>
                            <a:schemeClr val="dk1"/>
                          </a:solidFill>
                        </a:rPr>
                        <a:t>Low</a:t>
                      </a:r>
                      <a:endParaRPr sz="800" b="1">
                        <a:solidFill>
                          <a:schemeClr val="dk1"/>
                        </a:solidFill>
                      </a:endParaRPr>
                    </a:p>
                  </a:txBody>
                  <a:tcPr marL="46800" marR="46800" marT="46800" marB="46800"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hMerge="1">
                  <a:txBody>
                    <a:bodyPr/>
                    <a:lstStyle/>
                    <a:p>
                      <a:endParaRPr/>
                    </a:p>
                  </a:txBody>
                  <a:tcPr/>
                </a:tc>
                <a:tc>
                  <a:txBody>
                    <a:bodyPr/>
                    <a:lstStyle/>
                    <a:p>
                      <a:pPr marL="0" marR="0" lvl="0" indent="0" algn="l" rtl="0">
                        <a:spcBef>
                          <a:spcPts val="0"/>
                        </a:spcBef>
                        <a:spcAft>
                          <a:spcPts val="0"/>
                        </a:spcAft>
                        <a:buNone/>
                      </a:pPr>
                      <a:endParaRPr sz="1000"/>
                    </a:p>
                  </a:txBody>
                  <a:tcPr marL="46800" marR="46800" marT="46800" marB="46800"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vMerge="1">
                  <a:txBody>
                    <a:bodyPr/>
                    <a:lstStyle/>
                    <a:p>
                      <a:endParaRPr/>
                    </a:p>
                  </a:txBody>
                  <a:tcPr/>
                </a:tc>
                <a:tc vMerge="1">
                  <a:txBody>
                    <a:bodyPr/>
                    <a:lstStyle/>
                    <a:p>
                      <a:endParaRPr/>
                    </a:p>
                  </a:txBody>
                  <a:tcPr/>
                </a:tc>
                <a:tc gridSpan="2" vMerge="1">
                  <a:txBody>
                    <a:bodyPr/>
                    <a:lstStyle/>
                    <a:p>
                      <a:endParaRPr/>
                    </a:p>
                  </a:txBody>
                  <a:tcPr/>
                </a:tc>
                <a:tc hMerge="1" vMerge="1">
                  <a:txBody>
                    <a:bodyPr/>
                    <a:lstStyle/>
                    <a:p>
                      <a:endParaRPr/>
                    </a:p>
                  </a:txBody>
                  <a:tcPr/>
                </a:tc>
                <a:extLst>
                  <a:ext uri="{0D108BD9-81ED-4DB2-BD59-A6C34878D82A}">
                    <a16:rowId xmlns:a16="http://schemas.microsoft.com/office/drawing/2014/main" val="10009"/>
                  </a:ext>
                </a:extLst>
              </a:tr>
            </a:tbl>
          </a:graphicData>
        </a:graphic>
      </p:graphicFrame>
      <p:grpSp>
        <p:nvGrpSpPr>
          <p:cNvPr id="1556" name="Google Shape;1556;p101"/>
          <p:cNvGrpSpPr/>
          <p:nvPr/>
        </p:nvGrpSpPr>
        <p:grpSpPr>
          <a:xfrm>
            <a:off x="469900" y="3828862"/>
            <a:ext cx="8455025" cy="732866"/>
            <a:chOff x="211138" y="3972860"/>
            <a:chExt cx="8713787" cy="642437"/>
          </a:xfrm>
        </p:grpSpPr>
        <p:sp>
          <p:nvSpPr>
            <p:cNvPr id="1557" name="Google Shape;1557;p101"/>
            <p:cNvSpPr/>
            <p:nvPr/>
          </p:nvSpPr>
          <p:spPr>
            <a:xfrm>
              <a:off x="211138" y="3972860"/>
              <a:ext cx="8713787" cy="642437"/>
            </a:xfrm>
            <a:prstGeom prst="rect">
              <a:avLst/>
            </a:prstGeom>
            <a:solidFill>
              <a:schemeClr val="lt1"/>
            </a:solidFill>
            <a:ln>
              <a:noFill/>
            </a:ln>
          </p:spPr>
          <p:txBody>
            <a:bodyPr spcFirstLastPara="1" wrap="square" lIns="91425" tIns="91425" rIns="91425" bIns="91425" anchor="ctr" anchorCtr="0">
              <a:noAutofit/>
            </a:bodyPr>
            <a:lstStyle/>
            <a:p>
              <a:pPr marL="0" marR="0" lvl="0" indent="0" algn="ctr" rtl="0">
                <a:spcBef>
                  <a:spcPts val="0"/>
                </a:spcBef>
                <a:spcAft>
                  <a:spcPts val="0"/>
                </a:spcAft>
                <a:buNone/>
              </a:pPr>
              <a:endParaRPr sz="1000">
                <a:solidFill>
                  <a:schemeClr val="dk1"/>
                </a:solidFill>
                <a:latin typeface="Century Gothic"/>
                <a:ea typeface="Century Gothic"/>
                <a:cs typeface="Century Gothic"/>
                <a:sym typeface="Century Gothic"/>
              </a:endParaRPr>
            </a:p>
          </p:txBody>
        </p:sp>
        <p:sp>
          <p:nvSpPr>
            <p:cNvPr id="1558" name="Google Shape;1558;p101"/>
            <p:cNvSpPr/>
            <p:nvPr/>
          </p:nvSpPr>
          <p:spPr>
            <a:xfrm>
              <a:off x="3692726" y="3982349"/>
              <a:ext cx="1753883" cy="632948"/>
            </a:xfrm>
            <a:prstGeom prst="rect">
              <a:avLst/>
            </a:prstGeom>
            <a:noFill/>
            <a:ln>
              <a:noFill/>
            </a:ln>
          </p:spPr>
          <p:txBody>
            <a:bodyPr spcFirstLastPara="1" wrap="square" lIns="91425" tIns="91425" rIns="91425" bIns="91425" anchor="ctr" anchorCtr="0">
              <a:noAutofit/>
            </a:bodyPr>
            <a:lstStyle/>
            <a:p>
              <a:pPr marL="0" marR="0" lvl="0" indent="0" algn="ctr" rtl="0">
                <a:spcBef>
                  <a:spcPts val="0"/>
                </a:spcBef>
                <a:spcAft>
                  <a:spcPts val="0"/>
                </a:spcAft>
                <a:buNone/>
              </a:pPr>
              <a:r>
                <a:rPr lang="en-GB" sz="800">
                  <a:solidFill>
                    <a:schemeClr val="dk1"/>
                  </a:solidFill>
                  <a:latin typeface="Century Gothic"/>
                  <a:ea typeface="Century Gothic"/>
                  <a:cs typeface="Century Gothic"/>
                  <a:sym typeface="Century Gothic"/>
                </a:rPr>
                <a:t>For use in Maturity Assessment &amp; Roadmap Engagements</a:t>
              </a:r>
              <a:endParaRPr/>
            </a:p>
          </p:txBody>
        </p:sp>
      </p:grpSp>
      <p:grpSp>
        <p:nvGrpSpPr>
          <p:cNvPr id="1559" name="Google Shape;1559;p101"/>
          <p:cNvGrpSpPr/>
          <p:nvPr/>
        </p:nvGrpSpPr>
        <p:grpSpPr>
          <a:xfrm>
            <a:off x="7971865" y="980278"/>
            <a:ext cx="949325" cy="2867825"/>
            <a:chOff x="7941888" y="1062037"/>
            <a:chExt cx="983037" cy="2695575"/>
          </a:xfrm>
        </p:grpSpPr>
        <p:sp>
          <p:nvSpPr>
            <p:cNvPr id="1560" name="Google Shape;1560;p101"/>
            <p:cNvSpPr/>
            <p:nvPr/>
          </p:nvSpPr>
          <p:spPr>
            <a:xfrm>
              <a:off x="7941889" y="1062037"/>
              <a:ext cx="983036" cy="2695575"/>
            </a:xfrm>
            <a:prstGeom prst="rect">
              <a:avLst/>
            </a:prstGeom>
            <a:solidFill>
              <a:schemeClr val="lt1"/>
            </a:solidFill>
            <a:ln>
              <a:noFill/>
            </a:ln>
          </p:spPr>
          <p:txBody>
            <a:bodyPr spcFirstLastPara="1" wrap="square" lIns="91425" tIns="91425" rIns="91425" bIns="91425" anchor="ctr" anchorCtr="0">
              <a:noAutofit/>
            </a:bodyPr>
            <a:lstStyle/>
            <a:p>
              <a:pPr marL="0" marR="0" lvl="0" indent="0" algn="ctr" rtl="0">
                <a:spcBef>
                  <a:spcPts val="0"/>
                </a:spcBef>
                <a:spcAft>
                  <a:spcPts val="0"/>
                </a:spcAft>
                <a:buNone/>
              </a:pPr>
              <a:endParaRPr sz="1000">
                <a:solidFill>
                  <a:schemeClr val="dk1"/>
                </a:solidFill>
                <a:latin typeface="Century Gothic"/>
                <a:ea typeface="Century Gothic"/>
                <a:cs typeface="Century Gothic"/>
                <a:sym typeface="Century Gothic"/>
              </a:endParaRPr>
            </a:p>
          </p:txBody>
        </p:sp>
        <p:sp>
          <p:nvSpPr>
            <p:cNvPr id="1561" name="Google Shape;1561;p101"/>
            <p:cNvSpPr/>
            <p:nvPr/>
          </p:nvSpPr>
          <p:spPr>
            <a:xfrm>
              <a:off x="7941888" y="2052586"/>
              <a:ext cx="983037" cy="714476"/>
            </a:xfrm>
            <a:prstGeom prst="rect">
              <a:avLst/>
            </a:prstGeom>
            <a:noFill/>
            <a:ln>
              <a:noFill/>
            </a:ln>
          </p:spPr>
          <p:txBody>
            <a:bodyPr spcFirstLastPara="1" wrap="square" lIns="91425" tIns="91425" rIns="91425" bIns="91425" anchor="ctr" anchorCtr="0">
              <a:noAutofit/>
            </a:bodyPr>
            <a:lstStyle/>
            <a:p>
              <a:pPr marL="0" marR="0" lvl="0" indent="0" algn="ctr" rtl="0">
                <a:spcBef>
                  <a:spcPts val="0"/>
                </a:spcBef>
                <a:spcAft>
                  <a:spcPts val="0"/>
                </a:spcAft>
                <a:buNone/>
              </a:pPr>
              <a:r>
                <a:rPr lang="en-GB" sz="800">
                  <a:solidFill>
                    <a:schemeClr val="dk1"/>
                  </a:solidFill>
                  <a:latin typeface="Century Gothic"/>
                  <a:ea typeface="Century Gothic"/>
                  <a:cs typeface="Century Gothic"/>
                  <a:sym typeface="Century Gothic"/>
                </a:rPr>
                <a:t>For use in Maturity Assessment &amp; Roadmap</a:t>
              </a:r>
              <a:endParaRPr/>
            </a:p>
            <a:p>
              <a:pPr marL="0" marR="0" lvl="0" indent="0" algn="ctr" rtl="0">
                <a:spcBef>
                  <a:spcPts val="0"/>
                </a:spcBef>
                <a:spcAft>
                  <a:spcPts val="0"/>
                </a:spcAft>
                <a:buNone/>
              </a:pPr>
              <a:r>
                <a:rPr lang="en-GB" sz="800">
                  <a:solidFill>
                    <a:schemeClr val="dk1"/>
                  </a:solidFill>
                  <a:latin typeface="Century Gothic"/>
                  <a:ea typeface="Century Gothic"/>
                  <a:cs typeface="Century Gothic"/>
                  <a:sym typeface="Century Gothic"/>
                </a:rPr>
                <a:t>Engagements</a:t>
              </a:r>
              <a:endParaRPr/>
            </a:p>
          </p:txBody>
        </p:sp>
      </p:grpSp>
      <p:sp>
        <p:nvSpPr>
          <p:cNvPr id="1562" name="Google Shape;1562;p101"/>
          <p:cNvSpPr txBox="1">
            <a:spLocks noGrp="1"/>
          </p:cNvSpPr>
          <p:nvPr>
            <p:ph type="title"/>
          </p:nvPr>
        </p:nvSpPr>
        <p:spPr>
          <a:xfrm>
            <a:off x="381000" y="296096"/>
            <a:ext cx="8543925" cy="360308"/>
          </a:xfrm>
          <a:prstGeom prst="rect">
            <a:avLst/>
          </a:prstGeom>
          <a:noFill/>
          <a:ln>
            <a:noFill/>
          </a:ln>
        </p:spPr>
        <p:txBody>
          <a:bodyPr spcFirstLastPara="1" wrap="square" lIns="90000" tIns="0" rIns="0" bIns="0" anchor="ctr" anchorCtr="0">
            <a:noAutofit/>
          </a:bodyPr>
          <a:lstStyle/>
          <a:p>
            <a:pPr marL="0" lvl="0" indent="0" algn="l" rtl="0">
              <a:lnSpc>
                <a:spcPct val="95000"/>
              </a:lnSpc>
              <a:spcBef>
                <a:spcPts val="0"/>
              </a:spcBef>
              <a:spcAft>
                <a:spcPts val="0"/>
              </a:spcAft>
              <a:buClr>
                <a:schemeClr val="accent1"/>
              </a:buClr>
              <a:buSzPts val="2200"/>
              <a:buFont typeface="Century Gothic"/>
              <a:buNone/>
            </a:pPr>
            <a:r>
              <a:rPr lang="en-GB"/>
              <a:t>Customer Retention</a:t>
            </a:r>
            <a:endParaRPr>
              <a:solidFill>
                <a:schemeClr val="accent6"/>
              </a:solidFill>
            </a:endParaRPr>
          </a:p>
        </p:txBody>
      </p:sp>
      <p:sp>
        <p:nvSpPr>
          <p:cNvPr id="1563" name="Google Shape;1563;p101">
            <a:hlinkClick r:id="rId3" action="ppaction://hlinksldjump"/>
          </p:cNvPr>
          <p:cNvSpPr/>
          <p:nvPr/>
        </p:nvSpPr>
        <p:spPr>
          <a:xfrm>
            <a:off x="6515100" y="-196501"/>
            <a:ext cx="2777392" cy="378533"/>
          </a:xfrm>
          <a:prstGeom prst="roundRect">
            <a:avLst>
              <a:gd name="adj" fmla="val 50000"/>
            </a:avLst>
          </a:prstGeom>
          <a:solidFill>
            <a:schemeClr val="accent4"/>
          </a:solidFill>
          <a:ln>
            <a:noFill/>
          </a:ln>
        </p:spPr>
        <p:txBody>
          <a:bodyPr spcFirstLastPara="1" wrap="square" lIns="36000" tIns="180000" rIns="180000" bIns="0" anchor="ctr" anchorCtr="0">
            <a:noAutofit/>
          </a:bodyPr>
          <a:lstStyle/>
          <a:p>
            <a:pPr marL="0" marR="0" lvl="0" indent="0" algn="ctr" rtl="0">
              <a:spcBef>
                <a:spcPts val="0"/>
              </a:spcBef>
              <a:spcAft>
                <a:spcPts val="0"/>
              </a:spcAft>
              <a:buNone/>
            </a:pPr>
            <a:r>
              <a:rPr lang="en-GB" sz="750">
                <a:solidFill>
                  <a:schemeClr val="lt1"/>
                </a:solidFill>
                <a:latin typeface="Century Gothic"/>
                <a:ea typeface="Century Gothic"/>
                <a:cs typeface="Century Gothic"/>
                <a:sym typeface="Century Gothic"/>
              </a:rPr>
              <a:t>   Customer Lifecycle Management</a:t>
            </a:r>
            <a:endParaRPr sz="750">
              <a:solidFill>
                <a:schemeClr val="lt1"/>
              </a:solidFill>
              <a:latin typeface="Century Gothic"/>
              <a:ea typeface="Century Gothic"/>
              <a:cs typeface="Century Gothic"/>
              <a:sym typeface="Century Gothic"/>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68"/>
        <p:cNvGrpSpPr/>
        <p:nvPr/>
      </p:nvGrpSpPr>
      <p:grpSpPr>
        <a:xfrm>
          <a:off x="0" y="0"/>
          <a:ext cx="0" cy="0"/>
          <a:chOff x="0" y="0"/>
          <a:chExt cx="0" cy="0"/>
        </a:xfrm>
      </p:grpSpPr>
      <p:cxnSp>
        <p:nvCxnSpPr>
          <p:cNvPr id="1569" name="Google Shape;1569;p102"/>
          <p:cNvCxnSpPr/>
          <p:nvPr/>
        </p:nvCxnSpPr>
        <p:spPr>
          <a:xfrm>
            <a:off x="4665503" y="858364"/>
            <a:ext cx="3239" cy="3906719"/>
          </a:xfrm>
          <a:prstGeom prst="straightConnector1">
            <a:avLst/>
          </a:prstGeom>
          <a:noFill/>
          <a:ln w="12700" cap="flat" cmpd="sng">
            <a:solidFill>
              <a:schemeClr val="lt2"/>
            </a:solidFill>
            <a:prstDash val="solid"/>
            <a:round/>
            <a:headEnd type="none" w="sm" len="sm"/>
            <a:tailEnd type="none" w="sm" len="sm"/>
          </a:ln>
        </p:spPr>
      </p:cxnSp>
      <p:sp>
        <p:nvSpPr>
          <p:cNvPr id="1570" name="Google Shape;1570;p102"/>
          <p:cNvSpPr txBox="1">
            <a:spLocks noGrp="1"/>
          </p:cNvSpPr>
          <p:nvPr>
            <p:ph type="title"/>
          </p:nvPr>
        </p:nvSpPr>
        <p:spPr>
          <a:xfrm>
            <a:off x="381000" y="285750"/>
            <a:ext cx="8543925" cy="381000"/>
          </a:xfrm>
          <a:prstGeom prst="rect">
            <a:avLst/>
          </a:prstGeom>
          <a:noFill/>
          <a:ln>
            <a:noFill/>
          </a:ln>
        </p:spPr>
        <p:txBody>
          <a:bodyPr spcFirstLastPara="1" wrap="square" lIns="90000" tIns="0" rIns="0" bIns="0" anchor="ctr" anchorCtr="0">
            <a:noAutofit/>
          </a:bodyPr>
          <a:lstStyle/>
          <a:p>
            <a:pPr marL="0" lvl="0" indent="0" algn="l" rtl="0">
              <a:lnSpc>
                <a:spcPct val="95000"/>
              </a:lnSpc>
              <a:spcBef>
                <a:spcPts val="0"/>
              </a:spcBef>
              <a:spcAft>
                <a:spcPts val="0"/>
              </a:spcAft>
              <a:buClr>
                <a:schemeClr val="accent1"/>
              </a:buClr>
              <a:buSzPts val="2200"/>
              <a:buFont typeface="Century Gothic"/>
              <a:buNone/>
            </a:pPr>
            <a:r>
              <a:rPr lang="en-GB"/>
              <a:t>Customer Churn</a:t>
            </a:r>
            <a:endParaRPr sz="1600"/>
          </a:p>
        </p:txBody>
      </p:sp>
      <p:graphicFrame>
        <p:nvGraphicFramePr>
          <p:cNvPr id="1571" name="Google Shape;1571;p102"/>
          <p:cNvGraphicFramePr/>
          <p:nvPr/>
        </p:nvGraphicFramePr>
        <p:xfrm>
          <a:off x="483329" y="895350"/>
          <a:ext cx="8508300" cy="7912220"/>
        </p:xfrm>
        <a:graphic>
          <a:graphicData uri="http://schemas.openxmlformats.org/drawingml/2006/table">
            <a:tbl>
              <a:tblPr firstRow="1" bandRow="1">
                <a:noFill/>
                <a:tableStyleId>{D098BFCB-6916-41F2-A2A5-0DF0D5139B6F}</a:tableStyleId>
              </a:tblPr>
              <a:tblGrid>
                <a:gridCol w="4166250">
                  <a:extLst>
                    <a:ext uri="{9D8B030D-6E8A-4147-A177-3AD203B41FA5}">
                      <a16:colId xmlns:a16="http://schemas.microsoft.com/office/drawing/2014/main" val="20000"/>
                    </a:ext>
                  </a:extLst>
                </a:gridCol>
                <a:gridCol w="175800">
                  <a:extLst>
                    <a:ext uri="{9D8B030D-6E8A-4147-A177-3AD203B41FA5}">
                      <a16:colId xmlns:a16="http://schemas.microsoft.com/office/drawing/2014/main" val="20001"/>
                    </a:ext>
                  </a:extLst>
                </a:gridCol>
                <a:gridCol w="4166250">
                  <a:extLst>
                    <a:ext uri="{9D8B030D-6E8A-4147-A177-3AD203B41FA5}">
                      <a16:colId xmlns:a16="http://schemas.microsoft.com/office/drawing/2014/main" val="20002"/>
                    </a:ext>
                  </a:extLst>
                </a:gridCol>
              </a:tblGrid>
              <a:tr h="216000">
                <a:tc>
                  <a:txBody>
                    <a:bodyPr/>
                    <a:lstStyle/>
                    <a:p>
                      <a:pPr marL="0" marR="0" lvl="0" indent="0" algn="l" rtl="0">
                        <a:spcBef>
                          <a:spcPts val="0"/>
                        </a:spcBef>
                        <a:spcAft>
                          <a:spcPts val="0"/>
                        </a:spcAft>
                        <a:buNone/>
                      </a:pPr>
                      <a:r>
                        <a:rPr lang="en-GB" sz="1400" b="1">
                          <a:solidFill>
                            <a:schemeClr val="dk2"/>
                          </a:solidFill>
                        </a:rPr>
                        <a:t>Business Objectives</a:t>
                      </a:r>
                      <a:endParaRPr sz="1400" b="1">
                        <a:solidFill>
                          <a:schemeClr val="dk2"/>
                        </a:solidFill>
                      </a:endParaRPr>
                    </a:p>
                  </a:txBody>
                  <a:tcPr marL="46800" marR="46800" marT="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rowSpan="2">
                  <a:txBody>
                    <a:bodyPr/>
                    <a:lstStyle/>
                    <a:p>
                      <a:pPr marL="0" marR="0" lvl="0" indent="0" algn="l" rtl="0">
                        <a:lnSpc>
                          <a:spcPct val="100000"/>
                        </a:lnSpc>
                        <a:spcBef>
                          <a:spcPts val="0"/>
                        </a:spcBef>
                        <a:spcAft>
                          <a:spcPts val="0"/>
                        </a:spcAft>
                        <a:buClr>
                          <a:schemeClr val="dk1"/>
                        </a:buClr>
                        <a:buSzPts val="1600"/>
                        <a:buFont typeface="Century Gothic"/>
                        <a:buNone/>
                      </a:pPr>
                      <a:endParaRPr sz="1600" b="1">
                        <a:solidFill>
                          <a:schemeClr val="accent6"/>
                        </a:solidFill>
                      </a:endParaRPr>
                    </a:p>
                  </a:txBody>
                  <a:tcPr marL="46800" marR="46800" marT="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rowSpan="2">
                  <a:txBody>
                    <a:bodyPr/>
                    <a:lstStyle/>
                    <a:p>
                      <a:pPr marL="0" marR="0" lvl="0" indent="0" algn="l" rtl="0">
                        <a:lnSpc>
                          <a:spcPct val="100000"/>
                        </a:lnSpc>
                        <a:spcBef>
                          <a:spcPts val="0"/>
                        </a:spcBef>
                        <a:spcAft>
                          <a:spcPts val="0"/>
                        </a:spcAft>
                        <a:buClr>
                          <a:schemeClr val="dk1"/>
                        </a:buClr>
                        <a:buSzPts val="1600"/>
                        <a:buFont typeface="Century Gothic"/>
                        <a:buNone/>
                      </a:pPr>
                      <a:endParaRPr sz="1600" b="1">
                        <a:solidFill>
                          <a:schemeClr val="accent6"/>
                        </a:solidFill>
                      </a:endParaRPr>
                    </a:p>
                  </a:txBody>
                  <a:tcPr marL="46800" marR="46800" marT="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1636575">
                <a:tc>
                  <a:txBody>
                    <a:bodyPr/>
                    <a:lstStyle/>
                    <a:p>
                      <a:pPr marL="0" marR="0" lvl="0" indent="0" algn="l" rtl="0">
                        <a:lnSpc>
                          <a:spcPct val="100000"/>
                        </a:lnSpc>
                        <a:spcBef>
                          <a:spcPts val="0"/>
                        </a:spcBef>
                        <a:spcAft>
                          <a:spcPts val="0"/>
                        </a:spcAft>
                        <a:buClr>
                          <a:srgbClr val="3C3C3B"/>
                        </a:buClr>
                        <a:buSzPts val="900"/>
                        <a:buFont typeface="Arial"/>
                        <a:buNone/>
                      </a:pPr>
                      <a:r>
                        <a:rPr lang="en-GB" sz="900" b="1">
                          <a:solidFill>
                            <a:schemeClr val="dk1"/>
                          </a:solidFill>
                        </a:rPr>
                        <a:t>Predict customers who are likely to churn and react to potential churn events</a:t>
                      </a:r>
                      <a:endParaRPr sz="900">
                        <a:solidFill>
                          <a:srgbClr val="3C3C3B"/>
                        </a:solidFill>
                      </a:endParaRPr>
                    </a:p>
                    <a:p>
                      <a:pPr marL="119063" marR="0" lvl="0" indent="-119063" algn="l" rtl="0">
                        <a:spcBef>
                          <a:spcPts val="300"/>
                        </a:spcBef>
                        <a:spcAft>
                          <a:spcPts val="0"/>
                        </a:spcAft>
                        <a:buClr>
                          <a:srgbClr val="3C3C3B"/>
                        </a:buClr>
                        <a:buSzPts val="900"/>
                        <a:buFont typeface="Arial"/>
                        <a:buChar char="•"/>
                      </a:pPr>
                      <a:r>
                        <a:rPr lang="en-GB" sz="900">
                          <a:solidFill>
                            <a:srgbClr val="3C3C3B"/>
                          </a:solidFill>
                        </a:rPr>
                        <a:t>Leverage data and analytics to differentiate and model different kinds of customer, product or usage attrition / churn.</a:t>
                      </a:r>
                      <a:endParaRPr sz="900">
                        <a:solidFill>
                          <a:srgbClr val="3C3C3B"/>
                        </a:solidFill>
                      </a:endParaRPr>
                    </a:p>
                    <a:p>
                      <a:pPr marL="119063" marR="0" lvl="0" indent="-119063" algn="l" rtl="0">
                        <a:spcBef>
                          <a:spcPts val="300"/>
                        </a:spcBef>
                        <a:spcAft>
                          <a:spcPts val="0"/>
                        </a:spcAft>
                        <a:buClr>
                          <a:srgbClr val="3C3C3B"/>
                        </a:buClr>
                        <a:buSzPts val="900"/>
                        <a:buFont typeface="Arial"/>
                        <a:buChar char="•"/>
                      </a:pPr>
                      <a:r>
                        <a:rPr lang="en-GB" sz="900">
                          <a:solidFill>
                            <a:srgbClr val="3C3C3B"/>
                          </a:solidFill>
                        </a:rPr>
                        <a:t>Integrating customer interaction and behaviour data across different channels and contact points along the different journeys ending in a churn event plus customer profile, to build insights into customer churn causes and predict individual events based on historic data and contextual triggers.</a:t>
                      </a:r>
                      <a:endParaRPr sz="1000">
                        <a:solidFill>
                          <a:srgbClr val="3C3C3B"/>
                        </a:solidFill>
                      </a:endParaRPr>
                    </a:p>
                    <a:p>
                      <a:pPr marL="119063" marR="0" lvl="0" indent="-119063" algn="l" rtl="0">
                        <a:spcBef>
                          <a:spcPts val="300"/>
                        </a:spcBef>
                        <a:spcAft>
                          <a:spcPts val="0"/>
                        </a:spcAft>
                        <a:buClr>
                          <a:srgbClr val="3C3C3B"/>
                        </a:buClr>
                        <a:buSzPts val="900"/>
                        <a:buFont typeface="Arial"/>
                        <a:buChar char="•"/>
                      </a:pPr>
                      <a:r>
                        <a:rPr lang="en-GB" sz="900">
                          <a:solidFill>
                            <a:srgbClr val="3C3C3B"/>
                          </a:solidFill>
                        </a:rPr>
                        <a:t>Predict salary account churn 30-60 days in advance via transaction pattern shifts and contact points along the different journeys ending in a churn event plus customer profile, to build insights into customer churn causes and predict individual events based on historic data and contextual triggers.</a:t>
                      </a:r>
                      <a:endParaRPr sz="1000">
                        <a:solidFill>
                          <a:srgbClr val="3C3C3B"/>
                        </a:solidFill>
                      </a:endParaRPr>
                    </a:p>
                    <a:p>
                      <a:pPr marL="119063" marR="0" lvl="0" indent="-119063" algn="l" rtl="0">
                        <a:spcBef>
                          <a:spcPts val="300"/>
                        </a:spcBef>
                        <a:spcAft>
                          <a:spcPts val="0"/>
                        </a:spcAft>
                        <a:buClr>
                          <a:srgbClr val="3C3C3B"/>
                        </a:buClr>
                        <a:buSzPts val="900"/>
                        <a:buFont typeface="Arial"/>
                        <a:buChar char="•"/>
                      </a:pPr>
                      <a:r>
                        <a:rPr lang="en-GB" sz="900">
                          <a:solidFill>
                            <a:srgbClr val="3C3C3B"/>
                          </a:solidFill>
                        </a:rPr>
                        <a:t>Differentiate: full exit vs. balance migration vs. product downgrade vs. dormancy and contact points along the different journeys ending in a churn event plus customer profile, to build insights into customer churn causes and predict individual events based on historic data and contextual triggers.</a:t>
                      </a:r>
                      <a:endParaRPr sz="1000">
                        <a:solidFill>
                          <a:srgbClr val="3C3C3B"/>
                        </a:solidFill>
                      </a:endParaRPr>
                    </a:p>
                    <a:p>
                      <a:pPr marL="119063" marR="0" lvl="0" indent="-119063" algn="l" rtl="0">
                        <a:spcBef>
                          <a:spcPts val="300"/>
                        </a:spcBef>
                        <a:spcAft>
                          <a:spcPts val="0"/>
                        </a:spcAft>
                        <a:buClr>
                          <a:srgbClr val="3C3C3B"/>
                        </a:buClr>
                        <a:buSzPts val="900"/>
                        <a:buFont typeface="Arial"/>
                        <a:buChar char="•"/>
                      </a:pPr>
                      <a:r>
                        <a:rPr lang="en-GB" sz="900">
                          <a:solidFill>
                            <a:srgbClr val="3C3C3B"/>
                          </a:solidFill>
                        </a:rPr>
                        <a:t>Model fintech churn (SadaPay, NayaPay, digital banks) separately from traditional switching and contact points along the different journeys ending in a churn event plus customer profile, to build insights into customer churn causes and predict individual events based on historic data and contextual triggers.</a:t>
                      </a:r>
                      <a:endParaRPr sz="1000">
                        <a:solidFill>
                          <a:srgbClr val="3C3C3B"/>
                        </a:solidFill>
                      </a:endParaRPr>
                    </a:p>
                    <a:p>
                      <a:pPr marL="119063" marR="0" lvl="0" indent="-119063" algn="l" rtl="0">
                        <a:spcBef>
                          <a:spcPts val="300"/>
                        </a:spcBef>
                        <a:spcAft>
                          <a:spcPts val="0"/>
                        </a:spcAft>
                        <a:buClr>
                          <a:srgbClr val="3C3C3B"/>
                        </a:buClr>
                        <a:buSzPts val="900"/>
                        <a:buFont typeface="Arial"/>
                        <a:buChar char="•"/>
                      </a:pPr>
                      <a:r>
                        <a:rPr lang="en-GB" sz="900">
                          <a:solidFill>
                            <a:srgbClr val="3C3C3B"/>
                          </a:solidFill>
                        </a:rPr>
                        <a:t>Detect Pakistan-specific signals: salary redirect, NSS purchases, reduced RAAST usage and contact points along the different journeys ending in a churn event plus customer profile, to build insights into customer churn causes and predict individual events based on historic data and contextual triggers.</a:t>
                      </a:r>
                      <a:endParaRPr sz="1000">
                        <a:solidFill>
                          <a:srgbClr val="3C3C3B"/>
                        </a:solidFill>
                      </a:endParaRPr>
                    </a:p>
                  </a:txBody>
                  <a:tcPr marL="46800" marR="4680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vMerge="1">
                  <a:txBody>
                    <a:bodyPr/>
                    <a:lstStyle/>
                    <a:p>
                      <a:endParaRPr/>
                    </a:p>
                  </a:txBody>
                  <a:tcPr/>
                </a:tc>
                <a:tc vMerge="1">
                  <a:txBody>
                    <a:bodyPr/>
                    <a:lstStyle/>
                    <a:p>
                      <a:endParaRPr/>
                    </a:p>
                  </a:txBody>
                  <a:tcPr/>
                </a:tc>
                <a:extLst>
                  <a:ext uri="{0D108BD9-81ED-4DB2-BD59-A6C34878D82A}">
                    <a16:rowId xmlns:a16="http://schemas.microsoft.com/office/drawing/2014/main" val="10001"/>
                  </a:ext>
                </a:extLst>
              </a:tr>
              <a:tr h="216000">
                <a:tc>
                  <a:txBody>
                    <a:bodyPr/>
                    <a:lstStyle/>
                    <a:p>
                      <a:pPr marL="0" marR="0" lvl="0" indent="0" algn="l" rtl="0">
                        <a:spcBef>
                          <a:spcPts val="0"/>
                        </a:spcBef>
                        <a:spcAft>
                          <a:spcPts val="0"/>
                        </a:spcAft>
                        <a:buNone/>
                      </a:pPr>
                      <a:r>
                        <a:rPr lang="en-GB" sz="1400" b="1">
                          <a:solidFill>
                            <a:schemeClr val="dk2"/>
                          </a:solidFill>
                          <a:latin typeface="Century Gothic"/>
                          <a:ea typeface="Century Gothic"/>
                          <a:cs typeface="Century Gothic"/>
                          <a:sym typeface="Century Gothic"/>
                        </a:rPr>
                        <a:t>Data &amp; Solution</a:t>
                      </a:r>
                      <a:endParaRPr sz="1400" b="1">
                        <a:solidFill>
                          <a:schemeClr val="dk2"/>
                        </a:solidFill>
                        <a:latin typeface="Century Gothic"/>
                        <a:ea typeface="Century Gothic"/>
                        <a:cs typeface="Century Gothic"/>
                        <a:sym typeface="Century Gothic"/>
                      </a:endParaRPr>
                    </a:p>
                    <a:p>
                      <a:r>
                        <a:rPr sz="800" b="1">
                          <a:solidFill>
                            <a:srgbClr val="006699"/>
                          </a:solidFill>
                        </a:rPr>
                        <a:t>FSDM: Customer_Journey, Interaction_Event, Channel_Session, Service_Request, Process_Step, Wait_Time_Metric</a:t>
                      </a:r>
                    </a:p>
                    <a:p>
                      <a:r>
                        <a:rPr sz="800" i="1">
                          <a:solidFill>
                            <a:srgbClr val="008040"/>
                          </a:solidFill>
                        </a:rPr>
                        <a:t>Pakistan: Branch queue management, ATM uptime correlation, mobile app crash analytics, RAAST transaction experience, complaint resolution SLA tracking per SBP guidelines</a:t>
                      </a:r>
                    </a:p>
                  </a:txBody>
                  <a:tcPr marL="46800" marR="46800" marT="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400"/>
                        <a:buFont typeface="Century Gothic"/>
                        <a:buNone/>
                      </a:pPr>
                      <a:endParaRPr sz="1400" b="1">
                        <a:solidFill>
                          <a:schemeClr val="dk2"/>
                        </a:solidFill>
                        <a:latin typeface="Century Gothic"/>
                        <a:ea typeface="Century Gothic"/>
                        <a:cs typeface="Century Gothic"/>
                        <a:sym typeface="Century Gothic"/>
                      </a:endParaRPr>
                    </a:p>
                  </a:txBody>
                  <a:tcPr marL="46800" marR="46800" marT="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2"/>
                        </a:buClr>
                        <a:buSzPts val="1400"/>
                        <a:buFont typeface="Century Gothic"/>
                        <a:buNone/>
                      </a:pPr>
                      <a:r>
                        <a:rPr lang="en-GB" sz="1400" b="1">
                          <a:solidFill>
                            <a:schemeClr val="dk2"/>
                          </a:solidFill>
                          <a:latin typeface="Century Gothic"/>
                          <a:ea typeface="Century Gothic"/>
                          <a:cs typeface="Century Gothic"/>
                          <a:sym typeface="Century Gothic"/>
                        </a:rPr>
                        <a:t>Outcome</a:t>
                      </a:r>
                      <a:endParaRPr/>
                    </a:p>
                  </a:txBody>
                  <a:tcPr marL="46800" marR="46800" marT="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1636575">
                <a:tc>
                  <a:txBody>
                    <a:bodyPr/>
                    <a:lstStyle/>
                    <a:p>
                      <a:pPr marL="0" marR="0" lvl="0" indent="0" algn="l" rtl="0">
                        <a:spcBef>
                          <a:spcPts val="0"/>
                        </a:spcBef>
                        <a:spcAft>
                          <a:spcPts val="0"/>
                        </a:spcAft>
                        <a:buNone/>
                      </a:pPr>
                      <a:r>
                        <a:rPr lang="en-GB" sz="900" b="1">
                          <a:solidFill>
                            <a:schemeClr val="dk1"/>
                          </a:solidFill>
                        </a:rPr>
                        <a:t>Data</a:t>
                      </a:r>
                      <a:endParaRPr/>
                    </a:p>
                    <a:p>
                      <a:pPr marL="179388" marR="0" lvl="0" indent="-179388" algn="l" rtl="0">
                        <a:spcBef>
                          <a:spcPts val="0"/>
                        </a:spcBef>
                        <a:spcAft>
                          <a:spcPts val="0"/>
                        </a:spcAft>
                        <a:buClr>
                          <a:schemeClr val="dk1"/>
                        </a:buClr>
                        <a:buSzPts val="900"/>
                        <a:buFont typeface="Arial"/>
                        <a:buChar char="•"/>
                      </a:pPr>
                      <a:r>
                        <a:rPr lang="en-GB" sz="900">
                          <a:solidFill>
                            <a:schemeClr val="dk1"/>
                          </a:solidFill>
                        </a:rPr>
                        <a:t>Customer profile, customer value, package subscription and usage, billing and payment records, detailed product usage data</a:t>
                      </a:r>
                      <a:endParaRPr/>
                    </a:p>
                    <a:p>
                      <a:pPr marL="179388" marR="0" lvl="0" indent="-179388" algn="l" rtl="0">
                        <a:spcBef>
                          <a:spcPts val="0"/>
                        </a:spcBef>
                        <a:spcAft>
                          <a:spcPts val="0"/>
                        </a:spcAft>
                        <a:buClr>
                          <a:schemeClr val="dk1"/>
                        </a:buClr>
                        <a:buSzPts val="900"/>
                        <a:buFont typeface="Arial"/>
                        <a:buChar char="•"/>
                      </a:pPr>
                      <a:r>
                        <a:rPr lang="en-GB" sz="900">
                          <a:solidFill>
                            <a:schemeClr val="dk1"/>
                          </a:solidFill>
                        </a:rPr>
                        <a:t>Call center data - call center logs and IVR data</a:t>
                      </a:r>
                      <a:endParaRPr/>
                    </a:p>
                    <a:p>
                      <a:pPr marL="179388" marR="0" lvl="0" indent="-179388" algn="l" rtl="0">
                        <a:spcBef>
                          <a:spcPts val="0"/>
                        </a:spcBef>
                        <a:spcAft>
                          <a:spcPts val="0"/>
                        </a:spcAft>
                        <a:buClr>
                          <a:schemeClr val="dk1"/>
                        </a:buClr>
                        <a:buSzPts val="900"/>
                        <a:buFont typeface="Arial"/>
                        <a:buChar char="•"/>
                      </a:pPr>
                      <a:r>
                        <a:rPr lang="en-GB" sz="900">
                          <a:solidFill>
                            <a:schemeClr val="dk1"/>
                          </a:solidFill>
                        </a:rPr>
                        <a:t>Complaints records and customer experience indexes</a:t>
                      </a:r>
                      <a:endParaRPr/>
                    </a:p>
                    <a:p>
                      <a:pPr marL="179388" marR="0" lvl="0" indent="-179388" algn="l" rtl="0">
                        <a:spcBef>
                          <a:spcPts val="0"/>
                        </a:spcBef>
                        <a:spcAft>
                          <a:spcPts val="0"/>
                        </a:spcAft>
                        <a:buClr>
                          <a:schemeClr val="dk1"/>
                        </a:buClr>
                        <a:buSzPts val="900"/>
                        <a:buFont typeface="Arial"/>
                        <a:buChar char="•"/>
                      </a:pPr>
                      <a:r>
                        <a:rPr lang="en-GB" sz="900">
                          <a:solidFill>
                            <a:schemeClr val="dk1"/>
                          </a:solidFill>
                        </a:rPr>
                        <a:t>SNA input and contextual events form external sources</a:t>
                      </a:r>
                      <a:endParaRPr/>
                    </a:p>
                    <a:p>
                      <a:pPr marL="0" marR="0" lvl="0" indent="0" algn="l" rtl="0">
                        <a:spcBef>
                          <a:spcPts val="0"/>
                        </a:spcBef>
                        <a:spcAft>
                          <a:spcPts val="0"/>
                        </a:spcAft>
                        <a:buClr>
                          <a:schemeClr val="dk1"/>
                        </a:buClr>
                        <a:buSzPts val="900"/>
                        <a:buFont typeface="Arial"/>
                        <a:buNone/>
                      </a:pPr>
                      <a:r>
                        <a:rPr lang="en-GB" sz="900" b="1">
                          <a:solidFill>
                            <a:schemeClr val="dk1"/>
                          </a:solidFill>
                        </a:rPr>
                        <a:t>Analytics</a:t>
                      </a:r>
                      <a:endParaRPr/>
                    </a:p>
                    <a:p>
                      <a:pPr marL="179388" marR="0" lvl="0" indent="-179388" algn="l" rtl="0">
                        <a:spcBef>
                          <a:spcPts val="0"/>
                        </a:spcBef>
                        <a:spcAft>
                          <a:spcPts val="0"/>
                        </a:spcAft>
                        <a:buClr>
                          <a:schemeClr val="dk1"/>
                        </a:buClr>
                        <a:buSzPts val="900"/>
                        <a:buFont typeface="Arial"/>
                        <a:buChar char="•"/>
                      </a:pPr>
                      <a:r>
                        <a:rPr lang="en-GB" sz="900">
                          <a:solidFill>
                            <a:schemeClr val="dk1"/>
                          </a:solidFill>
                        </a:rPr>
                        <a:t>Classification and clustering, regression-based prediction, path analysis on customer journeys, root-cause analysis for different churn or attrition outcomes.</a:t>
                      </a:r>
                      <a:endParaRPr/>
                    </a:p>
                    <a:p>
                      <a:pPr marL="179388" marR="0" lvl="0" indent="-122238" algn="l" rtl="0">
                        <a:spcBef>
                          <a:spcPts val="0"/>
                        </a:spcBef>
                        <a:spcAft>
                          <a:spcPts val="0"/>
                        </a:spcAft>
                        <a:buClr>
                          <a:schemeClr val="dk1"/>
                        </a:buClr>
                        <a:buSzPts val="900"/>
                        <a:buFont typeface="Arial"/>
                        <a:buNone/>
                      </a:pPr>
                      <a:endParaRPr sz="900">
                        <a:solidFill>
                          <a:schemeClr val="dk1"/>
                        </a:solidFill>
                      </a:endParaRPr>
                    </a:p>
                    <a:p>
                      <a:r>
                        <a:rPr sz="800" b="1">
                          <a:solidFill>
                            <a:srgbClr val="006699"/>
                          </a:solidFill>
                        </a:rPr>
                        <a:t>FSDM: Customer_Journey, Interaction_Event, Channel_Session, Service_Request, Process_Step, Wait_Time_Metric</a:t>
                      </a:r>
                    </a:p>
                    <a:p>
                      <a:r>
                        <a:rPr sz="800" i="1">
                          <a:solidFill>
                            <a:srgbClr val="008040"/>
                          </a:solidFill>
                        </a:rPr>
                        <a:t>Pakistan: Branch queue management, ATM uptime correlation, mobile app crash analytics, RAAST transaction experience, complaint resolution SLA tracking per SBP guidelines</a:t>
                      </a:r>
                    </a:p>
                    <a:p>
                      <a:r>
                        <a:rPr sz="800" i="1">
                          <a:solidFill>
                            <a:srgbClr val="800080"/>
                          </a:solidFill>
                        </a:rPr>
                        <a:t>Modern Analytics: Journey orchestration platforms, process mining on banking workflows, real-time experience scoring, predictive friction detection, A/B testing on digital channels</a:t>
                      </a:r>
                    </a:p>
                  </a:txBody>
                  <a:tcPr marL="46800" marR="4680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171450" marR="0" lvl="0" indent="-114300" algn="l" rtl="0">
                        <a:lnSpc>
                          <a:spcPct val="100000"/>
                        </a:lnSpc>
                        <a:spcBef>
                          <a:spcPts val="0"/>
                        </a:spcBef>
                        <a:spcAft>
                          <a:spcPts val="0"/>
                        </a:spcAft>
                        <a:buClr>
                          <a:schemeClr val="dk1"/>
                        </a:buClr>
                        <a:buSzPts val="900"/>
                        <a:buFont typeface="Arial"/>
                        <a:buNone/>
                      </a:pPr>
                      <a:endParaRPr sz="900">
                        <a:solidFill>
                          <a:schemeClr val="dk1"/>
                        </a:solidFill>
                        <a:latin typeface="Century Gothic"/>
                        <a:ea typeface="Century Gothic"/>
                        <a:cs typeface="Century Gothic"/>
                        <a:sym typeface="Century Gothic"/>
                      </a:endParaRPr>
                    </a:p>
                  </a:txBody>
                  <a:tcPr marL="46800" marR="4680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rgbClr val="3C3C3B"/>
                        </a:buClr>
                        <a:buSzPts val="900"/>
                        <a:buFont typeface="Arial"/>
                        <a:buNone/>
                      </a:pPr>
                      <a:r>
                        <a:rPr lang="en-GB" sz="900">
                          <a:solidFill>
                            <a:srgbClr val="3C3C3B"/>
                          </a:solidFill>
                        </a:rPr>
                        <a:t>Reduced customer attrition – delivered through</a:t>
                      </a:r>
                      <a:endParaRPr/>
                    </a:p>
                    <a:p>
                      <a:pPr marL="119063" marR="0" lvl="0" indent="-119063" algn="l" rtl="0">
                        <a:spcBef>
                          <a:spcPts val="300"/>
                        </a:spcBef>
                        <a:spcAft>
                          <a:spcPts val="0"/>
                        </a:spcAft>
                        <a:buClr>
                          <a:srgbClr val="3C3C3B"/>
                        </a:buClr>
                        <a:buSzPts val="900"/>
                        <a:buFont typeface="Arial"/>
                        <a:buChar char="•"/>
                      </a:pPr>
                      <a:r>
                        <a:rPr lang="en-GB" sz="900">
                          <a:solidFill>
                            <a:srgbClr val="3C3C3B"/>
                          </a:solidFill>
                        </a:rPr>
                        <a:t>Improve churn model accuracy</a:t>
                      </a:r>
                      <a:endParaRPr/>
                    </a:p>
                    <a:p>
                      <a:pPr marL="119063" marR="0" lvl="0" indent="-119063" algn="l" rtl="0">
                        <a:spcBef>
                          <a:spcPts val="300"/>
                        </a:spcBef>
                        <a:spcAft>
                          <a:spcPts val="0"/>
                        </a:spcAft>
                        <a:buClr>
                          <a:srgbClr val="3C3C3B"/>
                        </a:buClr>
                        <a:buSzPts val="900"/>
                        <a:buFont typeface="Arial"/>
                        <a:buChar char="•"/>
                      </a:pPr>
                      <a:r>
                        <a:rPr lang="en-GB" sz="900">
                          <a:solidFill>
                            <a:srgbClr val="3C3C3B"/>
                          </a:solidFill>
                        </a:rPr>
                        <a:t>Better prioritization of churn actions for highest value customers</a:t>
                      </a:r>
                      <a:endParaRPr/>
                    </a:p>
                    <a:p>
                      <a:pPr marL="119063" marR="0" lvl="0" indent="-119063" algn="l" rtl="0">
                        <a:spcBef>
                          <a:spcPts val="300"/>
                        </a:spcBef>
                        <a:spcAft>
                          <a:spcPts val="0"/>
                        </a:spcAft>
                        <a:buClr>
                          <a:srgbClr val="3C3C3B"/>
                        </a:buClr>
                        <a:buSzPts val="900"/>
                        <a:buFont typeface="Arial"/>
                        <a:buChar char="•"/>
                      </a:pPr>
                      <a:r>
                        <a:rPr lang="en-GB" sz="900">
                          <a:solidFill>
                            <a:srgbClr val="3C3C3B"/>
                          </a:solidFill>
                        </a:rPr>
                        <a:t>Identifying and reacting to churn events faster</a:t>
                      </a:r>
                      <a:endParaRPr sz="900">
                        <a:solidFill>
                          <a:srgbClr val="3C3C3B"/>
                        </a:solidFill>
                      </a:endParaRPr>
                    </a:p>
                    <a:p>
                      <a:pPr marL="119063" marR="0" lvl="0" indent="-119063" algn="l" rtl="0">
                        <a:spcBef>
                          <a:spcPts val="300"/>
                        </a:spcBef>
                        <a:spcAft>
                          <a:spcPts val="0"/>
                        </a:spcAft>
                        <a:buClr>
                          <a:srgbClr val="3C3C3B"/>
                        </a:buClr>
                        <a:buSzPts val="900"/>
                        <a:buFont typeface="Arial"/>
                        <a:buChar char="•"/>
                      </a:pPr>
                      <a:r>
                        <a:rPr lang="en-GB" sz="900">
                          <a:solidFill>
                            <a:srgbClr val="3C3C3B"/>
                          </a:solidFill>
                        </a:rPr>
                        <a:t>Identification and remediation of churn root causes – redesign of poor customer experience or high friction business processes</a:t>
                      </a:r>
                      <a:endParaRPr sz="900">
                        <a:solidFill>
                          <a:schemeClr val="dk1"/>
                        </a:solidFill>
                        <a:latin typeface="Century Gothic"/>
                        <a:ea typeface="Century Gothic"/>
                        <a:cs typeface="Century Gothic"/>
                        <a:sym typeface="Century Gothic"/>
                      </a:endParaRPr>
                    </a:p>
                    <a:p>
                      <a:pPr marL="171450" marR="0" lvl="0" indent="-114300" algn="l" rtl="0">
                        <a:lnSpc>
                          <a:spcPct val="100000"/>
                        </a:lnSpc>
                        <a:spcBef>
                          <a:spcPts val="300"/>
                        </a:spcBef>
                        <a:spcAft>
                          <a:spcPts val="0"/>
                        </a:spcAft>
                        <a:buClr>
                          <a:schemeClr val="dk1"/>
                        </a:buClr>
                        <a:buSzPts val="900"/>
                        <a:buFont typeface="Arial"/>
                        <a:buNone/>
                      </a:pPr>
                      <a:endParaRPr sz="900">
                        <a:solidFill>
                          <a:schemeClr val="dk1"/>
                        </a:solidFill>
                        <a:latin typeface="Century Gothic"/>
                        <a:ea typeface="Century Gothic"/>
                        <a:cs typeface="Century Gothic"/>
                        <a:sym typeface="Century Gothic"/>
                      </a:endParaRPr>
                    </a:p>
                    <a:p>
                      <a:pPr marL="171450" marR="0" lvl="0" indent="-114300" algn="l" rtl="0">
                        <a:lnSpc>
                          <a:spcPct val="100000"/>
                        </a:lnSpc>
                        <a:spcBef>
                          <a:spcPts val="0"/>
                        </a:spcBef>
                        <a:spcAft>
                          <a:spcPts val="0"/>
                        </a:spcAft>
                        <a:buClr>
                          <a:schemeClr val="dk1"/>
                        </a:buClr>
                        <a:buSzPts val="900"/>
                        <a:buFont typeface="Arial"/>
                        <a:buNone/>
                      </a:pPr>
                      <a:endParaRPr sz="900">
                        <a:solidFill>
                          <a:schemeClr val="dk1"/>
                        </a:solidFill>
                        <a:latin typeface="Century Gothic"/>
                        <a:ea typeface="Century Gothic"/>
                        <a:cs typeface="Century Gothic"/>
                        <a:sym typeface="Century Gothic"/>
                      </a:endParaRPr>
                    </a:p>
                  </a:txBody>
                  <a:tcPr marL="46800" marR="4680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grpSp>
        <p:nvGrpSpPr>
          <p:cNvPr id="1572" name="Google Shape;1572;p102"/>
          <p:cNvGrpSpPr/>
          <p:nvPr/>
        </p:nvGrpSpPr>
        <p:grpSpPr>
          <a:xfrm>
            <a:off x="6681181" y="227746"/>
            <a:ext cx="2432605" cy="1508418"/>
            <a:chOff x="3241483" y="678377"/>
            <a:chExt cx="2432605" cy="1508418"/>
          </a:xfrm>
        </p:grpSpPr>
        <p:sp>
          <p:nvSpPr>
            <p:cNvPr id="1573" name="Google Shape;1573;p102"/>
            <p:cNvSpPr/>
            <p:nvPr/>
          </p:nvSpPr>
          <p:spPr>
            <a:xfrm>
              <a:off x="3241483" y="678377"/>
              <a:ext cx="2432605" cy="1508418"/>
            </a:xfrm>
            <a:prstGeom prst="rect">
              <a:avLst/>
            </a:prstGeom>
            <a:solidFill>
              <a:srgbClr val="FFFFFF"/>
            </a:solidFill>
            <a:ln w="22225" cap="flat" cmpd="sng">
              <a:solidFill>
                <a:srgbClr val="FFFFFF"/>
              </a:solidFill>
              <a:prstDash val="dot"/>
              <a:miter lim="800000"/>
              <a:headEnd type="none" w="sm" len="sm"/>
              <a:tailEnd type="none" w="sm" len="sm"/>
            </a:ln>
          </p:spPr>
          <p:txBody>
            <a:bodyPr spcFirstLastPara="1" wrap="square" lIns="36000" tIns="36000" rIns="36000" bIns="36000" anchor="t" anchorCtr="0">
              <a:noAutofit/>
            </a:bodyPr>
            <a:lstStyle/>
            <a:p>
              <a:pPr marL="0" marR="0" lvl="0" indent="0" algn="ctr" rtl="0">
                <a:lnSpc>
                  <a:spcPct val="95000"/>
                </a:lnSpc>
                <a:spcBef>
                  <a:spcPts val="0"/>
                </a:spcBef>
                <a:spcAft>
                  <a:spcPts val="0"/>
                </a:spcAft>
                <a:buClr>
                  <a:srgbClr val="FFFFFF"/>
                </a:buClr>
                <a:buSzPts val="1200"/>
                <a:buFont typeface="Century Gothic"/>
                <a:buNone/>
              </a:pPr>
              <a:br>
                <a:rPr lang="en-GB" sz="1200" b="1" i="0" u="none" strike="noStrike" cap="none">
                  <a:solidFill>
                    <a:srgbClr val="3C3C3B"/>
                  </a:solidFill>
                  <a:latin typeface="Century Gothic"/>
                  <a:ea typeface="Century Gothic"/>
                  <a:cs typeface="Century Gothic"/>
                  <a:sym typeface="Century Gothic"/>
                </a:rPr>
              </a:br>
              <a:endParaRPr sz="1200" b="1" i="0" u="none" strike="noStrike" cap="none">
                <a:solidFill>
                  <a:srgbClr val="3C3C3B"/>
                </a:solidFill>
                <a:latin typeface="Century Gothic"/>
                <a:ea typeface="Century Gothic"/>
                <a:cs typeface="Century Gothic"/>
                <a:sym typeface="Century Gothic"/>
              </a:endParaRPr>
            </a:p>
            <a:p>
              <a:pPr marL="0" marR="0" lvl="0" indent="0" algn="l" rtl="0">
                <a:lnSpc>
                  <a:spcPct val="95000"/>
                </a:lnSpc>
                <a:spcBef>
                  <a:spcPts val="0"/>
                </a:spcBef>
                <a:spcAft>
                  <a:spcPts val="0"/>
                </a:spcAft>
                <a:buClr>
                  <a:srgbClr val="FFFFFF"/>
                </a:buClr>
                <a:buSzPts val="1200"/>
                <a:buFont typeface="Century Gothic"/>
                <a:buNone/>
              </a:pPr>
              <a:br>
                <a:rPr lang="en-GB" sz="1200" b="1" i="0" u="none" strike="noStrike" cap="none">
                  <a:solidFill>
                    <a:srgbClr val="3C3C3B"/>
                  </a:solidFill>
                  <a:latin typeface="Century Gothic"/>
                  <a:ea typeface="Century Gothic"/>
                  <a:cs typeface="Century Gothic"/>
                  <a:sym typeface="Century Gothic"/>
                </a:rPr>
              </a:br>
              <a:endParaRPr sz="1000" b="1" i="0" u="none" strike="noStrike" cap="none">
                <a:solidFill>
                  <a:srgbClr val="3C3C3B"/>
                </a:solidFill>
                <a:latin typeface="Century Gothic"/>
                <a:ea typeface="Century Gothic"/>
                <a:cs typeface="Century Gothic"/>
                <a:sym typeface="Century Gothic"/>
              </a:endParaRPr>
            </a:p>
          </p:txBody>
        </p:sp>
        <p:grpSp>
          <p:nvGrpSpPr>
            <p:cNvPr id="1574" name="Google Shape;1574;p102"/>
            <p:cNvGrpSpPr/>
            <p:nvPr/>
          </p:nvGrpSpPr>
          <p:grpSpPr>
            <a:xfrm>
              <a:off x="3430680" y="814892"/>
              <a:ext cx="2230757" cy="1257815"/>
              <a:chOff x="6269745" y="1818918"/>
              <a:chExt cx="2825275" cy="1593033"/>
            </a:xfrm>
          </p:grpSpPr>
          <p:grpSp>
            <p:nvGrpSpPr>
              <p:cNvPr id="1575" name="Google Shape;1575;p102"/>
              <p:cNvGrpSpPr/>
              <p:nvPr/>
            </p:nvGrpSpPr>
            <p:grpSpPr>
              <a:xfrm>
                <a:off x="7216189" y="1999143"/>
                <a:ext cx="992955" cy="399680"/>
                <a:chOff x="1795630" y="3780481"/>
                <a:chExt cx="992955" cy="399680"/>
              </a:xfrm>
            </p:grpSpPr>
            <p:sp>
              <p:nvSpPr>
                <p:cNvPr id="1576" name="Google Shape;1576;p102"/>
                <p:cNvSpPr/>
                <p:nvPr/>
              </p:nvSpPr>
              <p:spPr>
                <a:xfrm>
                  <a:off x="1941288" y="3941602"/>
                  <a:ext cx="283523" cy="128647"/>
                </a:xfrm>
                <a:custGeom>
                  <a:avLst/>
                  <a:gdLst/>
                  <a:ahLst/>
                  <a:cxnLst/>
                  <a:rect l="l" t="t" r="r" b="b"/>
                  <a:pathLst>
                    <a:path w="246" h="111" extrusionOk="0">
                      <a:moveTo>
                        <a:pt x="225" y="0"/>
                      </a:moveTo>
                      <a:cubicBezTo>
                        <a:pt x="214" y="0"/>
                        <a:pt x="204" y="10"/>
                        <a:pt x="204" y="21"/>
                      </a:cubicBezTo>
                      <a:cubicBezTo>
                        <a:pt x="204" y="25"/>
                        <a:pt x="206" y="29"/>
                        <a:pt x="208" y="33"/>
                      </a:cubicBezTo>
                      <a:cubicBezTo>
                        <a:pt x="157" y="74"/>
                        <a:pt x="157" y="74"/>
                        <a:pt x="157" y="74"/>
                      </a:cubicBezTo>
                      <a:cubicBezTo>
                        <a:pt x="153" y="71"/>
                        <a:pt x="148" y="69"/>
                        <a:pt x="143" y="69"/>
                      </a:cubicBezTo>
                      <a:cubicBezTo>
                        <a:pt x="137" y="69"/>
                        <a:pt x="131" y="71"/>
                        <a:pt x="128" y="75"/>
                      </a:cubicBezTo>
                      <a:cubicBezTo>
                        <a:pt x="86" y="46"/>
                        <a:pt x="86" y="46"/>
                        <a:pt x="86" y="46"/>
                      </a:cubicBezTo>
                      <a:cubicBezTo>
                        <a:pt x="87" y="43"/>
                        <a:pt x="88" y="40"/>
                        <a:pt x="88" y="37"/>
                      </a:cubicBezTo>
                      <a:cubicBezTo>
                        <a:pt x="88" y="25"/>
                        <a:pt x="78" y="16"/>
                        <a:pt x="67" y="16"/>
                      </a:cubicBezTo>
                      <a:cubicBezTo>
                        <a:pt x="55" y="16"/>
                        <a:pt x="46" y="25"/>
                        <a:pt x="46" y="37"/>
                      </a:cubicBezTo>
                      <a:cubicBezTo>
                        <a:pt x="46" y="40"/>
                        <a:pt x="46" y="42"/>
                        <a:pt x="47" y="45"/>
                      </a:cubicBezTo>
                      <a:cubicBezTo>
                        <a:pt x="0" y="74"/>
                        <a:pt x="0" y="74"/>
                        <a:pt x="0" y="74"/>
                      </a:cubicBezTo>
                      <a:cubicBezTo>
                        <a:pt x="4" y="80"/>
                        <a:pt x="4" y="80"/>
                        <a:pt x="4" y="80"/>
                      </a:cubicBezTo>
                      <a:cubicBezTo>
                        <a:pt x="51" y="51"/>
                        <a:pt x="51" y="51"/>
                        <a:pt x="51" y="51"/>
                      </a:cubicBezTo>
                      <a:cubicBezTo>
                        <a:pt x="55" y="55"/>
                        <a:pt x="61" y="58"/>
                        <a:pt x="67" y="58"/>
                      </a:cubicBezTo>
                      <a:cubicBezTo>
                        <a:pt x="73" y="58"/>
                        <a:pt x="78" y="55"/>
                        <a:pt x="82" y="51"/>
                      </a:cubicBezTo>
                      <a:cubicBezTo>
                        <a:pt x="124" y="81"/>
                        <a:pt x="124" y="81"/>
                        <a:pt x="124" y="81"/>
                      </a:cubicBezTo>
                      <a:cubicBezTo>
                        <a:pt x="122" y="84"/>
                        <a:pt x="122" y="87"/>
                        <a:pt x="122" y="90"/>
                      </a:cubicBezTo>
                      <a:cubicBezTo>
                        <a:pt x="122" y="102"/>
                        <a:pt x="131" y="111"/>
                        <a:pt x="143" y="111"/>
                      </a:cubicBezTo>
                      <a:cubicBezTo>
                        <a:pt x="154" y="111"/>
                        <a:pt x="164" y="102"/>
                        <a:pt x="164" y="90"/>
                      </a:cubicBezTo>
                      <a:cubicBezTo>
                        <a:pt x="164" y="86"/>
                        <a:pt x="163" y="83"/>
                        <a:pt x="161" y="80"/>
                      </a:cubicBezTo>
                      <a:cubicBezTo>
                        <a:pt x="212" y="38"/>
                        <a:pt x="212" y="38"/>
                        <a:pt x="212" y="38"/>
                      </a:cubicBezTo>
                      <a:cubicBezTo>
                        <a:pt x="216" y="40"/>
                        <a:pt x="220" y="42"/>
                        <a:pt x="225" y="42"/>
                      </a:cubicBezTo>
                      <a:cubicBezTo>
                        <a:pt x="237" y="42"/>
                        <a:pt x="246" y="33"/>
                        <a:pt x="246" y="21"/>
                      </a:cubicBezTo>
                      <a:cubicBezTo>
                        <a:pt x="246" y="10"/>
                        <a:pt x="237" y="0"/>
                        <a:pt x="225" y="0"/>
                      </a:cubicBezTo>
                      <a:close/>
                    </a:path>
                  </a:pathLst>
                </a:custGeom>
                <a:solidFill>
                  <a:srgbClr val="CD391F">
                    <a:alpha val="69803"/>
                  </a:srgbClr>
                </a:solid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Century Gothic"/>
                    <a:buNone/>
                  </a:pPr>
                  <a:endParaRPr sz="1800" b="0" i="0" u="none" strike="noStrike" cap="none">
                    <a:solidFill>
                      <a:srgbClr val="3C3C3B"/>
                    </a:solidFill>
                    <a:latin typeface="Century Gothic"/>
                    <a:ea typeface="Century Gothic"/>
                    <a:cs typeface="Century Gothic"/>
                    <a:sym typeface="Century Gothic"/>
                  </a:endParaRPr>
                </a:p>
              </p:txBody>
            </p:sp>
            <p:sp>
              <p:nvSpPr>
                <p:cNvPr id="1577" name="Google Shape;1577;p102"/>
                <p:cNvSpPr/>
                <p:nvPr/>
              </p:nvSpPr>
              <p:spPr>
                <a:xfrm>
                  <a:off x="1795630" y="3780481"/>
                  <a:ext cx="992955" cy="399680"/>
                </a:xfrm>
                <a:custGeom>
                  <a:avLst/>
                  <a:gdLst/>
                  <a:ahLst/>
                  <a:cxnLst/>
                  <a:rect l="l" t="t" r="r" b="b"/>
                  <a:pathLst>
                    <a:path w="863" h="346" extrusionOk="0">
                      <a:moveTo>
                        <a:pt x="835" y="130"/>
                      </a:moveTo>
                      <a:cubicBezTo>
                        <a:pt x="814" y="55"/>
                        <a:pt x="739" y="0"/>
                        <a:pt x="651" y="0"/>
                      </a:cubicBezTo>
                      <a:cubicBezTo>
                        <a:pt x="592" y="0"/>
                        <a:pt x="540" y="24"/>
                        <a:pt x="505" y="61"/>
                      </a:cubicBezTo>
                      <a:cubicBezTo>
                        <a:pt x="505" y="61"/>
                        <a:pt x="470" y="90"/>
                        <a:pt x="431" y="90"/>
                      </a:cubicBezTo>
                      <a:cubicBezTo>
                        <a:pt x="393" y="90"/>
                        <a:pt x="358" y="61"/>
                        <a:pt x="358" y="61"/>
                      </a:cubicBezTo>
                      <a:cubicBezTo>
                        <a:pt x="323" y="24"/>
                        <a:pt x="271" y="0"/>
                        <a:pt x="212" y="0"/>
                      </a:cubicBezTo>
                      <a:cubicBezTo>
                        <a:pt x="123" y="0"/>
                        <a:pt x="49" y="55"/>
                        <a:pt x="28" y="130"/>
                      </a:cubicBezTo>
                      <a:cubicBezTo>
                        <a:pt x="0" y="130"/>
                        <a:pt x="0" y="130"/>
                        <a:pt x="0" y="130"/>
                      </a:cubicBezTo>
                      <a:cubicBezTo>
                        <a:pt x="0" y="215"/>
                        <a:pt x="0" y="215"/>
                        <a:pt x="0" y="215"/>
                      </a:cubicBezTo>
                      <a:cubicBezTo>
                        <a:pt x="28" y="215"/>
                        <a:pt x="28" y="215"/>
                        <a:pt x="28" y="215"/>
                      </a:cubicBezTo>
                      <a:cubicBezTo>
                        <a:pt x="49" y="290"/>
                        <a:pt x="123" y="346"/>
                        <a:pt x="212" y="346"/>
                      </a:cubicBezTo>
                      <a:cubicBezTo>
                        <a:pt x="289" y="346"/>
                        <a:pt x="355" y="305"/>
                        <a:pt x="385" y="246"/>
                      </a:cubicBezTo>
                      <a:cubicBezTo>
                        <a:pt x="400" y="217"/>
                        <a:pt x="430" y="212"/>
                        <a:pt x="431" y="211"/>
                      </a:cubicBezTo>
                      <a:cubicBezTo>
                        <a:pt x="433" y="212"/>
                        <a:pt x="463" y="217"/>
                        <a:pt x="478" y="246"/>
                      </a:cubicBezTo>
                      <a:cubicBezTo>
                        <a:pt x="508" y="305"/>
                        <a:pt x="574" y="346"/>
                        <a:pt x="651" y="346"/>
                      </a:cubicBezTo>
                      <a:cubicBezTo>
                        <a:pt x="739" y="346"/>
                        <a:pt x="814" y="290"/>
                        <a:pt x="835" y="215"/>
                      </a:cubicBezTo>
                      <a:cubicBezTo>
                        <a:pt x="863" y="215"/>
                        <a:pt x="863" y="215"/>
                        <a:pt x="863" y="215"/>
                      </a:cubicBezTo>
                      <a:cubicBezTo>
                        <a:pt x="863" y="130"/>
                        <a:pt x="863" y="130"/>
                        <a:pt x="863" y="130"/>
                      </a:cubicBezTo>
                      <a:lnTo>
                        <a:pt x="835" y="130"/>
                      </a:lnTo>
                      <a:close/>
                      <a:moveTo>
                        <a:pt x="212" y="309"/>
                      </a:moveTo>
                      <a:cubicBezTo>
                        <a:pt x="127" y="309"/>
                        <a:pt x="59" y="248"/>
                        <a:pt x="59" y="173"/>
                      </a:cubicBezTo>
                      <a:cubicBezTo>
                        <a:pt x="59" y="98"/>
                        <a:pt x="127" y="36"/>
                        <a:pt x="212" y="36"/>
                      </a:cubicBezTo>
                      <a:cubicBezTo>
                        <a:pt x="297" y="36"/>
                        <a:pt x="366" y="98"/>
                        <a:pt x="366" y="173"/>
                      </a:cubicBezTo>
                      <a:cubicBezTo>
                        <a:pt x="366" y="248"/>
                        <a:pt x="297" y="309"/>
                        <a:pt x="212" y="309"/>
                      </a:cubicBezTo>
                      <a:close/>
                      <a:moveTo>
                        <a:pt x="761" y="268"/>
                      </a:moveTo>
                      <a:cubicBezTo>
                        <a:pt x="761" y="111"/>
                        <a:pt x="761" y="111"/>
                        <a:pt x="761" y="111"/>
                      </a:cubicBezTo>
                      <a:cubicBezTo>
                        <a:pt x="703" y="111"/>
                        <a:pt x="703" y="111"/>
                        <a:pt x="703" y="111"/>
                      </a:cubicBezTo>
                      <a:cubicBezTo>
                        <a:pt x="703" y="301"/>
                        <a:pt x="703" y="301"/>
                        <a:pt x="703" y="301"/>
                      </a:cubicBezTo>
                      <a:cubicBezTo>
                        <a:pt x="696" y="304"/>
                        <a:pt x="688" y="306"/>
                        <a:pt x="680" y="307"/>
                      </a:cubicBezTo>
                      <a:cubicBezTo>
                        <a:pt x="680" y="165"/>
                        <a:pt x="680" y="165"/>
                        <a:pt x="680" y="165"/>
                      </a:cubicBezTo>
                      <a:cubicBezTo>
                        <a:pt x="622" y="165"/>
                        <a:pt x="622" y="165"/>
                        <a:pt x="622" y="165"/>
                      </a:cubicBezTo>
                      <a:cubicBezTo>
                        <a:pt x="622" y="307"/>
                        <a:pt x="622" y="307"/>
                        <a:pt x="622" y="307"/>
                      </a:cubicBezTo>
                      <a:cubicBezTo>
                        <a:pt x="614" y="306"/>
                        <a:pt x="606" y="304"/>
                        <a:pt x="598" y="301"/>
                      </a:cubicBezTo>
                      <a:cubicBezTo>
                        <a:pt x="598" y="235"/>
                        <a:pt x="598" y="235"/>
                        <a:pt x="598" y="235"/>
                      </a:cubicBezTo>
                      <a:cubicBezTo>
                        <a:pt x="541" y="235"/>
                        <a:pt x="541" y="235"/>
                        <a:pt x="541" y="235"/>
                      </a:cubicBezTo>
                      <a:cubicBezTo>
                        <a:pt x="541" y="269"/>
                        <a:pt x="541" y="269"/>
                        <a:pt x="541" y="269"/>
                      </a:cubicBezTo>
                      <a:cubicBezTo>
                        <a:pt x="514" y="244"/>
                        <a:pt x="497" y="210"/>
                        <a:pt x="497" y="173"/>
                      </a:cubicBezTo>
                      <a:cubicBezTo>
                        <a:pt x="497" y="98"/>
                        <a:pt x="566" y="36"/>
                        <a:pt x="651" y="36"/>
                      </a:cubicBezTo>
                      <a:cubicBezTo>
                        <a:pt x="736" y="36"/>
                        <a:pt x="804" y="98"/>
                        <a:pt x="804" y="173"/>
                      </a:cubicBezTo>
                      <a:cubicBezTo>
                        <a:pt x="804" y="210"/>
                        <a:pt x="788" y="244"/>
                        <a:pt x="761" y="268"/>
                      </a:cubicBezTo>
                      <a:close/>
                    </a:path>
                  </a:pathLst>
                </a:custGeom>
                <a:solidFill>
                  <a:srgbClr val="CD391F">
                    <a:alpha val="69803"/>
                  </a:srgbClr>
                </a:solid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Century Gothic"/>
                    <a:buNone/>
                  </a:pPr>
                  <a:endParaRPr sz="1800" b="0" i="0" u="none" strike="noStrike" cap="none">
                    <a:solidFill>
                      <a:srgbClr val="3C3C3B"/>
                    </a:solidFill>
                    <a:latin typeface="Century Gothic"/>
                    <a:ea typeface="Century Gothic"/>
                    <a:cs typeface="Century Gothic"/>
                    <a:sym typeface="Century Gothic"/>
                  </a:endParaRPr>
                </a:p>
              </p:txBody>
            </p:sp>
          </p:grpSp>
          <p:grpSp>
            <p:nvGrpSpPr>
              <p:cNvPr id="1578" name="Google Shape;1578;p102"/>
              <p:cNvGrpSpPr/>
              <p:nvPr/>
            </p:nvGrpSpPr>
            <p:grpSpPr>
              <a:xfrm>
                <a:off x="8395782" y="1818918"/>
                <a:ext cx="582035" cy="745654"/>
                <a:chOff x="6632575" y="6389688"/>
                <a:chExt cx="739775" cy="947737"/>
              </a:xfrm>
            </p:grpSpPr>
            <p:sp>
              <p:nvSpPr>
                <p:cNvPr id="1579" name="Google Shape;1579;p102"/>
                <p:cNvSpPr/>
                <p:nvPr/>
              </p:nvSpPr>
              <p:spPr>
                <a:xfrm>
                  <a:off x="6632575" y="6389688"/>
                  <a:ext cx="739775" cy="947737"/>
                </a:xfrm>
                <a:custGeom>
                  <a:avLst/>
                  <a:gdLst/>
                  <a:ahLst/>
                  <a:cxnLst/>
                  <a:rect l="l" t="t" r="r" b="b"/>
                  <a:pathLst>
                    <a:path w="613" h="784" extrusionOk="0">
                      <a:moveTo>
                        <a:pt x="307" y="784"/>
                      </a:moveTo>
                      <a:cubicBezTo>
                        <a:pt x="158" y="784"/>
                        <a:pt x="0" y="746"/>
                        <a:pt x="0" y="675"/>
                      </a:cubicBezTo>
                      <a:cubicBezTo>
                        <a:pt x="0" y="109"/>
                        <a:pt x="0" y="109"/>
                        <a:pt x="0" y="109"/>
                      </a:cubicBezTo>
                      <a:cubicBezTo>
                        <a:pt x="0" y="38"/>
                        <a:pt x="158" y="0"/>
                        <a:pt x="307" y="0"/>
                      </a:cubicBezTo>
                      <a:cubicBezTo>
                        <a:pt x="455" y="0"/>
                        <a:pt x="613" y="38"/>
                        <a:pt x="613" y="109"/>
                      </a:cubicBezTo>
                      <a:cubicBezTo>
                        <a:pt x="613" y="675"/>
                        <a:pt x="613" y="675"/>
                        <a:pt x="613" y="675"/>
                      </a:cubicBezTo>
                      <a:cubicBezTo>
                        <a:pt x="613" y="746"/>
                        <a:pt x="455" y="784"/>
                        <a:pt x="307" y="784"/>
                      </a:cubicBezTo>
                      <a:close/>
                      <a:moveTo>
                        <a:pt x="307" y="26"/>
                      </a:moveTo>
                      <a:cubicBezTo>
                        <a:pt x="230" y="26"/>
                        <a:pt x="157" y="36"/>
                        <a:pt x="103" y="54"/>
                      </a:cubicBezTo>
                      <a:cubicBezTo>
                        <a:pt x="55" y="69"/>
                        <a:pt x="27" y="90"/>
                        <a:pt x="27" y="109"/>
                      </a:cubicBezTo>
                      <a:cubicBezTo>
                        <a:pt x="27" y="675"/>
                        <a:pt x="27" y="675"/>
                        <a:pt x="27" y="675"/>
                      </a:cubicBezTo>
                      <a:cubicBezTo>
                        <a:pt x="27" y="693"/>
                        <a:pt x="55" y="714"/>
                        <a:pt x="103" y="730"/>
                      </a:cubicBezTo>
                      <a:cubicBezTo>
                        <a:pt x="157" y="747"/>
                        <a:pt x="230" y="757"/>
                        <a:pt x="307" y="757"/>
                      </a:cubicBezTo>
                      <a:cubicBezTo>
                        <a:pt x="384" y="757"/>
                        <a:pt x="456" y="747"/>
                        <a:pt x="510" y="730"/>
                      </a:cubicBezTo>
                      <a:cubicBezTo>
                        <a:pt x="558" y="714"/>
                        <a:pt x="587" y="693"/>
                        <a:pt x="587" y="675"/>
                      </a:cubicBezTo>
                      <a:cubicBezTo>
                        <a:pt x="587" y="109"/>
                        <a:pt x="587" y="109"/>
                        <a:pt x="587" y="109"/>
                      </a:cubicBezTo>
                      <a:cubicBezTo>
                        <a:pt x="587" y="90"/>
                        <a:pt x="558" y="69"/>
                        <a:pt x="510" y="54"/>
                      </a:cubicBezTo>
                      <a:cubicBezTo>
                        <a:pt x="456" y="36"/>
                        <a:pt x="384" y="26"/>
                        <a:pt x="307" y="26"/>
                      </a:cubicBezTo>
                      <a:close/>
                    </a:path>
                  </a:pathLst>
                </a:custGeom>
                <a:solidFill>
                  <a:srgbClr val="CD391F">
                    <a:alpha val="69803"/>
                  </a:srgbClr>
                </a:solid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Century Gothic"/>
                    <a:buNone/>
                  </a:pPr>
                  <a:endParaRPr sz="1800" b="0" i="0" u="none" strike="noStrike" cap="none">
                    <a:solidFill>
                      <a:srgbClr val="3C3C3B"/>
                    </a:solidFill>
                    <a:latin typeface="Century Gothic"/>
                    <a:ea typeface="Century Gothic"/>
                    <a:cs typeface="Century Gothic"/>
                    <a:sym typeface="Century Gothic"/>
                  </a:endParaRPr>
                </a:p>
              </p:txBody>
            </p:sp>
            <p:sp>
              <p:nvSpPr>
                <p:cNvPr id="1580" name="Google Shape;1580;p102"/>
                <p:cNvSpPr/>
                <p:nvPr/>
              </p:nvSpPr>
              <p:spPr>
                <a:xfrm>
                  <a:off x="6732588" y="6604000"/>
                  <a:ext cx="530225" cy="509587"/>
                </a:xfrm>
                <a:custGeom>
                  <a:avLst/>
                  <a:gdLst/>
                  <a:ahLst/>
                  <a:cxnLst/>
                  <a:rect l="l" t="t" r="r" b="b"/>
                  <a:pathLst>
                    <a:path w="439" h="422" extrusionOk="0">
                      <a:moveTo>
                        <a:pt x="408" y="140"/>
                      </a:moveTo>
                      <a:cubicBezTo>
                        <a:pt x="391" y="140"/>
                        <a:pt x="377" y="154"/>
                        <a:pt x="377" y="171"/>
                      </a:cubicBezTo>
                      <a:cubicBezTo>
                        <a:pt x="377" y="173"/>
                        <a:pt x="378" y="174"/>
                        <a:pt x="378" y="176"/>
                      </a:cubicBezTo>
                      <a:cubicBezTo>
                        <a:pt x="272" y="217"/>
                        <a:pt x="272" y="217"/>
                        <a:pt x="272" y="217"/>
                      </a:cubicBezTo>
                      <a:cubicBezTo>
                        <a:pt x="259" y="193"/>
                        <a:pt x="234" y="176"/>
                        <a:pt x="205" y="175"/>
                      </a:cubicBezTo>
                      <a:cubicBezTo>
                        <a:pt x="201" y="119"/>
                        <a:pt x="201" y="119"/>
                        <a:pt x="201" y="119"/>
                      </a:cubicBezTo>
                      <a:cubicBezTo>
                        <a:pt x="229" y="114"/>
                        <a:pt x="250" y="90"/>
                        <a:pt x="250" y="60"/>
                      </a:cubicBezTo>
                      <a:cubicBezTo>
                        <a:pt x="250" y="27"/>
                        <a:pt x="223" y="0"/>
                        <a:pt x="190" y="0"/>
                      </a:cubicBezTo>
                      <a:cubicBezTo>
                        <a:pt x="157" y="0"/>
                        <a:pt x="130" y="27"/>
                        <a:pt x="130" y="60"/>
                      </a:cubicBezTo>
                      <a:cubicBezTo>
                        <a:pt x="130" y="68"/>
                        <a:pt x="132" y="75"/>
                        <a:pt x="134" y="82"/>
                      </a:cubicBezTo>
                      <a:cubicBezTo>
                        <a:pt x="55" y="123"/>
                        <a:pt x="55" y="123"/>
                        <a:pt x="55" y="123"/>
                      </a:cubicBezTo>
                      <a:cubicBezTo>
                        <a:pt x="49" y="116"/>
                        <a:pt x="41" y="112"/>
                        <a:pt x="31" y="112"/>
                      </a:cubicBezTo>
                      <a:cubicBezTo>
                        <a:pt x="14" y="112"/>
                        <a:pt x="0" y="125"/>
                        <a:pt x="0" y="142"/>
                      </a:cubicBezTo>
                      <a:cubicBezTo>
                        <a:pt x="0" y="160"/>
                        <a:pt x="14" y="173"/>
                        <a:pt x="31" y="173"/>
                      </a:cubicBezTo>
                      <a:cubicBezTo>
                        <a:pt x="48" y="173"/>
                        <a:pt x="62" y="160"/>
                        <a:pt x="62" y="142"/>
                      </a:cubicBezTo>
                      <a:cubicBezTo>
                        <a:pt x="62" y="140"/>
                        <a:pt x="62" y="137"/>
                        <a:pt x="61" y="135"/>
                      </a:cubicBezTo>
                      <a:cubicBezTo>
                        <a:pt x="140" y="94"/>
                        <a:pt x="140" y="94"/>
                        <a:pt x="140" y="94"/>
                      </a:cubicBezTo>
                      <a:cubicBezTo>
                        <a:pt x="151" y="109"/>
                        <a:pt x="168" y="119"/>
                        <a:pt x="188" y="120"/>
                      </a:cubicBezTo>
                      <a:cubicBezTo>
                        <a:pt x="192" y="176"/>
                        <a:pt x="192" y="176"/>
                        <a:pt x="192" y="176"/>
                      </a:cubicBezTo>
                      <a:cubicBezTo>
                        <a:pt x="156" y="182"/>
                        <a:pt x="128" y="213"/>
                        <a:pt x="128" y="251"/>
                      </a:cubicBezTo>
                      <a:cubicBezTo>
                        <a:pt x="128" y="293"/>
                        <a:pt x="162" y="327"/>
                        <a:pt x="204" y="327"/>
                      </a:cubicBezTo>
                      <a:cubicBezTo>
                        <a:pt x="225" y="327"/>
                        <a:pt x="244" y="318"/>
                        <a:pt x="258" y="304"/>
                      </a:cubicBezTo>
                      <a:cubicBezTo>
                        <a:pt x="321" y="356"/>
                        <a:pt x="321" y="356"/>
                        <a:pt x="321" y="356"/>
                      </a:cubicBezTo>
                      <a:cubicBezTo>
                        <a:pt x="317" y="362"/>
                        <a:pt x="315" y="370"/>
                        <a:pt x="315" y="378"/>
                      </a:cubicBezTo>
                      <a:cubicBezTo>
                        <a:pt x="315" y="402"/>
                        <a:pt x="334" y="422"/>
                        <a:pt x="358" y="422"/>
                      </a:cubicBezTo>
                      <a:cubicBezTo>
                        <a:pt x="382" y="422"/>
                        <a:pt x="402" y="402"/>
                        <a:pt x="402" y="378"/>
                      </a:cubicBezTo>
                      <a:cubicBezTo>
                        <a:pt x="402" y="354"/>
                        <a:pt x="382" y="335"/>
                        <a:pt x="358" y="335"/>
                      </a:cubicBezTo>
                      <a:cubicBezTo>
                        <a:pt x="347" y="335"/>
                        <a:pt x="337" y="339"/>
                        <a:pt x="329" y="346"/>
                      </a:cubicBezTo>
                      <a:cubicBezTo>
                        <a:pt x="266" y="294"/>
                        <a:pt x="266" y="294"/>
                        <a:pt x="266" y="294"/>
                      </a:cubicBezTo>
                      <a:cubicBezTo>
                        <a:pt x="275" y="282"/>
                        <a:pt x="280" y="267"/>
                        <a:pt x="280" y="251"/>
                      </a:cubicBezTo>
                      <a:cubicBezTo>
                        <a:pt x="280" y="244"/>
                        <a:pt x="279" y="237"/>
                        <a:pt x="277" y="230"/>
                      </a:cubicBezTo>
                      <a:cubicBezTo>
                        <a:pt x="383" y="188"/>
                        <a:pt x="383" y="188"/>
                        <a:pt x="383" y="188"/>
                      </a:cubicBezTo>
                      <a:cubicBezTo>
                        <a:pt x="388" y="197"/>
                        <a:pt x="398" y="202"/>
                        <a:pt x="408" y="202"/>
                      </a:cubicBezTo>
                      <a:cubicBezTo>
                        <a:pt x="425" y="202"/>
                        <a:pt x="439" y="188"/>
                        <a:pt x="439" y="171"/>
                      </a:cubicBezTo>
                      <a:cubicBezTo>
                        <a:pt x="439" y="154"/>
                        <a:pt x="425" y="140"/>
                        <a:pt x="408" y="140"/>
                      </a:cubicBezTo>
                      <a:close/>
                    </a:path>
                  </a:pathLst>
                </a:custGeom>
                <a:solidFill>
                  <a:srgbClr val="CD391F">
                    <a:alpha val="69803"/>
                  </a:srgbClr>
                </a:solid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Century Gothic"/>
                    <a:buNone/>
                  </a:pPr>
                  <a:endParaRPr sz="1800" b="0" i="0" u="none" strike="noStrike" cap="none">
                    <a:solidFill>
                      <a:srgbClr val="3C3C3B"/>
                    </a:solidFill>
                    <a:latin typeface="Century Gothic"/>
                    <a:ea typeface="Century Gothic"/>
                    <a:cs typeface="Century Gothic"/>
                    <a:sym typeface="Century Gothic"/>
                  </a:endParaRPr>
                </a:p>
              </p:txBody>
            </p:sp>
          </p:grpSp>
          <p:sp>
            <p:nvSpPr>
              <p:cNvPr id="1581" name="Google Shape;1581;p102"/>
              <p:cNvSpPr/>
              <p:nvPr/>
            </p:nvSpPr>
            <p:spPr>
              <a:xfrm>
                <a:off x="8278580" y="2640132"/>
                <a:ext cx="816440" cy="751329"/>
              </a:xfrm>
              <a:custGeom>
                <a:avLst/>
                <a:gdLst/>
                <a:ahLst/>
                <a:cxnLst/>
                <a:rect l="l" t="t" r="r" b="b"/>
                <a:pathLst>
                  <a:path w="805" h="733" extrusionOk="0">
                    <a:moveTo>
                      <a:pt x="456" y="617"/>
                    </a:moveTo>
                    <a:cubicBezTo>
                      <a:pt x="415" y="635"/>
                      <a:pt x="371" y="645"/>
                      <a:pt x="323" y="645"/>
                    </a:cubicBezTo>
                    <a:cubicBezTo>
                      <a:pt x="145" y="645"/>
                      <a:pt x="0" y="501"/>
                      <a:pt x="0" y="323"/>
                    </a:cubicBezTo>
                    <a:cubicBezTo>
                      <a:pt x="0" y="145"/>
                      <a:pt x="145" y="0"/>
                      <a:pt x="323" y="0"/>
                    </a:cubicBezTo>
                    <a:cubicBezTo>
                      <a:pt x="501" y="0"/>
                      <a:pt x="646" y="145"/>
                      <a:pt x="646" y="323"/>
                    </a:cubicBezTo>
                    <a:cubicBezTo>
                      <a:pt x="646" y="341"/>
                      <a:pt x="644" y="359"/>
                      <a:pt x="641" y="377"/>
                    </a:cubicBezTo>
                    <a:cubicBezTo>
                      <a:pt x="639" y="377"/>
                      <a:pt x="637" y="376"/>
                      <a:pt x="635" y="376"/>
                    </a:cubicBezTo>
                    <a:cubicBezTo>
                      <a:pt x="559" y="376"/>
                      <a:pt x="494" y="422"/>
                      <a:pt x="464" y="487"/>
                    </a:cubicBezTo>
                    <a:cubicBezTo>
                      <a:pt x="418" y="388"/>
                      <a:pt x="418" y="388"/>
                      <a:pt x="418" y="388"/>
                    </a:cubicBezTo>
                    <a:cubicBezTo>
                      <a:pt x="414" y="378"/>
                      <a:pt x="407" y="368"/>
                      <a:pt x="399" y="359"/>
                    </a:cubicBezTo>
                    <a:cubicBezTo>
                      <a:pt x="391" y="350"/>
                      <a:pt x="383" y="344"/>
                      <a:pt x="375" y="341"/>
                    </a:cubicBezTo>
                    <a:cubicBezTo>
                      <a:pt x="375" y="340"/>
                      <a:pt x="375" y="340"/>
                      <a:pt x="375" y="340"/>
                    </a:cubicBezTo>
                    <a:cubicBezTo>
                      <a:pt x="401" y="333"/>
                      <a:pt x="422" y="321"/>
                      <a:pt x="436" y="303"/>
                    </a:cubicBezTo>
                    <a:cubicBezTo>
                      <a:pt x="451" y="284"/>
                      <a:pt x="458" y="262"/>
                      <a:pt x="458" y="236"/>
                    </a:cubicBezTo>
                    <a:cubicBezTo>
                      <a:pt x="458" y="204"/>
                      <a:pt x="448" y="179"/>
                      <a:pt x="426" y="161"/>
                    </a:cubicBezTo>
                    <a:cubicBezTo>
                      <a:pt x="404" y="143"/>
                      <a:pt x="373" y="134"/>
                      <a:pt x="334" y="134"/>
                    </a:cubicBezTo>
                    <a:cubicBezTo>
                      <a:pt x="212" y="134"/>
                      <a:pt x="212" y="134"/>
                      <a:pt x="212" y="134"/>
                    </a:cubicBezTo>
                    <a:cubicBezTo>
                      <a:pt x="212" y="511"/>
                      <a:pt x="212" y="511"/>
                      <a:pt x="212" y="511"/>
                    </a:cubicBezTo>
                    <a:cubicBezTo>
                      <a:pt x="275" y="511"/>
                      <a:pt x="275" y="511"/>
                      <a:pt x="275" y="511"/>
                    </a:cubicBezTo>
                    <a:cubicBezTo>
                      <a:pt x="275" y="358"/>
                      <a:pt x="275" y="358"/>
                      <a:pt x="275" y="358"/>
                    </a:cubicBezTo>
                    <a:cubicBezTo>
                      <a:pt x="304" y="358"/>
                      <a:pt x="304" y="358"/>
                      <a:pt x="304" y="358"/>
                    </a:cubicBezTo>
                    <a:cubicBezTo>
                      <a:pt x="326" y="358"/>
                      <a:pt x="343" y="373"/>
                      <a:pt x="355" y="402"/>
                    </a:cubicBezTo>
                    <a:cubicBezTo>
                      <a:pt x="401" y="511"/>
                      <a:pt x="401" y="511"/>
                      <a:pt x="401" y="511"/>
                    </a:cubicBezTo>
                    <a:cubicBezTo>
                      <a:pt x="456" y="511"/>
                      <a:pt x="456" y="511"/>
                      <a:pt x="456" y="511"/>
                    </a:cubicBezTo>
                    <a:cubicBezTo>
                      <a:pt x="451" y="528"/>
                      <a:pt x="448" y="545"/>
                      <a:pt x="448" y="563"/>
                    </a:cubicBezTo>
                    <a:cubicBezTo>
                      <a:pt x="448" y="582"/>
                      <a:pt x="451" y="600"/>
                      <a:pt x="456" y="617"/>
                    </a:cubicBezTo>
                    <a:moveTo>
                      <a:pt x="375" y="201"/>
                    </a:moveTo>
                    <a:cubicBezTo>
                      <a:pt x="363" y="191"/>
                      <a:pt x="346" y="186"/>
                      <a:pt x="325" y="186"/>
                    </a:cubicBezTo>
                    <a:cubicBezTo>
                      <a:pt x="275" y="186"/>
                      <a:pt x="275" y="186"/>
                      <a:pt x="275" y="186"/>
                    </a:cubicBezTo>
                    <a:cubicBezTo>
                      <a:pt x="275" y="306"/>
                      <a:pt x="275" y="306"/>
                      <a:pt x="275" y="306"/>
                    </a:cubicBezTo>
                    <a:cubicBezTo>
                      <a:pt x="324" y="306"/>
                      <a:pt x="324" y="306"/>
                      <a:pt x="324" y="306"/>
                    </a:cubicBezTo>
                    <a:cubicBezTo>
                      <a:pt x="344" y="306"/>
                      <a:pt x="360" y="300"/>
                      <a:pt x="373" y="288"/>
                    </a:cubicBezTo>
                    <a:cubicBezTo>
                      <a:pt x="386" y="276"/>
                      <a:pt x="393" y="261"/>
                      <a:pt x="393" y="242"/>
                    </a:cubicBezTo>
                    <a:cubicBezTo>
                      <a:pt x="393" y="224"/>
                      <a:pt x="387" y="211"/>
                      <a:pt x="375" y="201"/>
                    </a:cubicBezTo>
                    <a:close/>
                    <a:moveTo>
                      <a:pt x="805" y="563"/>
                    </a:moveTo>
                    <a:cubicBezTo>
                      <a:pt x="805" y="657"/>
                      <a:pt x="729" y="733"/>
                      <a:pt x="635" y="733"/>
                    </a:cubicBezTo>
                    <a:cubicBezTo>
                      <a:pt x="541" y="733"/>
                      <a:pt x="465" y="657"/>
                      <a:pt x="465" y="563"/>
                    </a:cubicBezTo>
                    <a:cubicBezTo>
                      <a:pt x="465" y="470"/>
                      <a:pt x="541" y="393"/>
                      <a:pt x="635" y="393"/>
                    </a:cubicBezTo>
                    <a:cubicBezTo>
                      <a:pt x="729" y="393"/>
                      <a:pt x="805" y="470"/>
                      <a:pt x="805" y="563"/>
                    </a:cubicBezTo>
                    <a:close/>
                    <a:moveTo>
                      <a:pt x="772" y="563"/>
                    </a:moveTo>
                    <a:cubicBezTo>
                      <a:pt x="772" y="488"/>
                      <a:pt x="710" y="427"/>
                      <a:pt x="635" y="427"/>
                    </a:cubicBezTo>
                    <a:cubicBezTo>
                      <a:pt x="560" y="427"/>
                      <a:pt x="499" y="488"/>
                      <a:pt x="499" y="563"/>
                    </a:cubicBezTo>
                    <a:cubicBezTo>
                      <a:pt x="499" y="639"/>
                      <a:pt x="560" y="700"/>
                      <a:pt x="635" y="700"/>
                    </a:cubicBezTo>
                    <a:cubicBezTo>
                      <a:pt x="710" y="700"/>
                      <a:pt x="772" y="639"/>
                      <a:pt x="772" y="563"/>
                    </a:cubicBezTo>
                    <a:close/>
                    <a:moveTo>
                      <a:pt x="600" y="616"/>
                    </a:moveTo>
                    <a:cubicBezTo>
                      <a:pt x="600" y="596"/>
                      <a:pt x="600" y="596"/>
                      <a:pt x="600" y="596"/>
                    </a:cubicBezTo>
                    <a:cubicBezTo>
                      <a:pt x="542" y="566"/>
                      <a:pt x="542" y="566"/>
                      <a:pt x="542" y="566"/>
                    </a:cubicBezTo>
                    <a:cubicBezTo>
                      <a:pt x="542" y="565"/>
                      <a:pt x="542" y="565"/>
                      <a:pt x="542" y="565"/>
                    </a:cubicBezTo>
                    <a:cubicBezTo>
                      <a:pt x="600" y="532"/>
                      <a:pt x="600" y="532"/>
                      <a:pt x="600" y="532"/>
                    </a:cubicBezTo>
                    <a:cubicBezTo>
                      <a:pt x="600" y="513"/>
                      <a:pt x="600" y="513"/>
                      <a:pt x="600" y="513"/>
                    </a:cubicBezTo>
                    <a:cubicBezTo>
                      <a:pt x="519" y="561"/>
                      <a:pt x="519" y="561"/>
                      <a:pt x="519" y="561"/>
                    </a:cubicBezTo>
                    <a:cubicBezTo>
                      <a:pt x="519" y="572"/>
                      <a:pt x="519" y="572"/>
                      <a:pt x="519" y="572"/>
                    </a:cubicBezTo>
                    <a:lnTo>
                      <a:pt x="600" y="616"/>
                    </a:lnTo>
                    <a:close/>
                    <a:moveTo>
                      <a:pt x="677" y="479"/>
                    </a:moveTo>
                    <a:cubicBezTo>
                      <a:pt x="657" y="479"/>
                      <a:pt x="657" y="479"/>
                      <a:pt x="657" y="479"/>
                    </a:cubicBezTo>
                    <a:cubicBezTo>
                      <a:pt x="595" y="650"/>
                      <a:pt x="595" y="650"/>
                      <a:pt x="595" y="650"/>
                    </a:cubicBezTo>
                    <a:cubicBezTo>
                      <a:pt x="614" y="650"/>
                      <a:pt x="614" y="650"/>
                      <a:pt x="614" y="650"/>
                    </a:cubicBezTo>
                    <a:lnTo>
                      <a:pt x="677" y="479"/>
                    </a:lnTo>
                    <a:close/>
                    <a:moveTo>
                      <a:pt x="754" y="571"/>
                    </a:moveTo>
                    <a:cubicBezTo>
                      <a:pt x="754" y="560"/>
                      <a:pt x="754" y="560"/>
                      <a:pt x="754" y="560"/>
                    </a:cubicBezTo>
                    <a:cubicBezTo>
                      <a:pt x="673" y="512"/>
                      <a:pt x="673" y="512"/>
                      <a:pt x="673" y="512"/>
                    </a:cubicBezTo>
                    <a:cubicBezTo>
                      <a:pt x="673" y="532"/>
                      <a:pt x="673" y="532"/>
                      <a:pt x="673" y="532"/>
                    </a:cubicBezTo>
                    <a:cubicBezTo>
                      <a:pt x="732" y="565"/>
                      <a:pt x="732" y="565"/>
                      <a:pt x="732" y="565"/>
                    </a:cubicBezTo>
                    <a:cubicBezTo>
                      <a:pt x="732" y="566"/>
                      <a:pt x="732" y="566"/>
                      <a:pt x="732" y="566"/>
                    </a:cubicBezTo>
                    <a:cubicBezTo>
                      <a:pt x="673" y="595"/>
                      <a:pt x="673" y="595"/>
                      <a:pt x="673" y="595"/>
                    </a:cubicBezTo>
                    <a:cubicBezTo>
                      <a:pt x="673" y="615"/>
                      <a:pt x="673" y="615"/>
                      <a:pt x="673" y="615"/>
                    </a:cubicBezTo>
                    <a:lnTo>
                      <a:pt x="754" y="571"/>
                    </a:lnTo>
                    <a:close/>
                  </a:path>
                </a:pathLst>
              </a:custGeom>
              <a:solidFill>
                <a:srgbClr val="CD391F">
                  <a:alpha val="69803"/>
                </a:srgb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Century Gothic"/>
                  <a:buNone/>
                </a:pPr>
                <a:endParaRPr sz="1800" b="0" i="0" u="none" strike="noStrike" cap="none">
                  <a:solidFill>
                    <a:srgbClr val="3C3C3B"/>
                  </a:solidFill>
                  <a:latin typeface="Century Gothic"/>
                  <a:ea typeface="Century Gothic"/>
                  <a:cs typeface="Century Gothic"/>
                  <a:sym typeface="Century Gothic"/>
                </a:endParaRPr>
              </a:p>
            </p:txBody>
          </p:sp>
          <p:sp>
            <p:nvSpPr>
              <p:cNvPr id="1582" name="Google Shape;1582;p102"/>
              <p:cNvSpPr/>
              <p:nvPr/>
            </p:nvSpPr>
            <p:spPr>
              <a:xfrm>
                <a:off x="6269745" y="2637237"/>
                <a:ext cx="774716" cy="774714"/>
              </a:xfrm>
              <a:custGeom>
                <a:avLst/>
                <a:gdLst/>
                <a:ahLst/>
                <a:cxnLst/>
                <a:rect l="l" t="t" r="r" b="b"/>
                <a:pathLst>
                  <a:path w="568" h="568" extrusionOk="0">
                    <a:moveTo>
                      <a:pt x="284" y="0"/>
                    </a:moveTo>
                    <a:cubicBezTo>
                      <a:pt x="128" y="0"/>
                      <a:pt x="0" y="128"/>
                      <a:pt x="0" y="284"/>
                    </a:cubicBezTo>
                    <a:cubicBezTo>
                      <a:pt x="0" y="440"/>
                      <a:pt x="128" y="568"/>
                      <a:pt x="284" y="568"/>
                    </a:cubicBezTo>
                    <a:cubicBezTo>
                      <a:pt x="440" y="568"/>
                      <a:pt x="568" y="440"/>
                      <a:pt x="568" y="284"/>
                    </a:cubicBezTo>
                    <a:cubicBezTo>
                      <a:pt x="568" y="128"/>
                      <a:pt x="440" y="0"/>
                      <a:pt x="284" y="0"/>
                    </a:cubicBezTo>
                    <a:close/>
                    <a:moveTo>
                      <a:pt x="538" y="200"/>
                    </a:moveTo>
                    <a:cubicBezTo>
                      <a:pt x="522" y="203"/>
                      <a:pt x="482" y="210"/>
                      <a:pt x="430" y="228"/>
                    </a:cubicBezTo>
                    <a:cubicBezTo>
                      <a:pt x="422" y="213"/>
                      <a:pt x="406" y="204"/>
                      <a:pt x="389" y="204"/>
                    </a:cubicBezTo>
                    <a:cubicBezTo>
                      <a:pt x="382" y="204"/>
                      <a:pt x="375" y="206"/>
                      <a:pt x="369" y="208"/>
                    </a:cubicBezTo>
                    <a:cubicBezTo>
                      <a:pt x="347" y="182"/>
                      <a:pt x="320" y="161"/>
                      <a:pt x="293" y="144"/>
                    </a:cubicBezTo>
                    <a:cubicBezTo>
                      <a:pt x="295" y="139"/>
                      <a:pt x="296" y="134"/>
                      <a:pt x="296" y="128"/>
                    </a:cubicBezTo>
                    <a:cubicBezTo>
                      <a:pt x="296" y="112"/>
                      <a:pt x="288" y="97"/>
                      <a:pt x="275" y="89"/>
                    </a:cubicBezTo>
                    <a:cubicBezTo>
                      <a:pt x="296" y="53"/>
                      <a:pt x="314" y="27"/>
                      <a:pt x="320" y="19"/>
                    </a:cubicBezTo>
                    <a:cubicBezTo>
                      <a:pt x="423" y="33"/>
                      <a:pt x="507" y="105"/>
                      <a:pt x="538" y="200"/>
                    </a:cubicBezTo>
                    <a:close/>
                    <a:moveTo>
                      <a:pt x="226" y="325"/>
                    </a:moveTo>
                    <a:cubicBezTo>
                      <a:pt x="218" y="320"/>
                      <a:pt x="209" y="317"/>
                      <a:pt x="199" y="317"/>
                    </a:cubicBezTo>
                    <a:cubicBezTo>
                      <a:pt x="198" y="317"/>
                      <a:pt x="198" y="317"/>
                      <a:pt x="197" y="317"/>
                    </a:cubicBezTo>
                    <a:cubicBezTo>
                      <a:pt x="198" y="310"/>
                      <a:pt x="198" y="303"/>
                      <a:pt x="199" y="296"/>
                    </a:cubicBezTo>
                    <a:cubicBezTo>
                      <a:pt x="203" y="253"/>
                      <a:pt x="217" y="211"/>
                      <a:pt x="233" y="172"/>
                    </a:cubicBezTo>
                    <a:cubicBezTo>
                      <a:pt x="238" y="174"/>
                      <a:pt x="243" y="175"/>
                      <a:pt x="249" y="175"/>
                    </a:cubicBezTo>
                    <a:cubicBezTo>
                      <a:pt x="265" y="175"/>
                      <a:pt x="279" y="167"/>
                      <a:pt x="288" y="155"/>
                    </a:cubicBezTo>
                    <a:cubicBezTo>
                      <a:pt x="313" y="170"/>
                      <a:pt x="338" y="190"/>
                      <a:pt x="359" y="215"/>
                    </a:cubicBezTo>
                    <a:cubicBezTo>
                      <a:pt x="349" y="223"/>
                      <a:pt x="342" y="236"/>
                      <a:pt x="342" y="251"/>
                    </a:cubicBezTo>
                    <a:cubicBezTo>
                      <a:pt x="342" y="254"/>
                      <a:pt x="342" y="258"/>
                      <a:pt x="343" y="261"/>
                    </a:cubicBezTo>
                    <a:cubicBezTo>
                      <a:pt x="306" y="278"/>
                      <a:pt x="266" y="299"/>
                      <a:pt x="226" y="325"/>
                    </a:cubicBezTo>
                    <a:close/>
                    <a:moveTo>
                      <a:pt x="307" y="17"/>
                    </a:moveTo>
                    <a:cubicBezTo>
                      <a:pt x="298" y="29"/>
                      <a:pt x="282" y="53"/>
                      <a:pt x="264" y="84"/>
                    </a:cubicBezTo>
                    <a:cubicBezTo>
                      <a:pt x="259" y="82"/>
                      <a:pt x="254" y="81"/>
                      <a:pt x="249" y="81"/>
                    </a:cubicBezTo>
                    <a:cubicBezTo>
                      <a:pt x="231" y="81"/>
                      <a:pt x="215" y="91"/>
                      <a:pt x="207" y="106"/>
                    </a:cubicBezTo>
                    <a:cubicBezTo>
                      <a:pt x="163" y="92"/>
                      <a:pt x="124" y="87"/>
                      <a:pt x="104" y="86"/>
                    </a:cubicBezTo>
                    <a:cubicBezTo>
                      <a:pt x="152" y="43"/>
                      <a:pt x="215" y="16"/>
                      <a:pt x="284" y="16"/>
                    </a:cubicBezTo>
                    <a:cubicBezTo>
                      <a:pt x="292" y="16"/>
                      <a:pt x="299" y="17"/>
                      <a:pt x="307" y="17"/>
                    </a:cubicBezTo>
                    <a:close/>
                    <a:moveTo>
                      <a:pt x="93" y="97"/>
                    </a:moveTo>
                    <a:cubicBezTo>
                      <a:pt x="104" y="98"/>
                      <a:pt x="149" y="101"/>
                      <a:pt x="203" y="117"/>
                    </a:cubicBezTo>
                    <a:cubicBezTo>
                      <a:pt x="202" y="121"/>
                      <a:pt x="202" y="124"/>
                      <a:pt x="202" y="128"/>
                    </a:cubicBezTo>
                    <a:cubicBezTo>
                      <a:pt x="202" y="144"/>
                      <a:pt x="210" y="158"/>
                      <a:pt x="222" y="167"/>
                    </a:cubicBezTo>
                    <a:cubicBezTo>
                      <a:pt x="206" y="207"/>
                      <a:pt x="192" y="251"/>
                      <a:pt x="187" y="294"/>
                    </a:cubicBezTo>
                    <a:cubicBezTo>
                      <a:pt x="186" y="303"/>
                      <a:pt x="186" y="311"/>
                      <a:pt x="185" y="319"/>
                    </a:cubicBezTo>
                    <a:cubicBezTo>
                      <a:pt x="166" y="325"/>
                      <a:pt x="152" y="343"/>
                      <a:pt x="152" y="364"/>
                    </a:cubicBezTo>
                    <a:cubicBezTo>
                      <a:pt x="152" y="369"/>
                      <a:pt x="153" y="375"/>
                      <a:pt x="155" y="380"/>
                    </a:cubicBezTo>
                    <a:cubicBezTo>
                      <a:pt x="129" y="402"/>
                      <a:pt x="103" y="428"/>
                      <a:pt x="80" y="456"/>
                    </a:cubicBezTo>
                    <a:cubicBezTo>
                      <a:pt x="40" y="410"/>
                      <a:pt x="16" y="350"/>
                      <a:pt x="16" y="284"/>
                    </a:cubicBezTo>
                    <a:cubicBezTo>
                      <a:pt x="16" y="211"/>
                      <a:pt x="46" y="145"/>
                      <a:pt x="93" y="97"/>
                    </a:cubicBezTo>
                    <a:close/>
                    <a:moveTo>
                      <a:pt x="88" y="465"/>
                    </a:moveTo>
                    <a:cubicBezTo>
                      <a:pt x="110" y="438"/>
                      <a:pt x="135" y="413"/>
                      <a:pt x="160" y="391"/>
                    </a:cubicBezTo>
                    <a:cubicBezTo>
                      <a:pt x="168" y="402"/>
                      <a:pt x="180" y="409"/>
                      <a:pt x="194" y="411"/>
                    </a:cubicBezTo>
                    <a:cubicBezTo>
                      <a:pt x="207" y="473"/>
                      <a:pt x="232" y="524"/>
                      <a:pt x="245" y="549"/>
                    </a:cubicBezTo>
                    <a:cubicBezTo>
                      <a:pt x="183" y="540"/>
                      <a:pt x="128" y="509"/>
                      <a:pt x="88" y="465"/>
                    </a:cubicBezTo>
                    <a:close/>
                    <a:moveTo>
                      <a:pt x="260" y="550"/>
                    </a:moveTo>
                    <a:cubicBezTo>
                      <a:pt x="249" y="531"/>
                      <a:pt x="221" y="478"/>
                      <a:pt x="206" y="410"/>
                    </a:cubicBezTo>
                    <a:cubicBezTo>
                      <a:pt x="229" y="407"/>
                      <a:pt x="246" y="388"/>
                      <a:pt x="246" y="364"/>
                    </a:cubicBezTo>
                    <a:cubicBezTo>
                      <a:pt x="246" y="352"/>
                      <a:pt x="242" y="342"/>
                      <a:pt x="235" y="334"/>
                    </a:cubicBezTo>
                    <a:cubicBezTo>
                      <a:pt x="273" y="309"/>
                      <a:pt x="311" y="288"/>
                      <a:pt x="347" y="272"/>
                    </a:cubicBezTo>
                    <a:cubicBezTo>
                      <a:pt x="355" y="288"/>
                      <a:pt x="371" y="298"/>
                      <a:pt x="389" y="298"/>
                    </a:cubicBezTo>
                    <a:cubicBezTo>
                      <a:pt x="395" y="298"/>
                      <a:pt x="401" y="297"/>
                      <a:pt x="406" y="295"/>
                    </a:cubicBezTo>
                    <a:cubicBezTo>
                      <a:pt x="429" y="356"/>
                      <a:pt x="434" y="429"/>
                      <a:pt x="419" y="515"/>
                    </a:cubicBezTo>
                    <a:cubicBezTo>
                      <a:pt x="379" y="538"/>
                      <a:pt x="333" y="552"/>
                      <a:pt x="284" y="552"/>
                    </a:cubicBezTo>
                    <a:cubicBezTo>
                      <a:pt x="276" y="552"/>
                      <a:pt x="268" y="551"/>
                      <a:pt x="260" y="550"/>
                    </a:cubicBezTo>
                    <a:close/>
                    <a:moveTo>
                      <a:pt x="433" y="506"/>
                    </a:moveTo>
                    <a:cubicBezTo>
                      <a:pt x="446" y="423"/>
                      <a:pt x="440" y="350"/>
                      <a:pt x="417" y="289"/>
                    </a:cubicBezTo>
                    <a:cubicBezTo>
                      <a:pt x="428" y="280"/>
                      <a:pt x="436" y="267"/>
                      <a:pt x="436" y="251"/>
                    </a:cubicBezTo>
                    <a:cubicBezTo>
                      <a:pt x="436" y="247"/>
                      <a:pt x="435" y="243"/>
                      <a:pt x="434" y="239"/>
                    </a:cubicBezTo>
                    <a:cubicBezTo>
                      <a:pt x="488" y="221"/>
                      <a:pt x="528" y="214"/>
                      <a:pt x="542" y="212"/>
                    </a:cubicBezTo>
                    <a:cubicBezTo>
                      <a:pt x="548" y="235"/>
                      <a:pt x="552" y="259"/>
                      <a:pt x="552" y="284"/>
                    </a:cubicBezTo>
                    <a:cubicBezTo>
                      <a:pt x="552" y="377"/>
                      <a:pt x="504" y="458"/>
                      <a:pt x="433" y="506"/>
                    </a:cubicBezTo>
                    <a:close/>
                  </a:path>
                </a:pathLst>
              </a:custGeom>
              <a:solidFill>
                <a:srgbClr val="CD391F">
                  <a:alpha val="69803"/>
                </a:srgb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Century Gothic"/>
                  <a:buNone/>
                </a:pPr>
                <a:endParaRPr sz="1800" b="0" i="0" u="none" strike="noStrike" cap="none">
                  <a:solidFill>
                    <a:srgbClr val="3C3C3B"/>
                  </a:solidFill>
                  <a:latin typeface="Century Gothic"/>
                  <a:ea typeface="Century Gothic"/>
                  <a:cs typeface="Century Gothic"/>
                  <a:sym typeface="Century Gothic"/>
                </a:endParaRPr>
              </a:p>
            </p:txBody>
          </p:sp>
          <p:sp>
            <p:nvSpPr>
              <p:cNvPr id="1583" name="Google Shape;1583;p102"/>
              <p:cNvSpPr/>
              <p:nvPr/>
            </p:nvSpPr>
            <p:spPr>
              <a:xfrm>
                <a:off x="7224175" y="2716464"/>
                <a:ext cx="854290" cy="614602"/>
              </a:xfrm>
              <a:custGeom>
                <a:avLst/>
                <a:gdLst/>
                <a:ahLst/>
                <a:cxnLst/>
                <a:rect l="l" t="t" r="r" b="b"/>
                <a:pathLst>
                  <a:path w="564" h="406" extrusionOk="0">
                    <a:moveTo>
                      <a:pt x="483" y="212"/>
                    </a:moveTo>
                    <a:cubicBezTo>
                      <a:pt x="486" y="231"/>
                      <a:pt x="503" y="245"/>
                      <a:pt x="523" y="245"/>
                    </a:cubicBezTo>
                    <a:cubicBezTo>
                      <a:pt x="546" y="245"/>
                      <a:pt x="564" y="227"/>
                      <a:pt x="564" y="204"/>
                    </a:cubicBezTo>
                    <a:cubicBezTo>
                      <a:pt x="564" y="181"/>
                      <a:pt x="546" y="163"/>
                      <a:pt x="523" y="163"/>
                    </a:cubicBezTo>
                    <a:cubicBezTo>
                      <a:pt x="503" y="163"/>
                      <a:pt x="487" y="177"/>
                      <a:pt x="483" y="196"/>
                    </a:cubicBezTo>
                    <a:cubicBezTo>
                      <a:pt x="330" y="196"/>
                      <a:pt x="330" y="196"/>
                      <a:pt x="330" y="196"/>
                    </a:cubicBezTo>
                    <a:cubicBezTo>
                      <a:pt x="328" y="186"/>
                      <a:pt x="324" y="176"/>
                      <a:pt x="318" y="169"/>
                    </a:cubicBezTo>
                    <a:cubicBezTo>
                      <a:pt x="404" y="49"/>
                      <a:pt x="404" y="49"/>
                      <a:pt x="404" y="49"/>
                    </a:cubicBezTo>
                    <a:cubicBezTo>
                      <a:pt x="483" y="49"/>
                      <a:pt x="483" y="49"/>
                      <a:pt x="483" y="49"/>
                    </a:cubicBezTo>
                    <a:cubicBezTo>
                      <a:pt x="486" y="68"/>
                      <a:pt x="503" y="82"/>
                      <a:pt x="523" y="82"/>
                    </a:cubicBezTo>
                    <a:cubicBezTo>
                      <a:pt x="546" y="82"/>
                      <a:pt x="564" y="64"/>
                      <a:pt x="564" y="41"/>
                    </a:cubicBezTo>
                    <a:cubicBezTo>
                      <a:pt x="564" y="18"/>
                      <a:pt x="546" y="0"/>
                      <a:pt x="523" y="0"/>
                    </a:cubicBezTo>
                    <a:cubicBezTo>
                      <a:pt x="503" y="0"/>
                      <a:pt x="486" y="14"/>
                      <a:pt x="483" y="33"/>
                    </a:cubicBezTo>
                    <a:cubicBezTo>
                      <a:pt x="396" y="33"/>
                      <a:pt x="396" y="33"/>
                      <a:pt x="396" y="33"/>
                    </a:cubicBezTo>
                    <a:cubicBezTo>
                      <a:pt x="305" y="159"/>
                      <a:pt x="305" y="159"/>
                      <a:pt x="305" y="159"/>
                    </a:cubicBezTo>
                    <a:cubicBezTo>
                      <a:pt x="298" y="155"/>
                      <a:pt x="289" y="152"/>
                      <a:pt x="280" y="152"/>
                    </a:cubicBezTo>
                    <a:cubicBezTo>
                      <a:pt x="272" y="152"/>
                      <a:pt x="264" y="154"/>
                      <a:pt x="258" y="157"/>
                    </a:cubicBezTo>
                    <a:cubicBezTo>
                      <a:pt x="168" y="33"/>
                      <a:pt x="168" y="33"/>
                      <a:pt x="168" y="33"/>
                    </a:cubicBezTo>
                    <a:cubicBezTo>
                      <a:pt x="81" y="33"/>
                      <a:pt x="81" y="33"/>
                      <a:pt x="81" y="33"/>
                    </a:cubicBezTo>
                    <a:cubicBezTo>
                      <a:pt x="78" y="14"/>
                      <a:pt x="61" y="0"/>
                      <a:pt x="41" y="0"/>
                    </a:cubicBezTo>
                    <a:cubicBezTo>
                      <a:pt x="18" y="0"/>
                      <a:pt x="0" y="18"/>
                      <a:pt x="0" y="41"/>
                    </a:cubicBezTo>
                    <a:cubicBezTo>
                      <a:pt x="0" y="64"/>
                      <a:pt x="18" y="82"/>
                      <a:pt x="41" y="82"/>
                    </a:cubicBezTo>
                    <a:cubicBezTo>
                      <a:pt x="61" y="82"/>
                      <a:pt x="78" y="68"/>
                      <a:pt x="81" y="49"/>
                    </a:cubicBezTo>
                    <a:cubicBezTo>
                      <a:pt x="160" y="49"/>
                      <a:pt x="160" y="49"/>
                      <a:pt x="160" y="49"/>
                    </a:cubicBezTo>
                    <a:cubicBezTo>
                      <a:pt x="245" y="167"/>
                      <a:pt x="245" y="167"/>
                      <a:pt x="245" y="167"/>
                    </a:cubicBezTo>
                    <a:cubicBezTo>
                      <a:pt x="237" y="174"/>
                      <a:pt x="232" y="184"/>
                      <a:pt x="230" y="196"/>
                    </a:cubicBezTo>
                    <a:cubicBezTo>
                      <a:pt x="81" y="196"/>
                      <a:pt x="81" y="196"/>
                      <a:pt x="81" y="196"/>
                    </a:cubicBezTo>
                    <a:cubicBezTo>
                      <a:pt x="77" y="177"/>
                      <a:pt x="61" y="163"/>
                      <a:pt x="41" y="163"/>
                    </a:cubicBezTo>
                    <a:cubicBezTo>
                      <a:pt x="18" y="163"/>
                      <a:pt x="0" y="181"/>
                      <a:pt x="0" y="204"/>
                    </a:cubicBezTo>
                    <a:cubicBezTo>
                      <a:pt x="0" y="227"/>
                      <a:pt x="18" y="245"/>
                      <a:pt x="41" y="245"/>
                    </a:cubicBezTo>
                    <a:cubicBezTo>
                      <a:pt x="61" y="245"/>
                      <a:pt x="78" y="231"/>
                      <a:pt x="81" y="212"/>
                    </a:cubicBezTo>
                    <a:cubicBezTo>
                      <a:pt x="231" y="212"/>
                      <a:pt x="231" y="212"/>
                      <a:pt x="231" y="212"/>
                    </a:cubicBezTo>
                    <a:cubicBezTo>
                      <a:pt x="233" y="222"/>
                      <a:pt x="238" y="231"/>
                      <a:pt x="246" y="238"/>
                    </a:cubicBezTo>
                    <a:cubicBezTo>
                      <a:pt x="160" y="357"/>
                      <a:pt x="160" y="357"/>
                      <a:pt x="160" y="357"/>
                    </a:cubicBezTo>
                    <a:cubicBezTo>
                      <a:pt x="81" y="357"/>
                      <a:pt x="81" y="357"/>
                      <a:pt x="81" y="357"/>
                    </a:cubicBezTo>
                    <a:cubicBezTo>
                      <a:pt x="78" y="338"/>
                      <a:pt x="61" y="324"/>
                      <a:pt x="41" y="324"/>
                    </a:cubicBezTo>
                    <a:cubicBezTo>
                      <a:pt x="18" y="324"/>
                      <a:pt x="0" y="342"/>
                      <a:pt x="0" y="365"/>
                    </a:cubicBezTo>
                    <a:cubicBezTo>
                      <a:pt x="0" y="388"/>
                      <a:pt x="18" y="406"/>
                      <a:pt x="41" y="406"/>
                    </a:cubicBezTo>
                    <a:cubicBezTo>
                      <a:pt x="61" y="406"/>
                      <a:pt x="78" y="392"/>
                      <a:pt x="81" y="373"/>
                    </a:cubicBezTo>
                    <a:cubicBezTo>
                      <a:pt x="168" y="373"/>
                      <a:pt x="168" y="373"/>
                      <a:pt x="168" y="373"/>
                    </a:cubicBezTo>
                    <a:cubicBezTo>
                      <a:pt x="259" y="247"/>
                      <a:pt x="259" y="247"/>
                      <a:pt x="259" y="247"/>
                    </a:cubicBezTo>
                    <a:cubicBezTo>
                      <a:pt x="265" y="250"/>
                      <a:pt x="272" y="252"/>
                      <a:pt x="280" y="252"/>
                    </a:cubicBezTo>
                    <a:cubicBezTo>
                      <a:pt x="289" y="252"/>
                      <a:pt x="297" y="250"/>
                      <a:pt x="304" y="246"/>
                    </a:cubicBezTo>
                    <a:cubicBezTo>
                      <a:pt x="396" y="373"/>
                      <a:pt x="396" y="373"/>
                      <a:pt x="396" y="373"/>
                    </a:cubicBezTo>
                    <a:cubicBezTo>
                      <a:pt x="483" y="373"/>
                      <a:pt x="483" y="373"/>
                      <a:pt x="483" y="373"/>
                    </a:cubicBezTo>
                    <a:cubicBezTo>
                      <a:pt x="486" y="392"/>
                      <a:pt x="503" y="406"/>
                      <a:pt x="523" y="406"/>
                    </a:cubicBezTo>
                    <a:cubicBezTo>
                      <a:pt x="546" y="406"/>
                      <a:pt x="564" y="388"/>
                      <a:pt x="564" y="365"/>
                    </a:cubicBezTo>
                    <a:cubicBezTo>
                      <a:pt x="564" y="342"/>
                      <a:pt x="546" y="324"/>
                      <a:pt x="523" y="324"/>
                    </a:cubicBezTo>
                    <a:cubicBezTo>
                      <a:pt x="503" y="324"/>
                      <a:pt x="486" y="338"/>
                      <a:pt x="483" y="357"/>
                    </a:cubicBezTo>
                    <a:cubicBezTo>
                      <a:pt x="404" y="357"/>
                      <a:pt x="404" y="357"/>
                      <a:pt x="404" y="357"/>
                    </a:cubicBezTo>
                    <a:cubicBezTo>
                      <a:pt x="317" y="236"/>
                      <a:pt x="317" y="236"/>
                      <a:pt x="317" y="236"/>
                    </a:cubicBezTo>
                    <a:cubicBezTo>
                      <a:pt x="323" y="229"/>
                      <a:pt x="327" y="221"/>
                      <a:pt x="329" y="212"/>
                    </a:cubicBezTo>
                    <a:lnTo>
                      <a:pt x="483" y="212"/>
                    </a:lnTo>
                    <a:close/>
                    <a:moveTo>
                      <a:pt x="523" y="179"/>
                    </a:moveTo>
                    <a:cubicBezTo>
                      <a:pt x="537" y="179"/>
                      <a:pt x="548" y="190"/>
                      <a:pt x="548" y="204"/>
                    </a:cubicBezTo>
                    <a:cubicBezTo>
                      <a:pt x="548" y="218"/>
                      <a:pt x="537" y="229"/>
                      <a:pt x="523" y="229"/>
                    </a:cubicBezTo>
                    <a:cubicBezTo>
                      <a:pt x="509" y="229"/>
                      <a:pt x="498" y="218"/>
                      <a:pt x="498" y="204"/>
                    </a:cubicBezTo>
                    <a:cubicBezTo>
                      <a:pt x="498" y="190"/>
                      <a:pt x="509" y="179"/>
                      <a:pt x="523" y="179"/>
                    </a:cubicBezTo>
                    <a:close/>
                    <a:moveTo>
                      <a:pt x="523" y="16"/>
                    </a:moveTo>
                    <a:cubicBezTo>
                      <a:pt x="537" y="16"/>
                      <a:pt x="548" y="27"/>
                      <a:pt x="548" y="41"/>
                    </a:cubicBezTo>
                    <a:cubicBezTo>
                      <a:pt x="548" y="55"/>
                      <a:pt x="537" y="66"/>
                      <a:pt x="523" y="66"/>
                    </a:cubicBezTo>
                    <a:cubicBezTo>
                      <a:pt x="509" y="66"/>
                      <a:pt x="498" y="55"/>
                      <a:pt x="498" y="41"/>
                    </a:cubicBezTo>
                    <a:cubicBezTo>
                      <a:pt x="498" y="27"/>
                      <a:pt x="509" y="16"/>
                      <a:pt x="523" y="16"/>
                    </a:cubicBezTo>
                    <a:close/>
                    <a:moveTo>
                      <a:pt x="41" y="66"/>
                    </a:moveTo>
                    <a:cubicBezTo>
                      <a:pt x="27" y="66"/>
                      <a:pt x="16" y="55"/>
                      <a:pt x="16" y="41"/>
                    </a:cubicBezTo>
                    <a:cubicBezTo>
                      <a:pt x="16" y="27"/>
                      <a:pt x="27" y="16"/>
                      <a:pt x="41" y="16"/>
                    </a:cubicBezTo>
                    <a:cubicBezTo>
                      <a:pt x="55" y="16"/>
                      <a:pt x="66" y="27"/>
                      <a:pt x="66" y="41"/>
                    </a:cubicBezTo>
                    <a:cubicBezTo>
                      <a:pt x="66" y="55"/>
                      <a:pt x="55" y="66"/>
                      <a:pt x="41" y="66"/>
                    </a:cubicBezTo>
                    <a:close/>
                    <a:moveTo>
                      <a:pt x="41" y="229"/>
                    </a:moveTo>
                    <a:cubicBezTo>
                      <a:pt x="27" y="229"/>
                      <a:pt x="16" y="218"/>
                      <a:pt x="16" y="204"/>
                    </a:cubicBezTo>
                    <a:cubicBezTo>
                      <a:pt x="16" y="190"/>
                      <a:pt x="27" y="179"/>
                      <a:pt x="41" y="179"/>
                    </a:cubicBezTo>
                    <a:cubicBezTo>
                      <a:pt x="55" y="179"/>
                      <a:pt x="66" y="190"/>
                      <a:pt x="66" y="204"/>
                    </a:cubicBezTo>
                    <a:cubicBezTo>
                      <a:pt x="66" y="218"/>
                      <a:pt x="55" y="229"/>
                      <a:pt x="41" y="229"/>
                    </a:cubicBezTo>
                    <a:close/>
                    <a:moveTo>
                      <a:pt x="41" y="390"/>
                    </a:moveTo>
                    <a:cubicBezTo>
                      <a:pt x="27" y="390"/>
                      <a:pt x="16" y="379"/>
                      <a:pt x="16" y="365"/>
                    </a:cubicBezTo>
                    <a:cubicBezTo>
                      <a:pt x="16" y="351"/>
                      <a:pt x="27" y="340"/>
                      <a:pt x="41" y="340"/>
                    </a:cubicBezTo>
                    <a:cubicBezTo>
                      <a:pt x="55" y="340"/>
                      <a:pt x="66" y="351"/>
                      <a:pt x="66" y="365"/>
                    </a:cubicBezTo>
                    <a:cubicBezTo>
                      <a:pt x="66" y="379"/>
                      <a:pt x="55" y="390"/>
                      <a:pt x="41" y="390"/>
                    </a:cubicBezTo>
                    <a:close/>
                    <a:moveTo>
                      <a:pt x="523" y="340"/>
                    </a:moveTo>
                    <a:cubicBezTo>
                      <a:pt x="537" y="340"/>
                      <a:pt x="548" y="351"/>
                      <a:pt x="548" y="365"/>
                    </a:cubicBezTo>
                    <a:cubicBezTo>
                      <a:pt x="548" y="379"/>
                      <a:pt x="537" y="390"/>
                      <a:pt x="523" y="390"/>
                    </a:cubicBezTo>
                    <a:cubicBezTo>
                      <a:pt x="509" y="390"/>
                      <a:pt x="498" y="379"/>
                      <a:pt x="498" y="365"/>
                    </a:cubicBezTo>
                    <a:cubicBezTo>
                      <a:pt x="498" y="351"/>
                      <a:pt x="509" y="340"/>
                      <a:pt x="523" y="340"/>
                    </a:cubicBezTo>
                    <a:close/>
                    <a:moveTo>
                      <a:pt x="246" y="202"/>
                    </a:moveTo>
                    <a:cubicBezTo>
                      <a:pt x="246" y="183"/>
                      <a:pt x="261" y="168"/>
                      <a:pt x="280" y="168"/>
                    </a:cubicBezTo>
                    <a:cubicBezTo>
                      <a:pt x="299" y="168"/>
                      <a:pt x="314" y="183"/>
                      <a:pt x="314" y="202"/>
                    </a:cubicBezTo>
                    <a:cubicBezTo>
                      <a:pt x="314" y="221"/>
                      <a:pt x="299" y="236"/>
                      <a:pt x="280" y="236"/>
                    </a:cubicBezTo>
                    <a:cubicBezTo>
                      <a:pt x="261" y="236"/>
                      <a:pt x="246" y="221"/>
                      <a:pt x="246" y="202"/>
                    </a:cubicBezTo>
                    <a:close/>
                  </a:path>
                </a:pathLst>
              </a:custGeom>
              <a:solidFill>
                <a:srgbClr val="CD391F">
                  <a:alpha val="69803"/>
                </a:srgb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Century Gothic"/>
                  <a:buNone/>
                </a:pPr>
                <a:endParaRPr sz="1800" b="0" i="0" u="none" strike="noStrike" cap="none">
                  <a:solidFill>
                    <a:srgbClr val="3C3C3B"/>
                  </a:solidFill>
                  <a:latin typeface="Century Gothic"/>
                  <a:ea typeface="Century Gothic"/>
                  <a:cs typeface="Century Gothic"/>
                  <a:sym typeface="Century Gothic"/>
                </a:endParaRPr>
              </a:p>
            </p:txBody>
          </p:sp>
          <p:sp>
            <p:nvSpPr>
              <p:cNvPr id="1584" name="Google Shape;1584;p102"/>
              <p:cNvSpPr/>
              <p:nvPr/>
            </p:nvSpPr>
            <p:spPr>
              <a:xfrm>
                <a:off x="6327765" y="1851893"/>
                <a:ext cx="697160" cy="712679"/>
              </a:xfrm>
              <a:custGeom>
                <a:avLst/>
                <a:gdLst/>
                <a:ahLst/>
                <a:cxnLst/>
                <a:rect l="l" t="t" r="r" b="b"/>
                <a:pathLst>
                  <a:path w="630" h="643" extrusionOk="0">
                    <a:moveTo>
                      <a:pt x="630" y="246"/>
                    </a:moveTo>
                    <a:cubicBezTo>
                      <a:pt x="630" y="257"/>
                      <a:pt x="621" y="266"/>
                      <a:pt x="610" y="266"/>
                    </a:cubicBezTo>
                    <a:cubicBezTo>
                      <a:pt x="313" y="266"/>
                      <a:pt x="313" y="266"/>
                      <a:pt x="313" y="266"/>
                    </a:cubicBezTo>
                    <a:cubicBezTo>
                      <a:pt x="313" y="551"/>
                      <a:pt x="313" y="551"/>
                      <a:pt x="313" y="551"/>
                    </a:cubicBezTo>
                    <a:cubicBezTo>
                      <a:pt x="313" y="643"/>
                      <a:pt x="313" y="643"/>
                      <a:pt x="313" y="643"/>
                    </a:cubicBezTo>
                    <a:cubicBezTo>
                      <a:pt x="275" y="559"/>
                      <a:pt x="275" y="559"/>
                      <a:pt x="275" y="559"/>
                    </a:cubicBezTo>
                    <a:cubicBezTo>
                      <a:pt x="275" y="559"/>
                      <a:pt x="275" y="559"/>
                      <a:pt x="275" y="559"/>
                    </a:cubicBezTo>
                    <a:cubicBezTo>
                      <a:pt x="141" y="266"/>
                      <a:pt x="141" y="266"/>
                      <a:pt x="141" y="266"/>
                    </a:cubicBezTo>
                    <a:cubicBezTo>
                      <a:pt x="20" y="266"/>
                      <a:pt x="20" y="266"/>
                      <a:pt x="20" y="266"/>
                    </a:cubicBezTo>
                    <a:cubicBezTo>
                      <a:pt x="9" y="266"/>
                      <a:pt x="0" y="257"/>
                      <a:pt x="0" y="246"/>
                    </a:cubicBezTo>
                    <a:cubicBezTo>
                      <a:pt x="0" y="234"/>
                      <a:pt x="9" y="226"/>
                      <a:pt x="20" y="226"/>
                    </a:cubicBezTo>
                    <a:cubicBezTo>
                      <a:pt x="153" y="226"/>
                      <a:pt x="153" y="226"/>
                      <a:pt x="153" y="226"/>
                    </a:cubicBezTo>
                    <a:cubicBezTo>
                      <a:pt x="161" y="226"/>
                      <a:pt x="168" y="230"/>
                      <a:pt x="172" y="237"/>
                    </a:cubicBezTo>
                    <a:cubicBezTo>
                      <a:pt x="273" y="459"/>
                      <a:pt x="273" y="459"/>
                      <a:pt x="273" y="459"/>
                    </a:cubicBezTo>
                    <a:cubicBezTo>
                      <a:pt x="273" y="246"/>
                      <a:pt x="273" y="246"/>
                      <a:pt x="273" y="246"/>
                    </a:cubicBezTo>
                    <a:cubicBezTo>
                      <a:pt x="273" y="234"/>
                      <a:pt x="282" y="226"/>
                      <a:pt x="293" y="226"/>
                    </a:cubicBezTo>
                    <a:cubicBezTo>
                      <a:pt x="610" y="226"/>
                      <a:pt x="610" y="226"/>
                      <a:pt x="610" y="226"/>
                    </a:cubicBezTo>
                    <a:cubicBezTo>
                      <a:pt x="621" y="226"/>
                      <a:pt x="630" y="234"/>
                      <a:pt x="630" y="246"/>
                    </a:cubicBezTo>
                    <a:close/>
                    <a:moveTo>
                      <a:pt x="56" y="138"/>
                    </a:moveTo>
                    <a:cubicBezTo>
                      <a:pt x="56" y="44"/>
                      <a:pt x="56" y="44"/>
                      <a:pt x="56" y="44"/>
                    </a:cubicBezTo>
                    <a:cubicBezTo>
                      <a:pt x="56" y="12"/>
                      <a:pt x="63" y="0"/>
                      <a:pt x="93" y="0"/>
                    </a:cubicBezTo>
                    <a:cubicBezTo>
                      <a:pt x="122" y="0"/>
                      <a:pt x="129" y="12"/>
                      <a:pt x="129" y="44"/>
                    </a:cubicBezTo>
                    <a:cubicBezTo>
                      <a:pt x="129" y="138"/>
                      <a:pt x="129" y="138"/>
                      <a:pt x="129" y="138"/>
                    </a:cubicBezTo>
                    <a:cubicBezTo>
                      <a:pt x="129" y="170"/>
                      <a:pt x="122" y="181"/>
                      <a:pt x="93" y="181"/>
                    </a:cubicBezTo>
                    <a:cubicBezTo>
                      <a:pt x="63" y="181"/>
                      <a:pt x="56" y="170"/>
                      <a:pt x="56" y="138"/>
                    </a:cubicBezTo>
                    <a:close/>
                    <a:moveTo>
                      <a:pt x="79" y="141"/>
                    </a:moveTo>
                    <a:cubicBezTo>
                      <a:pt x="79" y="153"/>
                      <a:pt x="79" y="164"/>
                      <a:pt x="93" y="164"/>
                    </a:cubicBezTo>
                    <a:cubicBezTo>
                      <a:pt x="106" y="164"/>
                      <a:pt x="106" y="153"/>
                      <a:pt x="106" y="141"/>
                    </a:cubicBezTo>
                    <a:cubicBezTo>
                      <a:pt x="106" y="40"/>
                      <a:pt x="106" y="40"/>
                      <a:pt x="106" y="40"/>
                    </a:cubicBezTo>
                    <a:cubicBezTo>
                      <a:pt x="106" y="29"/>
                      <a:pt x="106" y="18"/>
                      <a:pt x="93" y="18"/>
                    </a:cubicBezTo>
                    <a:cubicBezTo>
                      <a:pt x="79" y="18"/>
                      <a:pt x="79" y="29"/>
                      <a:pt x="79" y="40"/>
                    </a:cubicBezTo>
                    <a:lnTo>
                      <a:pt x="79" y="141"/>
                    </a:lnTo>
                    <a:close/>
                    <a:moveTo>
                      <a:pt x="178" y="35"/>
                    </a:moveTo>
                    <a:cubicBezTo>
                      <a:pt x="178" y="35"/>
                      <a:pt x="178" y="35"/>
                      <a:pt x="178" y="35"/>
                    </a:cubicBezTo>
                    <a:cubicBezTo>
                      <a:pt x="178" y="180"/>
                      <a:pt x="178" y="180"/>
                      <a:pt x="178" y="180"/>
                    </a:cubicBezTo>
                    <a:cubicBezTo>
                      <a:pt x="201" y="180"/>
                      <a:pt x="201" y="180"/>
                      <a:pt x="201" y="180"/>
                    </a:cubicBezTo>
                    <a:cubicBezTo>
                      <a:pt x="201" y="2"/>
                      <a:pt x="201" y="2"/>
                      <a:pt x="201" y="2"/>
                    </a:cubicBezTo>
                    <a:cubicBezTo>
                      <a:pt x="180" y="2"/>
                      <a:pt x="180" y="2"/>
                      <a:pt x="180" y="2"/>
                    </a:cubicBezTo>
                    <a:cubicBezTo>
                      <a:pt x="177" y="10"/>
                      <a:pt x="164" y="27"/>
                      <a:pt x="158" y="31"/>
                    </a:cubicBezTo>
                    <a:cubicBezTo>
                      <a:pt x="158" y="54"/>
                      <a:pt x="158" y="54"/>
                      <a:pt x="158" y="54"/>
                    </a:cubicBezTo>
                    <a:cubicBezTo>
                      <a:pt x="168" y="47"/>
                      <a:pt x="172" y="42"/>
                      <a:pt x="178" y="35"/>
                    </a:cubicBezTo>
                    <a:close/>
                    <a:moveTo>
                      <a:pt x="239" y="138"/>
                    </a:moveTo>
                    <a:cubicBezTo>
                      <a:pt x="239" y="44"/>
                      <a:pt x="239" y="44"/>
                      <a:pt x="239" y="44"/>
                    </a:cubicBezTo>
                    <a:cubicBezTo>
                      <a:pt x="239" y="12"/>
                      <a:pt x="247" y="0"/>
                      <a:pt x="276" y="0"/>
                    </a:cubicBezTo>
                    <a:cubicBezTo>
                      <a:pt x="306" y="0"/>
                      <a:pt x="313" y="12"/>
                      <a:pt x="313" y="44"/>
                    </a:cubicBezTo>
                    <a:cubicBezTo>
                      <a:pt x="313" y="138"/>
                      <a:pt x="313" y="138"/>
                      <a:pt x="313" y="138"/>
                    </a:cubicBezTo>
                    <a:cubicBezTo>
                      <a:pt x="313" y="170"/>
                      <a:pt x="306" y="181"/>
                      <a:pt x="276" y="181"/>
                    </a:cubicBezTo>
                    <a:cubicBezTo>
                      <a:pt x="247" y="181"/>
                      <a:pt x="239" y="170"/>
                      <a:pt x="239" y="138"/>
                    </a:cubicBezTo>
                    <a:close/>
                    <a:moveTo>
                      <a:pt x="263" y="141"/>
                    </a:moveTo>
                    <a:cubicBezTo>
                      <a:pt x="263" y="153"/>
                      <a:pt x="263" y="164"/>
                      <a:pt x="276" y="164"/>
                    </a:cubicBezTo>
                    <a:cubicBezTo>
                      <a:pt x="290" y="164"/>
                      <a:pt x="290" y="153"/>
                      <a:pt x="290" y="141"/>
                    </a:cubicBezTo>
                    <a:cubicBezTo>
                      <a:pt x="290" y="40"/>
                      <a:pt x="290" y="40"/>
                      <a:pt x="290" y="40"/>
                    </a:cubicBezTo>
                    <a:cubicBezTo>
                      <a:pt x="290" y="29"/>
                      <a:pt x="290" y="18"/>
                      <a:pt x="276" y="18"/>
                    </a:cubicBezTo>
                    <a:cubicBezTo>
                      <a:pt x="263" y="18"/>
                      <a:pt x="263" y="29"/>
                      <a:pt x="263" y="40"/>
                    </a:cubicBezTo>
                    <a:lnTo>
                      <a:pt x="263" y="141"/>
                    </a:lnTo>
                    <a:close/>
                    <a:moveTo>
                      <a:pt x="331" y="138"/>
                    </a:moveTo>
                    <a:cubicBezTo>
                      <a:pt x="331" y="44"/>
                      <a:pt x="331" y="44"/>
                      <a:pt x="331" y="44"/>
                    </a:cubicBezTo>
                    <a:cubicBezTo>
                      <a:pt x="331" y="12"/>
                      <a:pt x="339" y="0"/>
                      <a:pt x="368" y="0"/>
                    </a:cubicBezTo>
                    <a:cubicBezTo>
                      <a:pt x="397" y="0"/>
                      <a:pt x="405" y="12"/>
                      <a:pt x="405" y="44"/>
                    </a:cubicBezTo>
                    <a:cubicBezTo>
                      <a:pt x="405" y="138"/>
                      <a:pt x="405" y="138"/>
                      <a:pt x="405" y="138"/>
                    </a:cubicBezTo>
                    <a:cubicBezTo>
                      <a:pt x="405" y="170"/>
                      <a:pt x="397" y="181"/>
                      <a:pt x="368" y="181"/>
                    </a:cubicBezTo>
                    <a:cubicBezTo>
                      <a:pt x="339" y="181"/>
                      <a:pt x="331" y="170"/>
                      <a:pt x="331" y="138"/>
                    </a:cubicBezTo>
                    <a:close/>
                    <a:moveTo>
                      <a:pt x="354" y="141"/>
                    </a:moveTo>
                    <a:cubicBezTo>
                      <a:pt x="354" y="153"/>
                      <a:pt x="354" y="164"/>
                      <a:pt x="368" y="164"/>
                    </a:cubicBezTo>
                    <a:cubicBezTo>
                      <a:pt x="382" y="164"/>
                      <a:pt x="382" y="153"/>
                      <a:pt x="382" y="141"/>
                    </a:cubicBezTo>
                    <a:cubicBezTo>
                      <a:pt x="382" y="40"/>
                      <a:pt x="382" y="40"/>
                      <a:pt x="382" y="40"/>
                    </a:cubicBezTo>
                    <a:cubicBezTo>
                      <a:pt x="382" y="29"/>
                      <a:pt x="382" y="18"/>
                      <a:pt x="368" y="18"/>
                    </a:cubicBezTo>
                    <a:cubicBezTo>
                      <a:pt x="354" y="18"/>
                      <a:pt x="354" y="29"/>
                      <a:pt x="354" y="40"/>
                    </a:cubicBezTo>
                    <a:lnTo>
                      <a:pt x="354" y="141"/>
                    </a:lnTo>
                    <a:close/>
                    <a:moveTo>
                      <a:pt x="453" y="35"/>
                    </a:moveTo>
                    <a:cubicBezTo>
                      <a:pt x="453" y="35"/>
                      <a:pt x="453" y="35"/>
                      <a:pt x="453" y="35"/>
                    </a:cubicBezTo>
                    <a:cubicBezTo>
                      <a:pt x="453" y="180"/>
                      <a:pt x="453" y="180"/>
                      <a:pt x="453" y="180"/>
                    </a:cubicBezTo>
                    <a:cubicBezTo>
                      <a:pt x="476" y="180"/>
                      <a:pt x="476" y="180"/>
                      <a:pt x="476" y="180"/>
                    </a:cubicBezTo>
                    <a:cubicBezTo>
                      <a:pt x="476" y="2"/>
                      <a:pt x="476" y="2"/>
                      <a:pt x="476" y="2"/>
                    </a:cubicBezTo>
                    <a:cubicBezTo>
                      <a:pt x="456" y="2"/>
                      <a:pt x="456" y="2"/>
                      <a:pt x="456" y="2"/>
                    </a:cubicBezTo>
                    <a:cubicBezTo>
                      <a:pt x="453" y="10"/>
                      <a:pt x="439" y="27"/>
                      <a:pt x="434" y="31"/>
                    </a:cubicBezTo>
                    <a:cubicBezTo>
                      <a:pt x="434" y="54"/>
                      <a:pt x="434" y="54"/>
                      <a:pt x="434" y="54"/>
                    </a:cubicBezTo>
                    <a:cubicBezTo>
                      <a:pt x="443" y="47"/>
                      <a:pt x="448" y="42"/>
                      <a:pt x="453" y="35"/>
                    </a:cubicBezTo>
                    <a:close/>
                    <a:moveTo>
                      <a:pt x="515" y="138"/>
                    </a:moveTo>
                    <a:cubicBezTo>
                      <a:pt x="515" y="44"/>
                      <a:pt x="515" y="44"/>
                      <a:pt x="515" y="44"/>
                    </a:cubicBezTo>
                    <a:cubicBezTo>
                      <a:pt x="515" y="12"/>
                      <a:pt x="522" y="0"/>
                      <a:pt x="551" y="0"/>
                    </a:cubicBezTo>
                    <a:cubicBezTo>
                      <a:pt x="581" y="0"/>
                      <a:pt x="588" y="12"/>
                      <a:pt x="588" y="44"/>
                    </a:cubicBezTo>
                    <a:cubicBezTo>
                      <a:pt x="588" y="138"/>
                      <a:pt x="588" y="138"/>
                      <a:pt x="588" y="138"/>
                    </a:cubicBezTo>
                    <a:cubicBezTo>
                      <a:pt x="588" y="170"/>
                      <a:pt x="581" y="181"/>
                      <a:pt x="551" y="181"/>
                    </a:cubicBezTo>
                    <a:cubicBezTo>
                      <a:pt x="522" y="181"/>
                      <a:pt x="515" y="170"/>
                      <a:pt x="515" y="138"/>
                    </a:cubicBezTo>
                    <a:close/>
                    <a:moveTo>
                      <a:pt x="538" y="141"/>
                    </a:moveTo>
                    <a:cubicBezTo>
                      <a:pt x="538" y="153"/>
                      <a:pt x="538" y="164"/>
                      <a:pt x="551" y="164"/>
                    </a:cubicBezTo>
                    <a:cubicBezTo>
                      <a:pt x="565" y="164"/>
                      <a:pt x="565" y="153"/>
                      <a:pt x="565" y="141"/>
                    </a:cubicBezTo>
                    <a:cubicBezTo>
                      <a:pt x="565" y="40"/>
                      <a:pt x="565" y="40"/>
                      <a:pt x="565" y="40"/>
                    </a:cubicBezTo>
                    <a:cubicBezTo>
                      <a:pt x="565" y="29"/>
                      <a:pt x="565" y="18"/>
                      <a:pt x="551" y="18"/>
                    </a:cubicBezTo>
                    <a:cubicBezTo>
                      <a:pt x="538" y="18"/>
                      <a:pt x="538" y="29"/>
                      <a:pt x="538" y="40"/>
                    </a:cubicBezTo>
                    <a:lnTo>
                      <a:pt x="538" y="141"/>
                    </a:lnTo>
                    <a:close/>
                    <a:moveTo>
                      <a:pt x="152" y="400"/>
                    </a:moveTo>
                    <a:cubicBezTo>
                      <a:pt x="118" y="400"/>
                      <a:pt x="85" y="400"/>
                      <a:pt x="51" y="400"/>
                    </a:cubicBezTo>
                    <a:cubicBezTo>
                      <a:pt x="42" y="400"/>
                      <a:pt x="40" y="400"/>
                      <a:pt x="39" y="400"/>
                    </a:cubicBezTo>
                    <a:cubicBezTo>
                      <a:pt x="30" y="402"/>
                      <a:pt x="26" y="403"/>
                      <a:pt x="21" y="408"/>
                    </a:cubicBezTo>
                    <a:cubicBezTo>
                      <a:pt x="15" y="414"/>
                      <a:pt x="11" y="421"/>
                      <a:pt x="7" y="430"/>
                    </a:cubicBezTo>
                    <a:cubicBezTo>
                      <a:pt x="6" y="433"/>
                      <a:pt x="4" y="439"/>
                      <a:pt x="3" y="442"/>
                    </a:cubicBezTo>
                    <a:cubicBezTo>
                      <a:pt x="2" y="443"/>
                      <a:pt x="2" y="443"/>
                      <a:pt x="2" y="443"/>
                    </a:cubicBezTo>
                    <a:cubicBezTo>
                      <a:pt x="7" y="443"/>
                      <a:pt x="7" y="443"/>
                      <a:pt x="7" y="443"/>
                    </a:cubicBezTo>
                    <a:cubicBezTo>
                      <a:pt x="9" y="441"/>
                      <a:pt x="9" y="441"/>
                      <a:pt x="9" y="441"/>
                    </a:cubicBezTo>
                    <a:cubicBezTo>
                      <a:pt x="13" y="434"/>
                      <a:pt x="18" y="429"/>
                      <a:pt x="22" y="426"/>
                    </a:cubicBezTo>
                    <a:cubicBezTo>
                      <a:pt x="26" y="423"/>
                      <a:pt x="33" y="421"/>
                      <a:pt x="42" y="421"/>
                    </a:cubicBezTo>
                    <a:cubicBezTo>
                      <a:pt x="45" y="421"/>
                      <a:pt x="45" y="421"/>
                      <a:pt x="45" y="421"/>
                    </a:cubicBezTo>
                    <a:cubicBezTo>
                      <a:pt x="44" y="429"/>
                      <a:pt x="44" y="437"/>
                      <a:pt x="43" y="445"/>
                    </a:cubicBezTo>
                    <a:cubicBezTo>
                      <a:pt x="41" y="471"/>
                      <a:pt x="41" y="471"/>
                      <a:pt x="40" y="477"/>
                    </a:cubicBezTo>
                    <a:cubicBezTo>
                      <a:pt x="37" y="496"/>
                      <a:pt x="35" y="503"/>
                      <a:pt x="27" y="514"/>
                    </a:cubicBezTo>
                    <a:cubicBezTo>
                      <a:pt x="20" y="524"/>
                      <a:pt x="19" y="526"/>
                      <a:pt x="18" y="531"/>
                    </a:cubicBezTo>
                    <a:cubicBezTo>
                      <a:pt x="17" y="538"/>
                      <a:pt x="21" y="543"/>
                      <a:pt x="27" y="545"/>
                    </a:cubicBezTo>
                    <a:cubicBezTo>
                      <a:pt x="30" y="546"/>
                      <a:pt x="33" y="546"/>
                      <a:pt x="36" y="545"/>
                    </a:cubicBezTo>
                    <a:cubicBezTo>
                      <a:pt x="36" y="545"/>
                      <a:pt x="36" y="545"/>
                      <a:pt x="36" y="545"/>
                    </a:cubicBezTo>
                    <a:cubicBezTo>
                      <a:pt x="39" y="543"/>
                      <a:pt x="43" y="539"/>
                      <a:pt x="45" y="534"/>
                    </a:cubicBezTo>
                    <a:cubicBezTo>
                      <a:pt x="50" y="525"/>
                      <a:pt x="55" y="500"/>
                      <a:pt x="58" y="470"/>
                    </a:cubicBezTo>
                    <a:cubicBezTo>
                      <a:pt x="58" y="467"/>
                      <a:pt x="61" y="423"/>
                      <a:pt x="61" y="421"/>
                    </a:cubicBezTo>
                    <a:cubicBezTo>
                      <a:pt x="99" y="421"/>
                      <a:pt x="99" y="421"/>
                      <a:pt x="99" y="421"/>
                    </a:cubicBezTo>
                    <a:cubicBezTo>
                      <a:pt x="96" y="439"/>
                      <a:pt x="95" y="456"/>
                      <a:pt x="94" y="473"/>
                    </a:cubicBezTo>
                    <a:cubicBezTo>
                      <a:pt x="93" y="479"/>
                      <a:pt x="93" y="499"/>
                      <a:pt x="93" y="505"/>
                    </a:cubicBezTo>
                    <a:cubicBezTo>
                      <a:pt x="94" y="520"/>
                      <a:pt x="97" y="530"/>
                      <a:pt x="101" y="536"/>
                    </a:cubicBezTo>
                    <a:cubicBezTo>
                      <a:pt x="105" y="541"/>
                      <a:pt x="110" y="544"/>
                      <a:pt x="115" y="545"/>
                    </a:cubicBezTo>
                    <a:cubicBezTo>
                      <a:pt x="118" y="546"/>
                      <a:pt x="123" y="546"/>
                      <a:pt x="126" y="545"/>
                    </a:cubicBezTo>
                    <a:cubicBezTo>
                      <a:pt x="130" y="544"/>
                      <a:pt x="134" y="541"/>
                      <a:pt x="138" y="537"/>
                    </a:cubicBezTo>
                    <a:cubicBezTo>
                      <a:pt x="143" y="532"/>
                      <a:pt x="146" y="526"/>
                      <a:pt x="149" y="517"/>
                    </a:cubicBezTo>
                    <a:cubicBezTo>
                      <a:pt x="150" y="513"/>
                      <a:pt x="151" y="505"/>
                      <a:pt x="151" y="504"/>
                    </a:cubicBezTo>
                    <a:cubicBezTo>
                      <a:pt x="147" y="504"/>
                      <a:pt x="147" y="504"/>
                      <a:pt x="147" y="504"/>
                    </a:cubicBezTo>
                    <a:cubicBezTo>
                      <a:pt x="146" y="508"/>
                      <a:pt x="146" y="509"/>
                      <a:pt x="145" y="511"/>
                    </a:cubicBezTo>
                    <a:cubicBezTo>
                      <a:pt x="143" y="515"/>
                      <a:pt x="140" y="518"/>
                      <a:pt x="135" y="520"/>
                    </a:cubicBezTo>
                    <a:cubicBezTo>
                      <a:pt x="130" y="521"/>
                      <a:pt x="124" y="521"/>
                      <a:pt x="119" y="518"/>
                    </a:cubicBezTo>
                    <a:cubicBezTo>
                      <a:pt x="114" y="515"/>
                      <a:pt x="111" y="509"/>
                      <a:pt x="110" y="502"/>
                    </a:cubicBezTo>
                    <a:cubicBezTo>
                      <a:pt x="108" y="475"/>
                      <a:pt x="112" y="448"/>
                      <a:pt x="115" y="421"/>
                    </a:cubicBezTo>
                    <a:cubicBezTo>
                      <a:pt x="152" y="421"/>
                      <a:pt x="152" y="421"/>
                      <a:pt x="152" y="421"/>
                    </a:cubicBezTo>
                    <a:cubicBezTo>
                      <a:pt x="152" y="400"/>
                      <a:pt x="152" y="400"/>
                      <a:pt x="152" y="400"/>
                    </a:cubicBezTo>
                    <a:close/>
                    <a:moveTo>
                      <a:pt x="366" y="348"/>
                    </a:moveTo>
                    <a:cubicBezTo>
                      <a:pt x="469" y="479"/>
                      <a:pt x="469" y="479"/>
                      <a:pt x="469" y="479"/>
                    </a:cubicBezTo>
                    <a:cubicBezTo>
                      <a:pt x="366" y="600"/>
                      <a:pt x="366" y="600"/>
                      <a:pt x="366" y="600"/>
                    </a:cubicBezTo>
                    <a:cubicBezTo>
                      <a:pt x="366" y="607"/>
                      <a:pt x="366" y="607"/>
                      <a:pt x="366" y="607"/>
                    </a:cubicBezTo>
                    <a:cubicBezTo>
                      <a:pt x="572" y="607"/>
                      <a:pt x="572" y="607"/>
                      <a:pt x="572" y="607"/>
                    </a:cubicBezTo>
                    <a:cubicBezTo>
                      <a:pt x="583" y="526"/>
                      <a:pt x="583" y="526"/>
                      <a:pt x="583" y="526"/>
                    </a:cubicBezTo>
                    <a:cubicBezTo>
                      <a:pt x="576" y="525"/>
                      <a:pt x="576" y="525"/>
                      <a:pt x="576" y="525"/>
                    </a:cubicBezTo>
                    <a:cubicBezTo>
                      <a:pt x="571" y="543"/>
                      <a:pt x="564" y="556"/>
                      <a:pt x="554" y="561"/>
                    </a:cubicBezTo>
                    <a:cubicBezTo>
                      <a:pt x="544" y="567"/>
                      <a:pt x="530" y="570"/>
                      <a:pt x="512" y="570"/>
                    </a:cubicBezTo>
                    <a:cubicBezTo>
                      <a:pt x="411" y="570"/>
                      <a:pt x="411" y="570"/>
                      <a:pt x="411" y="570"/>
                    </a:cubicBezTo>
                    <a:cubicBezTo>
                      <a:pt x="503" y="462"/>
                      <a:pt x="503" y="462"/>
                      <a:pt x="503" y="462"/>
                    </a:cubicBezTo>
                    <a:cubicBezTo>
                      <a:pt x="422" y="358"/>
                      <a:pt x="422" y="358"/>
                      <a:pt x="422" y="358"/>
                    </a:cubicBezTo>
                    <a:cubicBezTo>
                      <a:pt x="513" y="358"/>
                      <a:pt x="513" y="358"/>
                      <a:pt x="513" y="358"/>
                    </a:cubicBezTo>
                    <a:cubicBezTo>
                      <a:pt x="526" y="358"/>
                      <a:pt x="536" y="359"/>
                      <a:pt x="542" y="362"/>
                    </a:cubicBezTo>
                    <a:cubicBezTo>
                      <a:pt x="548" y="366"/>
                      <a:pt x="553" y="371"/>
                      <a:pt x="557" y="378"/>
                    </a:cubicBezTo>
                    <a:cubicBezTo>
                      <a:pt x="560" y="385"/>
                      <a:pt x="563" y="395"/>
                      <a:pt x="563" y="408"/>
                    </a:cubicBezTo>
                    <a:cubicBezTo>
                      <a:pt x="571" y="408"/>
                      <a:pt x="571" y="408"/>
                      <a:pt x="571" y="408"/>
                    </a:cubicBezTo>
                    <a:cubicBezTo>
                      <a:pt x="566" y="341"/>
                      <a:pt x="566" y="341"/>
                      <a:pt x="566" y="341"/>
                    </a:cubicBezTo>
                    <a:cubicBezTo>
                      <a:pt x="366" y="341"/>
                      <a:pt x="366" y="341"/>
                      <a:pt x="366" y="341"/>
                    </a:cubicBezTo>
                    <a:lnTo>
                      <a:pt x="366" y="348"/>
                    </a:lnTo>
                    <a:close/>
                  </a:path>
                </a:pathLst>
              </a:custGeom>
              <a:solidFill>
                <a:srgbClr val="CD391F">
                  <a:alpha val="69803"/>
                </a:srgbClr>
              </a:solid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Century Gothic"/>
                  <a:buNone/>
                </a:pPr>
                <a:endParaRPr sz="1800" b="0" i="0" u="none" strike="noStrike" cap="none">
                  <a:solidFill>
                    <a:srgbClr val="3C3C3B"/>
                  </a:solidFill>
                  <a:latin typeface="Century Gothic"/>
                  <a:ea typeface="Century Gothic"/>
                  <a:cs typeface="Century Gothic"/>
                  <a:sym typeface="Century Gothic"/>
                </a:endParaRPr>
              </a:p>
            </p:txBody>
          </p:sp>
        </p:grpSp>
      </p:grpSp>
      <p:sp>
        <p:nvSpPr>
          <p:cNvPr id="1585" name="Google Shape;1585;p102">
            <a:hlinkClick r:id="rId3" action="ppaction://hlinksldjump"/>
          </p:cNvPr>
          <p:cNvSpPr/>
          <p:nvPr/>
        </p:nvSpPr>
        <p:spPr>
          <a:xfrm>
            <a:off x="6515100" y="-196501"/>
            <a:ext cx="2777392" cy="378533"/>
          </a:xfrm>
          <a:prstGeom prst="roundRect">
            <a:avLst>
              <a:gd name="adj" fmla="val 50000"/>
            </a:avLst>
          </a:prstGeom>
          <a:solidFill>
            <a:schemeClr val="accent4"/>
          </a:solidFill>
          <a:ln>
            <a:noFill/>
          </a:ln>
        </p:spPr>
        <p:txBody>
          <a:bodyPr spcFirstLastPara="1" wrap="square" lIns="36000" tIns="180000" rIns="180000" bIns="0" anchor="ctr" anchorCtr="0">
            <a:noAutofit/>
          </a:bodyPr>
          <a:lstStyle/>
          <a:p>
            <a:pPr marL="0" marR="0" lvl="0" indent="0" algn="ctr" rtl="0">
              <a:spcBef>
                <a:spcPts val="0"/>
              </a:spcBef>
              <a:spcAft>
                <a:spcPts val="0"/>
              </a:spcAft>
              <a:buNone/>
            </a:pPr>
            <a:r>
              <a:rPr lang="en-GB" sz="750">
                <a:solidFill>
                  <a:schemeClr val="lt1"/>
                </a:solidFill>
                <a:latin typeface="Century Gothic"/>
                <a:ea typeface="Century Gothic"/>
                <a:cs typeface="Century Gothic"/>
                <a:sym typeface="Century Gothic"/>
              </a:rPr>
              <a:t>   Customer Lifecycle Management</a:t>
            </a:r>
            <a:endParaRPr sz="750">
              <a:solidFill>
                <a:schemeClr val="lt1"/>
              </a:solidFill>
              <a:latin typeface="Century Gothic"/>
              <a:ea typeface="Century Gothic"/>
              <a:cs typeface="Century Gothic"/>
              <a:sym typeface="Century Gothic"/>
            </a:endParaRPr>
          </a:p>
        </p:txBody>
      </p:sp>
      <p:grpSp>
        <p:nvGrpSpPr>
          <p:cNvPr id="1586" name="Google Shape;1586;p102"/>
          <p:cNvGrpSpPr/>
          <p:nvPr/>
        </p:nvGrpSpPr>
        <p:grpSpPr>
          <a:xfrm>
            <a:off x="7717533" y="4360377"/>
            <a:ext cx="1058348" cy="347375"/>
            <a:chOff x="7651698" y="4287227"/>
            <a:chExt cx="1058348" cy="347375"/>
          </a:xfrm>
        </p:grpSpPr>
        <p:grpSp>
          <p:nvGrpSpPr>
            <p:cNvPr id="1587" name="Google Shape;1587;p102"/>
            <p:cNvGrpSpPr/>
            <p:nvPr/>
          </p:nvGrpSpPr>
          <p:grpSpPr>
            <a:xfrm>
              <a:off x="7714163" y="4337598"/>
              <a:ext cx="995883" cy="297004"/>
              <a:chOff x="7711013" y="3986494"/>
              <a:chExt cx="995883" cy="297004"/>
            </a:xfrm>
          </p:grpSpPr>
          <p:sp>
            <p:nvSpPr>
              <p:cNvPr id="1588" name="Google Shape;1588;p102"/>
              <p:cNvSpPr txBox="1"/>
              <p:nvPr/>
            </p:nvSpPr>
            <p:spPr>
              <a:xfrm>
                <a:off x="7967591" y="3986494"/>
                <a:ext cx="739305" cy="297004"/>
              </a:xfrm>
              <a:prstGeom prst="rect">
                <a:avLst/>
              </a:prstGeom>
              <a:noFill/>
              <a:ln>
                <a:noFill/>
              </a:ln>
            </p:spPr>
            <p:txBody>
              <a:bodyPr spcFirstLastPara="1" wrap="square" lIns="91425" tIns="45700" rIns="91425" bIns="45700" anchor="t" anchorCtr="0">
                <a:noAutofit/>
              </a:bodyPr>
              <a:lstStyle/>
              <a:p>
                <a:pPr marL="0" marR="0" lvl="0" indent="0" algn="l" rtl="0">
                  <a:lnSpc>
                    <a:spcPct val="95000"/>
                  </a:lnSpc>
                  <a:spcBef>
                    <a:spcPts val="0"/>
                  </a:spcBef>
                  <a:spcAft>
                    <a:spcPts val="0"/>
                  </a:spcAft>
                  <a:buNone/>
                </a:pPr>
                <a:r>
                  <a:rPr lang="en-GB" sz="700">
                    <a:solidFill>
                      <a:srgbClr val="3C3C3B"/>
                    </a:solidFill>
                    <a:latin typeface="Century Gothic"/>
                    <a:ea typeface="Century Gothic"/>
                    <a:cs typeface="Century Gothic"/>
                    <a:sym typeface="Century Gothic"/>
                  </a:rPr>
                  <a:t>Use Cases &amp;</a:t>
                </a:r>
                <a:br>
                  <a:rPr lang="en-GB" sz="700">
                    <a:solidFill>
                      <a:srgbClr val="3C3C3B"/>
                    </a:solidFill>
                    <a:latin typeface="Century Gothic"/>
                    <a:ea typeface="Century Gothic"/>
                    <a:cs typeface="Century Gothic"/>
                    <a:sym typeface="Century Gothic"/>
                  </a:rPr>
                </a:br>
                <a:r>
                  <a:rPr lang="en-GB" sz="700">
                    <a:solidFill>
                      <a:srgbClr val="3C3C3B"/>
                    </a:solidFill>
                    <a:latin typeface="Century Gothic"/>
                    <a:ea typeface="Century Gothic"/>
                    <a:cs typeface="Century Gothic"/>
                    <a:sym typeface="Century Gothic"/>
                  </a:rPr>
                  <a:t>Case Studies</a:t>
                </a:r>
                <a:endParaRPr sz="700">
                  <a:solidFill>
                    <a:srgbClr val="3C3C3B"/>
                  </a:solidFill>
                  <a:latin typeface="Century Gothic"/>
                  <a:ea typeface="Century Gothic"/>
                  <a:cs typeface="Century Gothic"/>
                  <a:sym typeface="Century Gothic"/>
                </a:endParaRPr>
              </a:p>
            </p:txBody>
          </p:sp>
          <p:grpSp>
            <p:nvGrpSpPr>
              <p:cNvPr id="1589" name="Google Shape;1589;p102"/>
              <p:cNvGrpSpPr/>
              <p:nvPr/>
            </p:nvGrpSpPr>
            <p:grpSpPr>
              <a:xfrm>
                <a:off x="7711013" y="4002615"/>
                <a:ext cx="281520" cy="241973"/>
                <a:chOff x="5652748" y="4066000"/>
                <a:chExt cx="906498" cy="747974"/>
              </a:xfrm>
            </p:grpSpPr>
            <p:sp>
              <p:nvSpPr>
                <p:cNvPr id="1590" name="Google Shape;1590;p102"/>
                <p:cNvSpPr/>
                <p:nvPr/>
              </p:nvSpPr>
              <p:spPr>
                <a:xfrm>
                  <a:off x="6024179" y="4066000"/>
                  <a:ext cx="535067" cy="685800"/>
                </a:xfrm>
                <a:custGeom>
                  <a:avLst/>
                  <a:gdLst/>
                  <a:ahLst/>
                  <a:cxnLst/>
                  <a:rect l="l" t="t" r="r" b="b"/>
                  <a:pathLst>
                    <a:path w="347" h="445" extrusionOk="0">
                      <a:moveTo>
                        <a:pt x="235" y="136"/>
                      </a:moveTo>
                      <a:cubicBezTo>
                        <a:pt x="347" y="136"/>
                        <a:pt x="347" y="136"/>
                        <a:pt x="347" y="136"/>
                      </a:cubicBezTo>
                      <a:cubicBezTo>
                        <a:pt x="347" y="421"/>
                        <a:pt x="347" y="421"/>
                        <a:pt x="347" y="421"/>
                      </a:cubicBezTo>
                      <a:cubicBezTo>
                        <a:pt x="347" y="434"/>
                        <a:pt x="336" y="445"/>
                        <a:pt x="322" y="445"/>
                      </a:cubicBezTo>
                      <a:cubicBezTo>
                        <a:pt x="25" y="445"/>
                        <a:pt x="25" y="445"/>
                        <a:pt x="25" y="445"/>
                      </a:cubicBezTo>
                      <a:cubicBezTo>
                        <a:pt x="11" y="445"/>
                        <a:pt x="0" y="434"/>
                        <a:pt x="0" y="421"/>
                      </a:cubicBezTo>
                      <a:cubicBezTo>
                        <a:pt x="0" y="25"/>
                        <a:pt x="0" y="25"/>
                        <a:pt x="0" y="25"/>
                      </a:cubicBezTo>
                      <a:cubicBezTo>
                        <a:pt x="0" y="11"/>
                        <a:pt x="11" y="0"/>
                        <a:pt x="25" y="0"/>
                      </a:cubicBezTo>
                      <a:cubicBezTo>
                        <a:pt x="211" y="0"/>
                        <a:pt x="211" y="0"/>
                        <a:pt x="211" y="0"/>
                      </a:cubicBezTo>
                      <a:cubicBezTo>
                        <a:pt x="211" y="111"/>
                        <a:pt x="211" y="111"/>
                        <a:pt x="211" y="111"/>
                      </a:cubicBezTo>
                      <a:cubicBezTo>
                        <a:pt x="211" y="125"/>
                        <a:pt x="222" y="136"/>
                        <a:pt x="235" y="136"/>
                      </a:cubicBezTo>
                      <a:close/>
                      <a:moveTo>
                        <a:pt x="260" y="111"/>
                      </a:moveTo>
                      <a:cubicBezTo>
                        <a:pt x="347" y="111"/>
                        <a:pt x="347" y="111"/>
                        <a:pt x="347" y="111"/>
                      </a:cubicBezTo>
                      <a:cubicBezTo>
                        <a:pt x="235" y="0"/>
                        <a:pt x="235" y="0"/>
                        <a:pt x="235" y="0"/>
                      </a:cubicBezTo>
                      <a:cubicBezTo>
                        <a:pt x="235" y="86"/>
                        <a:pt x="235" y="86"/>
                        <a:pt x="235" y="86"/>
                      </a:cubicBezTo>
                      <a:cubicBezTo>
                        <a:pt x="235" y="100"/>
                        <a:pt x="246" y="111"/>
                        <a:pt x="260" y="111"/>
                      </a:cubicBezTo>
                      <a:close/>
                      <a:moveTo>
                        <a:pt x="293" y="219"/>
                      </a:moveTo>
                      <a:cubicBezTo>
                        <a:pt x="54" y="219"/>
                        <a:pt x="54" y="219"/>
                        <a:pt x="54" y="219"/>
                      </a:cubicBezTo>
                      <a:cubicBezTo>
                        <a:pt x="54" y="246"/>
                        <a:pt x="54" y="246"/>
                        <a:pt x="54" y="246"/>
                      </a:cubicBezTo>
                      <a:cubicBezTo>
                        <a:pt x="293" y="246"/>
                        <a:pt x="293" y="246"/>
                        <a:pt x="293" y="246"/>
                      </a:cubicBezTo>
                      <a:lnTo>
                        <a:pt x="293" y="219"/>
                      </a:lnTo>
                      <a:close/>
                      <a:moveTo>
                        <a:pt x="293" y="278"/>
                      </a:moveTo>
                      <a:cubicBezTo>
                        <a:pt x="54" y="278"/>
                        <a:pt x="54" y="278"/>
                        <a:pt x="54" y="278"/>
                      </a:cubicBezTo>
                      <a:cubicBezTo>
                        <a:pt x="54" y="306"/>
                        <a:pt x="54" y="306"/>
                        <a:pt x="54" y="306"/>
                      </a:cubicBezTo>
                      <a:cubicBezTo>
                        <a:pt x="293" y="306"/>
                        <a:pt x="293" y="306"/>
                        <a:pt x="293" y="306"/>
                      </a:cubicBezTo>
                      <a:lnTo>
                        <a:pt x="293" y="278"/>
                      </a:lnTo>
                      <a:close/>
                      <a:moveTo>
                        <a:pt x="293" y="338"/>
                      </a:moveTo>
                      <a:cubicBezTo>
                        <a:pt x="54" y="338"/>
                        <a:pt x="54" y="338"/>
                        <a:pt x="54" y="338"/>
                      </a:cubicBezTo>
                      <a:cubicBezTo>
                        <a:pt x="54" y="365"/>
                        <a:pt x="54" y="365"/>
                        <a:pt x="54" y="365"/>
                      </a:cubicBezTo>
                      <a:cubicBezTo>
                        <a:pt x="293" y="365"/>
                        <a:pt x="293" y="365"/>
                        <a:pt x="293" y="365"/>
                      </a:cubicBezTo>
                      <a:lnTo>
                        <a:pt x="293" y="338"/>
                      </a:lnTo>
                      <a:close/>
                    </a:path>
                  </a:pathLst>
                </a:custGeom>
                <a:solidFill>
                  <a:srgbClr val="5F6062"/>
                </a:solidFill>
                <a:ln>
                  <a:noFill/>
                </a:ln>
              </p:spPr>
              <p:txBody>
                <a:bodyPr spcFirstLastPara="1" wrap="square" lIns="91425" tIns="45700" rIns="91425" bIns="45700" anchor="t" anchorCtr="0">
                  <a:noAutofit/>
                </a:bodyPr>
                <a:lstStyle/>
                <a:p>
                  <a:pPr marL="0" marR="0" lvl="0" indent="0" algn="ctr"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591" name="Google Shape;1591;p102"/>
                <p:cNvSpPr/>
                <p:nvPr/>
              </p:nvSpPr>
              <p:spPr>
                <a:xfrm>
                  <a:off x="5842000" y="4222750"/>
                  <a:ext cx="412750" cy="412750"/>
                </a:xfrm>
                <a:prstGeom prst="ellipse">
                  <a:avLst/>
                </a:prstGeom>
                <a:solidFill>
                  <a:schemeClr val="accent1"/>
                </a:solidFill>
                <a:ln>
                  <a:noFill/>
                </a:ln>
              </p:spPr>
              <p:txBody>
                <a:bodyPr spcFirstLastPara="1" wrap="square" lIns="91425" tIns="91425" rIns="91425" bIns="91425" anchor="t" anchorCtr="0">
                  <a:noAutofit/>
                </a:bodyPr>
                <a:lstStyle/>
                <a:p>
                  <a:pPr marL="0" marR="0" lvl="0" indent="0" algn="ctr" rtl="0">
                    <a:spcBef>
                      <a:spcPts val="0"/>
                    </a:spcBef>
                    <a:spcAft>
                      <a:spcPts val="0"/>
                    </a:spcAft>
                    <a:buNone/>
                  </a:pPr>
                  <a:endParaRPr sz="1800">
                    <a:solidFill>
                      <a:srgbClr val="FFFFFF"/>
                    </a:solidFill>
                    <a:latin typeface="Century Gothic"/>
                    <a:ea typeface="Century Gothic"/>
                    <a:cs typeface="Century Gothic"/>
                    <a:sym typeface="Century Gothic"/>
                  </a:endParaRPr>
                </a:p>
              </p:txBody>
            </p:sp>
            <p:sp>
              <p:nvSpPr>
                <p:cNvPr id="1592" name="Google Shape;1592;p102"/>
                <p:cNvSpPr/>
                <p:nvPr/>
              </p:nvSpPr>
              <p:spPr>
                <a:xfrm>
                  <a:off x="5652748" y="4166436"/>
                  <a:ext cx="618134" cy="647538"/>
                </a:xfrm>
                <a:custGeom>
                  <a:avLst/>
                  <a:gdLst/>
                  <a:ahLst/>
                  <a:cxnLst/>
                  <a:rect l="l" t="t" r="r" b="b"/>
                  <a:pathLst>
                    <a:path w="383" h="401" extrusionOk="0">
                      <a:moveTo>
                        <a:pt x="380" y="144"/>
                      </a:moveTo>
                      <a:cubicBezTo>
                        <a:pt x="377" y="63"/>
                        <a:pt x="309" y="0"/>
                        <a:pt x="229" y="3"/>
                      </a:cubicBezTo>
                      <a:cubicBezTo>
                        <a:pt x="148" y="6"/>
                        <a:pt x="85" y="74"/>
                        <a:pt x="88" y="155"/>
                      </a:cubicBezTo>
                      <a:cubicBezTo>
                        <a:pt x="89" y="182"/>
                        <a:pt x="98" y="208"/>
                        <a:pt x="112" y="230"/>
                      </a:cubicBezTo>
                      <a:cubicBezTo>
                        <a:pt x="112" y="230"/>
                        <a:pt x="112" y="230"/>
                        <a:pt x="112" y="230"/>
                      </a:cubicBezTo>
                      <a:cubicBezTo>
                        <a:pt x="107" y="235"/>
                        <a:pt x="107" y="235"/>
                        <a:pt x="107" y="235"/>
                      </a:cubicBezTo>
                      <a:cubicBezTo>
                        <a:pt x="63" y="285"/>
                        <a:pt x="63" y="285"/>
                        <a:pt x="63" y="285"/>
                      </a:cubicBezTo>
                      <a:cubicBezTo>
                        <a:pt x="20" y="332"/>
                        <a:pt x="20" y="332"/>
                        <a:pt x="20" y="332"/>
                      </a:cubicBezTo>
                      <a:cubicBezTo>
                        <a:pt x="15" y="338"/>
                        <a:pt x="15" y="338"/>
                        <a:pt x="15" y="338"/>
                      </a:cubicBezTo>
                      <a:cubicBezTo>
                        <a:pt x="0" y="354"/>
                        <a:pt x="0" y="374"/>
                        <a:pt x="15" y="387"/>
                      </a:cubicBezTo>
                      <a:cubicBezTo>
                        <a:pt x="29" y="401"/>
                        <a:pt x="49" y="398"/>
                        <a:pt x="64" y="382"/>
                      </a:cubicBezTo>
                      <a:cubicBezTo>
                        <a:pt x="69" y="377"/>
                        <a:pt x="69" y="377"/>
                        <a:pt x="69" y="377"/>
                      </a:cubicBezTo>
                      <a:cubicBezTo>
                        <a:pt x="156" y="279"/>
                        <a:pt x="156" y="279"/>
                        <a:pt x="156" y="279"/>
                      </a:cubicBezTo>
                      <a:cubicBezTo>
                        <a:pt x="160" y="275"/>
                        <a:pt x="160" y="275"/>
                        <a:pt x="160" y="275"/>
                      </a:cubicBezTo>
                      <a:cubicBezTo>
                        <a:pt x="183" y="289"/>
                        <a:pt x="211" y="296"/>
                        <a:pt x="240" y="295"/>
                      </a:cubicBezTo>
                      <a:cubicBezTo>
                        <a:pt x="320" y="292"/>
                        <a:pt x="383" y="224"/>
                        <a:pt x="380" y="144"/>
                      </a:cubicBezTo>
                      <a:close/>
                      <a:moveTo>
                        <a:pt x="238" y="243"/>
                      </a:moveTo>
                      <a:cubicBezTo>
                        <a:pt x="186" y="245"/>
                        <a:pt x="142" y="205"/>
                        <a:pt x="140" y="153"/>
                      </a:cubicBezTo>
                      <a:cubicBezTo>
                        <a:pt x="139" y="101"/>
                        <a:pt x="179" y="57"/>
                        <a:pt x="231" y="56"/>
                      </a:cubicBezTo>
                      <a:cubicBezTo>
                        <a:pt x="282" y="54"/>
                        <a:pt x="326" y="94"/>
                        <a:pt x="328" y="146"/>
                      </a:cubicBezTo>
                      <a:cubicBezTo>
                        <a:pt x="330" y="198"/>
                        <a:pt x="289" y="241"/>
                        <a:pt x="238" y="243"/>
                      </a:cubicBezTo>
                      <a:close/>
                    </a:path>
                  </a:pathLst>
                </a:custGeom>
                <a:solidFill>
                  <a:schemeClr val="accent6"/>
                </a:solidFill>
                <a:ln w="9525"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ctr" rtl="0">
                    <a:spcBef>
                      <a:spcPts val="0"/>
                    </a:spcBef>
                    <a:spcAft>
                      <a:spcPts val="0"/>
                    </a:spcAft>
                    <a:buNone/>
                  </a:pPr>
                  <a:endParaRPr sz="1800">
                    <a:solidFill>
                      <a:schemeClr val="dk1"/>
                    </a:solidFill>
                    <a:latin typeface="Century Gothic"/>
                    <a:ea typeface="Century Gothic"/>
                    <a:cs typeface="Century Gothic"/>
                    <a:sym typeface="Century Gothic"/>
                  </a:endParaRPr>
                </a:p>
              </p:txBody>
            </p:sp>
          </p:grpSp>
        </p:grpSp>
        <p:sp>
          <p:nvSpPr>
            <p:cNvPr id="1593" name="Google Shape;1593;p102">
              <a:hlinkClick r:id="" action="ppaction://noaction"/>
            </p:cNvPr>
            <p:cNvSpPr/>
            <p:nvPr/>
          </p:nvSpPr>
          <p:spPr>
            <a:xfrm>
              <a:off x="7651698" y="4287227"/>
              <a:ext cx="1023242" cy="338668"/>
            </a:xfrm>
            <a:prstGeom prst="rect">
              <a:avLst/>
            </a:prstGeom>
            <a:solidFill>
              <a:schemeClr val="accent1">
                <a:alpha val="0"/>
              </a:schemeClr>
            </a:solidFill>
            <a:ln>
              <a:noFill/>
            </a:ln>
          </p:spPr>
          <p:txBody>
            <a:bodyPr spcFirstLastPara="1" wrap="square" lIns="91425" tIns="91425" rIns="91425" bIns="91425" anchor="t" anchorCtr="0">
              <a:noAutofit/>
            </a:bodyPr>
            <a:lstStyle/>
            <a:p>
              <a:pPr marL="0" marR="0" lvl="0" indent="0" algn="ctr" rtl="0">
                <a:spcBef>
                  <a:spcPts val="0"/>
                </a:spcBef>
                <a:spcAft>
                  <a:spcPts val="0"/>
                </a:spcAft>
                <a:buNone/>
              </a:pPr>
              <a:endParaRPr sz="1800">
                <a:solidFill>
                  <a:srgbClr val="FFFFFF"/>
                </a:solidFill>
                <a:latin typeface="Century Gothic"/>
                <a:ea typeface="Century Gothic"/>
                <a:cs typeface="Century Gothic"/>
                <a:sym typeface="Century Gothic"/>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98"/>
        <p:cNvGrpSpPr/>
        <p:nvPr/>
      </p:nvGrpSpPr>
      <p:grpSpPr>
        <a:xfrm>
          <a:off x="0" y="0"/>
          <a:ext cx="0" cy="0"/>
          <a:chOff x="0" y="0"/>
          <a:chExt cx="0" cy="0"/>
        </a:xfrm>
      </p:grpSpPr>
      <p:graphicFrame>
        <p:nvGraphicFramePr>
          <p:cNvPr id="1599" name="Google Shape;1599;p103"/>
          <p:cNvGraphicFramePr/>
          <p:nvPr/>
        </p:nvGraphicFramePr>
        <p:xfrm>
          <a:off x="469899" y="789217"/>
          <a:ext cx="3000000" cy="3000000"/>
        </p:xfrm>
        <a:graphic>
          <a:graphicData uri="http://schemas.openxmlformats.org/drawingml/2006/table">
            <a:tbl>
              <a:tblPr firstRow="1" bandRow="1">
                <a:noFill/>
                <a:tableStyleId>{D098BFCB-6916-41F2-A2A5-0DF0D5139B6F}</a:tableStyleId>
              </a:tblPr>
              <a:tblGrid>
                <a:gridCol w="130325">
                  <a:extLst>
                    <a:ext uri="{9D8B030D-6E8A-4147-A177-3AD203B41FA5}">
                      <a16:colId xmlns:a16="http://schemas.microsoft.com/office/drawing/2014/main" val="20000"/>
                    </a:ext>
                  </a:extLst>
                </a:gridCol>
                <a:gridCol w="556275">
                  <a:extLst>
                    <a:ext uri="{9D8B030D-6E8A-4147-A177-3AD203B41FA5}">
                      <a16:colId xmlns:a16="http://schemas.microsoft.com/office/drawing/2014/main" val="20001"/>
                    </a:ext>
                  </a:extLst>
                </a:gridCol>
                <a:gridCol w="367500">
                  <a:extLst>
                    <a:ext uri="{9D8B030D-6E8A-4147-A177-3AD203B41FA5}">
                      <a16:colId xmlns:a16="http://schemas.microsoft.com/office/drawing/2014/main" val="20002"/>
                    </a:ext>
                  </a:extLst>
                </a:gridCol>
                <a:gridCol w="3170075">
                  <a:extLst>
                    <a:ext uri="{9D8B030D-6E8A-4147-A177-3AD203B41FA5}">
                      <a16:colId xmlns:a16="http://schemas.microsoft.com/office/drawing/2014/main" val="20003"/>
                    </a:ext>
                  </a:extLst>
                </a:gridCol>
                <a:gridCol w="3276050">
                  <a:extLst>
                    <a:ext uri="{9D8B030D-6E8A-4147-A177-3AD203B41FA5}">
                      <a16:colId xmlns:a16="http://schemas.microsoft.com/office/drawing/2014/main" val="20004"/>
                    </a:ext>
                  </a:extLst>
                </a:gridCol>
                <a:gridCol w="477150">
                  <a:extLst>
                    <a:ext uri="{9D8B030D-6E8A-4147-A177-3AD203B41FA5}">
                      <a16:colId xmlns:a16="http://schemas.microsoft.com/office/drawing/2014/main" val="20005"/>
                    </a:ext>
                  </a:extLst>
                </a:gridCol>
                <a:gridCol w="477150">
                  <a:extLst>
                    <a:ext uri="{9D8B030D-6E8A-4147-A177-3AD203B41FA5}">
                      <a16:colId xmlns:a16="http://schemas.microsoft.com/office/drawing/2014/main" val="20006"/>
                    </a:ext>
                  </a:extLst>
                </a:gridCol>
              </a:tblGrid>
              <a:tr h="180850">
                <a:tc gridSpan="3">
                  <a:txBody>
                    <a:bodyPr/>
                    <a:lstStyle/>
                    <a:p>
                      <a:pPr marL="0" marR="0" lvl="0" indent="0" algn="ctr" rtl="0">
                        <a:spcBef>
                          <a:spcPts val="0"/>
                        </a:spcBef>
                        <a:spcAft>
                          <a:spcPts val="0"/>
                        </a:spcAft>
                        <a:buNone/>
                      </a:pPr>
                      <a:r>
                        <a:rPr lang="en-GB" sz="1200" b="1">
                          <a:solidFill>
                            <a:schemeClr val="dk2"/>
                          </a:solidFill>
                        </a:rPr>
                        <a:t>Level</a:t>
                      </a:r>
                      <a:endParaRPr sz="1200" b="1">
                        <a:solidFill>
                          <a:schemeClr val="dk2"/>
                        </a:solidFill>
                      </a:endParaRPr>
                    </a:p>
                  </a:txBody>
                  <a:tcPr marL="0" marR="0" marT="0" marB="0"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hMerge="1">
                  <a:txBody>
                    <a:bodyPr/>
                    <a:lstStyle/>
                    <a:p>
                      <a:endParaRPr/>
                    </a:p>
                  </a:txBody>
                  <a:tcPr/>
                </a:tc>
                <a:tc hMerge="1">
                  <a:txBody>
                    <a:bodyPr/>
                    <a:lstStyle/>
                    <a:p>
                      <a:endParaRPr/>
                    </a:p>
                  </a:txBody>
                  <a:tcPr/>
                </a:tc>
                <a:tc gridSpan="2">
                  <a:txBody>
                    <a:bodyPr/>
                    <a:lstStyle/>
                    <a:p>
                      <a:pPr marL="0" marR="0" lvl="0" indent="0" algn="ctr" rtl="0">
                        <a:lnSpc>
                          <a:spcPct val="100000"/>
                        </a:lnSpc>
                        <a:spcBef>
                          <a:spcPts val="0"/>
                        </a:spcBef>
                        <a:spcAft>
                          <a:spcPts val="0"/>
                        </a:spcAft>
                        <a:buClr>
                          <a:schemeClr val="dk2"/>
                        </a:buClr>
                        <a:buSzPts val="1200"/>
                        <a:buFont typeface="Century Gothic"/>
                        <a:buNone/>
                      </a:pPr>
                      <a:r>
                        <a:rPr lang="en-GB" sz="1200" b="1">
                          <a:solidFill>
                            <a:schemeClr val="dk2"/>
                          </a:solidFill>
                        </a:rPr>
                        <a:t>Maturity Statement</a:t>
                      </a:r>
                      <a:endParaRPr/>
                    </a:p>
                  </a:txBody>
                  <a:tcPr marL="0" marR="0" marT="0" marB="0"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hMerge="1">
                  <a:txBody>
                    <a:bodyPr/>
                    <a:lstStyle/>
                    <a:p>
                      <a:endParaRPr/>
                    </a:p>
                  </a:txBody>
                  <a:tcPr/>
                </a:tc>
                <a:tc>
                  <a:txBody>
                    <a:bodyPr/>
                    <a:lstStyle/>
                    <a:p>
                      <a:pPr marL="0" marR="0" lvl="0" indent="0" algn="ctr" rtl="0">
                        <a:spcBef>
                          <a:spcPts val="0"/>
                        </a:spcBef>
                        <a:spcAft>
                          <a:spcPts val="0"/>
                        </a:spcAft>
                        <a:buNone/>
                      </a:pPr>
                      <a:r>
                        <a:rPr lang="en-GB" sz="800" b="1">
                          <a:solidFill>
                            <a:schemeClr val="dk2"/>
                          </a:solidFill>
                        </a:rPr>
                        <a:t>Current</a:t>
                      </a:r>
                      <a:endParaRPr sz="800" b="1">
                        <a:solidFill>
                          <a:schemeClr val="dk2"/>
                        </a:solidFill>
                      </a:endParaRPr>
                    </a:p>
                  </a:txBody>
                  <a:tcPr marL="0" marR="0" marT="0" marB="0"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a:txBody>
                    <a:bodyPr/>
                    <a:lstStyle/>
                    <a:p>
                      <a:pPr marL="0" marR="0" lvl="0" indent="0" algn="ctr" rtl="0">
                        <a:spcBef>
                          <a:spcPts val="0"/>
                        </a:spcBef>
                        <a:spcAft>
                          <a:spcPts val="0"/>
                        </a:spcAft>
                        <a:buNone/>
                      </a:pPr>
                      <a:r>
                        <a:rPr lang="en-GB" sz="800" b="1">
                          <a:solidFill>
                            <a:schemeClr val="dk2"/>
                          </a:solidFill>
                        </a:rPr>
                        <a:t>Desired</a:t>
                      </a:r>
                      <a:endParaRPr sz="800" b="1">
                        <a:solidFill>
                          <a:schemeClr val="dk2"/>
                        </a:solidFill>
                      </a:endParaRPr>
                    </a:p>
                  </a:txBody>
                  <a:tcPr marL="0" marR="0" marT="0" marB="0"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extLst>
                  <a:ext uri="{0D108BD9-81ED-4DB2-BD59-A6C34878D82A}">
                    <a16:rowId xmlns:a16="http://schemas.microsoft.com/office/drawing/2014/main" val="10000"/>
                  </a:ext>
                </a:extLst>
              </a:tr>
              <a:tr h="553500">
                <a:tc>
                  <a:txBody>
                    <a:bodyPr/>
                    <a:lstStyle/>
                    <a:p>
                      <a:pPr marL="0" marR="0" lvl="0" indent="0" algn="ctr" rtl="0">
                        <a:spcBef>
                          <a:spcPts val="0"/>
                        </a:spcBef>
                        <a:spcAft>
                          <a:spcPts val="0"/>
                        </a:spcAft>
                        <a:buNone/>
                      </a:pPr>
                      <a:endParaRPr sz="1000" b="1">
                        <a:solidFill>
                          <a:schemeClr val="lt1"/>
                        </a:solidFill>
                        <a:latin typeface="Century Gothic"/>
                        <a:ea typeface="Century Gothic"/>
                        <a:cs typeface="Century Gothic"/>
                        <a:sym typeface="Century Gothic"/>
                      </a:endParaRPr>
                    </a:p>
                  </a:txBody>
                  <a:tcPr marL="46800" marR="46800" marT="46800" marB="46800"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C06C10"/>
                    </a:solidFill>
                  </a:tcPr>
                </a:tc>
                <a:tc gridSpan="2">
                  <a:txBody>
                    <a:bodyPr/>
                    <a:lstStyle/>
                    <a:p>
                      <a:pPr marL="0" marR="0" lvl="0" indent="0" algn="ctr" rtl="0">
                        <a:lnSpc>
                          <a:spcPct val="100000"/>
                        </a:lnSpc>
                        <a:spcBef>
                          <a:spcPts val="0"/>
                        </a:spcBef>
                        <a:spcAft>
                          <a:spcPts val="0"/>
                        </a:spcAft>
                        <a:buClr>
                          <a:schemeClr val="dk2"/>
                        </a:buClr>
                        <a:buSzPts val="1000"/>
                        <a:buFont typeface="Century Gothic"/>
                        <a:buNone/>
                      </a:pPr>
                      <a:r>
                        <a:rPr lang="en-GB" sz="1000" b="1">
                          <a:solidFill>
                            <a:schemeClr val="dk2"/>
                          </a:solidFill>
                          <a:latin typeface="Century Gothic"/>
                          <a:ea typeface="Century Gothic"/>
                          <a:cs typeface="Century Gothic"/>
                          <a:sym typeface="Century Gothic"/>
                        </a:rPr>
                        <a:t>Leading</a:t>
                      </a:r>
                      <a:endParaRPr/>
                    </a:p>
                  </a:txBody>
                  <a:tcPr marL="46800" marR="46800" marT="46800" marB="46800"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hMerge="1">
                  <a:txBody>
                    <a:bodyPr/>
                    <a:lstStyle/>
                    <a:p>
                      <a:endParaRPr/>
                    </a:p>
                  </a:txBody>
                  <a:tcPr/>
                </a:tc>
                <a:tc gridSpan="2">
                  <a:txBody>
                    <a:bodyPr/>
                    <a:lstStyle/>
                    <a:p>
                      <a:pPr marL="0" marR="0" lvl="0" indent="0" algn="l" rtl="0">
                        <a:lnSpc>
                          <a:spcPct val="100000"/>
                        </a:lnSpc>
                        <a:spcBef>
                          <a:spcPts val="0"/>
                        </a:spcBef>
                        <a:spcAft>
                          <a:spcPts val="0"/>
                        </a:spcAft>
                        <a:buClr>
                          <a:schemeClr val="dk1"/>
                        </a:buClr>
                        <a:buSzPts val="800"/>
                        <a:buFont typeface="Century Gothic"/>
                        <a:buNone/>
                      </a:pPr>
                      <a:r>
                        <a:rPr lang="en-GB" sz="800" b="0">
                          <a:solidFill>
                            <a:schemeClr val="dk1"/>
                          </a:solidFill>
                          <a:latin typeface="Century Gothic"/>
                          <a:ea typeface="Century Gothic"/>
                          <a:cs typeface="Century Gothic"/>
                          <a:sym typeface="Century Gothic"/>
                        </a:rPr>
                        <a:t>Streamline results into company strategy and processes automatically or make decisions to change business process based on insights. Permanent multi-dimensional, behaviour based churn models, including contextual data and social influence analytics to predict and explain churn and its causes. Single company understanding on churn level definitions across departments.</a:t>
                      </a:r>
                      <a:endParaRPr/>
                    </a:p>
                  </a:txBody>
                  <a:tcPr marL="36000" marR="36000" marT="36000" marB="36000">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hMerge="1">
                  <a:txBody>
                    <a:bodyPr/>
                    <a:lstStyle/>
                    <a:p>
                      <a:endParaRPr/>
                    </a:p>
                  </a:txBody>
                  <a:tcPr/>
                </a:tc>
                <a:tc>
                  <a:txBody>
                    <a:bodyPr/>
                    <a:lstStyle/>
                    <a:p>
                      <a:pPr marL="0" marR="0" lvl="0" indent="0" algn="ctr" rtl="0">
                        <a:spcBef>
                          <a:spcPts val="0"/>
                        </a:spcBef>
                        <a:spcAft>
                          <a:spcPts val="0"/>
                        </a:spcAft>
                        <a:buNone/>
                      </a:pPr>
                      <a:endParaRPr sz="1400"/>
                    </a:p>
                  </a:txBody>
                  <a:tcPr marL="46800" marR="46800" marT="46800" marB="46800"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a:txBody>
                    <a:bodyPr/>
                    <a:lstStyle/>
                    <a:p>
                      <a:pPr marL="0" marR="0" lvl="0" indent="0" algn="ctr" rtl="0">
                        <a:spcBef>
                          <a:spcPts val="0"/>
                        </a:spcBef>
                        <a:spcAft>
                          <a:spcPts val="0"/>
                        </a:spcAft>
                        <a:buNone/>
                      </a:pPr>
                      <a:endParaRPr sz="1400">
                        <a:solidFill>
                          <a:schemeClr val="dk1"/>
                        </a:solidFill>
                        <a:latin typeface="Noto Sans Symbols"/>
                        <a:ea typeface="Noto Sans Symbols"/>
                        <a:cs typeface="Noto Sans Symbols"/>
                        <a:sym typeface="Noto Sans Symbols"/>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extLst>
                  <a:ext uri="{0D108BD9-81ED-4DB2-BD59-A6C34878D82A}">
                    <a16:rowId xmlns:a16="http://schemas.microsoft.com/office/drawing/2014/main" val="10001"/>
                  </a:ext>
                </a:extLst>
              </a:tr>
              <a:tr h="503725">
                <a:tc>
                  <a:txBody>
                    <a:bodyPr/>
                    <a:lstStyle/>
                    <a:p>
                      <a:pPr marL="0" marR="0" lvl="0" indent="0" algn="ctr" rtl="0">
                        <a:spcBef>
                          <a:spcPts val="0"/>
                        </a:spcBef>
                        <a:spcAft>
                          <a:spcPts val="0"/>
                        </a:spcAft>
                        <a:buNone/>
                      </a:pPr>
                      <a:endParaRPr sz="1000" b="1">
                        <a:solidFill>
                          <a:schemeClr val="lt1"/>
                        </a:solidFill>
                        <a:latin typeface="Century Gothic"/>
                        <a:ea typeface="Century Gothic"/>
                        <a:cs typeface="Century Gothic"/>
                        <a:sym typeface="Century Gothic"/>
                      </a:endParaRPr>
                    </a:p>
                  </a:txBody>
                  <a:tcPr marL="46800" marR="46800" marT="46800" marB="46800"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CF7513"/>
                    </a:solidFill>
                  </a:tcPr>
                </a:tc>
                <a:tc gridSpan="2">
                  <a:txBody>
                    <a:bodyPr/>
                    <a:lstStyle/>
                    <a:p>
                      <a:pPr marL="0" marR="0" lvl="0" indent="0" algn="ctr" rtl="0">
                        <a:lnSpc>
                          <a:spcPct val="100000"/>
                        </a:lnSpc>
                        <a:spcBef>
                          <a:spcPts val="0"/>
                        </a:spcBef>
                        <a:spcAft>
                          <a:spcPts val="0"/>
                        </a:spcAft>
                        <a:buClr>
                          <a:schemeClr val="dk2"/>
                        </a:buClr>
                        <a:buSzPts val="1000"/>
                        <a:buFont typeface="Century Gothic"/>
                        <a:buNone/>
                      </a:pPr>
                      <a:r>
                        <a:rPr lang="en-GB" sz="1000" b="1">
                          <a:solidFill>
                            <a:schemeClr val="dk2"/>
                          </a:solidFill>
                          <a:latin typeface="Century Gothic"/>
                          <a:ea typeface="Century Gothic"/>
                          <a:cs typeface="Century Gothic"/>
                          <a:sym typeface="Century Gothic"/>
                        </a:rPr>
                        <a:t>Innovating</a:t>
                      </a:r>
                      <a:endParaRPr/>
                    </a:p>
                    <a:p>
                      <a:pPr marL="0" marR="0" lvl="0" indent="0" algn="ctr" rtl="0">
                        <a:spcBef>
                          <a:spcPts val="0"/>
                        </a:spcBef>
                        <a:spcAft>
                          <a:spcPts val="0"/>
                        </a:spcAft>
                        <a:buNone/>
                      </a:pPr>
                      <a:endParaRPr sz="1000" b="1">
                        <a:solidFill>
                          <a:schemeClr val="dk2"/>
                        </a:solidFill>
                        <a:latin typeface="Century Gothic"/>
                        <a:ea typeface="Century Gothic"/>
                        <a:cs typeface="Century Gothic"/>
                        <a:sym typeface="Century Gothic"/>
                      </a:endParaRPr>
                    </a:p>
                  </a:txBody>
                  <a:tcPr marL="46800" marR="46800" marT="46800" marB="46800"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hMerge="1">
                  <a:txBody>
                    <a:bodyPr/>
                    <a:lstStyle/>
                    <a:p>
                      <a:endParaRPr/>
                    </a:p>
                  </a:txBody>
                  <a:tcPr/>
                </a:tc>
                <a:tc gridSpan="2">
                  <a:txBody>
                    <a:bodyPr/>
                    <a:lstStyle/>
                    <a:p>
                      <a:pPr marL="0" marR="0" lvl="0" indent="0" algn="l" rtl="0">
                        <a:lnSpc>
                          <a:spcPct val="100000"/>
                        </a:lnSpc>
                        <a:spcBef>
                          <a:spcPts val="0"/>
                        </a:spcBef>
                        <a:spcAft>
                          <a:spcPts val="0"/>
                        </a:spcAft>
                        <a:buClr>
                          <a:schemeClr val="dk1"/>
                        </a:buClr>
                        <a:buSzPts val="800"/>
                        <a:buFont typeface="Century Gothic"/>
                        <a:buNone/>
                      </a:pPr>
                      <a:r>
                        <a:rPr lang="en-GB" sz="800" b="0">
                          <a:solidFill>
                            <a:schemeClr val="dk1"/>
                          </a:solidFill>
                          <a:latin typeface="Century Gothic"/>
                          <a:ea typeface="Century Gothic"/>
                          <a:cs typeface="Century Gothic"/>
                          <a:sym typeface="Century Gothic"/>
                        </a:rPr>
                        <a:t>Multi-dimensional, behaviour based churn models, including contextual data and social influence analytics to predict and explain churn and its causes.</a:t>
                      </a:r>
                      <a:endParaRPr/>
                    </a:p>
                    <a:p>
                      <a:pPr marL="0" marR="0" lvl="0" indent="0" algn="l" rtl="0">
                        <a:lnSpc>
                          <a:spcPct val="100000"/>
                        </a:lnSpc>
                        <a:spcBef>
                          <a:spcPts val="0"/>
                        </a:spcBef>
                        <a:spcAft>
                          <a:spcPts val="0"/>
                        </a:spcAft>
                        <a:buClr>
                          <a:schemeClr val="dk1"/>
                        </a:buClr>
                        <a:buSzPts val="800"/>
                        <a:buFont typeface="Century Gothic"/>
                        <a:buNone/>
                      </a:pPr>
                      <a:r>
                        <a:rPr lang="en-GB" sz="800" b="0">
                          <a:solidFill>
                            <a:schemeClr val="dk1"/>
                          </a:solidFill>
                          <a:latin typeface="Century Gothic"/>
                          <a:ea typeface="Century Gothic"/>
                          <a:cs typeface="Century Gothic"/>
                          <a:sym typeface="Century Gothic"/>
                        </a:rPr>
                        <a:t>Single company understanding on churn level definitions across departments.</a:t>
                      </a:r>
                      <a:endParaRPr/>
                    </a:p>
                  </a:txBody>
                  <a:tcPr marL="36000" marR="36000" marT="36000" marB="36000">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hMerge="1">
                  <a:txBody>
                    <a:bodyPr/>
                    <a:lstStyle/>
                    <a:p>
                      <a:endParaRPr/>
                    </a:p>
                  </a:txBody>
                  <a:tcPr/>
                </a:tc>
                <a:tc>
                  <a:txBody>
                    <a:bodyPr/>
                    <a:lstStyle/>
                    <a:p>
                      <a:pPr marL="0" marR="0" lvl="0" indent="0" algn="ctr" rtl="0">
                        <a:spcBef>
                          <a:spcPts val="0"/>
                        </a:spcBef>
                        <a:spcAft>
                          <a:spcPts val="0"/>
                        </a:spcAft>
                        <a:buNone/>
                      </a:pPr>
                      <a:endParaRPr sz="1400"/>
                    </a:p>
                  </a:txBody>
                  <a:tcPr marL="46800" marR="46800" marT="46800" marB="46800"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400"/>
                        <a:buFont typeface="Noto Sans Symbols"/>
                        <a:buNone/>
                      </a:pPr>
                      <a:r>
                        <a:rPr lang="en-GB" sz="1400">
                          <a:solidFill>
                            <a:schemeClr val="dk1"/>
                          </a:solidFill>
                          <a:latin typeface="Noto Sans Symbols"/>
                          <a:ea typeface="Noto Sans Symbols"/>
                          <a:cs typeface="Noto Sans Symbols"/>
                          <a:sym typeface="Noto Sans Symbols"/>
                        </a:rPr>
                        <a:t>✔</a:t>
                      </a:r>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extLst>
                  <a:ext uri="{0D108BD9-81ED-4DB2-BD59-A6C34878D82A}">
                    <a16:rowId xmlns:a16="http://schemas.microsoft.com/office/drawing/2014/main" val="10002"/>
                  </a:ext>
                </a:extLst>
              </a:tr>
              <a:tr h="553500">
                <a:tc>
                  <a:txBody>
                    <a:bodyPr/>
                    <a:lstStyle/>
                    <a:p>
                      <a:pPr marL="0" marR="0" lvl="0" indent="0" algn="ctr" rtl="0">
                        <a:spcBef>
                          <a:spcPts val="0"/>
                        </a:spcBef>
                        <a:spcAft>
                          <a:spcPts val="0"/>
                        </a:spcAft>
                        <a:buNone/>
                      </a:pPr>
                      <a:endParaRPr sz="1000" b="1">
                        <a:solidFill>
                          <a:schemeClr val="lt1"/>
                        </a:solidFill>
                        <a:latin typeface="Century Gothic"/>
                        <a:ea typeface="Century Gothic"/>
                        <a:cs typeface="Century Gothic"/>
                        <a:sym typeface="Century Gothic"/>
                      </a:endParaRPr>
                    </a:p>
                  </a:txBody>
                  <a:tcPr marL="46800" marR="46800" marT="46800" marB="46800"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EC891C"/>
                    </a:solidFill>
                  </a:tcPr>
                </a:tc>
                <a:tc gridSpan="2">
                  <a:txBody>
                    <a:bodyPr/>
                    <a:lstStyle/>
                    <a:p>
                      <a:pPr marL="0" marR="0" lvl="0" indent="0" algn="ctr" rtl="0">
                        <a:lnSpc>
                          <a:spcPct val="100000"/>
                        </a:lnSpc>
                        <a:spcBef>
                          <a:spcPts val="0"/>
                        </a:spcBef>
                        <a:spcAft>
                          <a:spcPts val="0"/>
                        </a:spcAft>
                        <a:buClr>
                          <a:schemeClr val="dk2"/>
                        </a:buClr>
                        <a:buSzPts val="1000"/>
                        <a:buFont typeface="Century Gothic"/>
                        <a:buNone/>
                      </a:pPr>
                      <a:r>
                        <a:rPr lang="en-GB" sz="1000" b="1">
                          <a:solidFill>
                            <a:schemeClr val="dk2"/>
                          </a:solidFill>
                          <a:latin typeface="Century Gothic"/>
                          <a:ea typeface="Century Gothic"/>
                          <a:cs typeface="Century Gothic"/>
                          <a:sym typeface="Century Gothic"/>
                        </a:rPr>
                        <a:t>Practicing</a:t>
                      </a:r>
                      <a:endParaRPr/>
                    </a:p>
                  </a:txBody>
                  <a:tcPr marL="46800" marR="46800" marT="46800" marB="46800"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hMerge="1">
                  <a:txBody>
                    <a:bodyPr/>
                    <a:lstStyle/>
                    <a:p>
                      <a:endParaRPr/>
                    </a:p>
                  </a:txBody>
                  <a:tcPr/>
                </a:tc>
                <a:tc gridSpan="2">
                  <a:txBody>
                    <a:bodyPr/>
                    <a:lstStyle/>
                    <a:p>
                      <a:pPr marL="0" marR="0" lvl="0" indent="0" algn="l" rtl="0">
                        <a:lnSpc>
                          <a:spcPct val="100000"/>
                        </a:lnSpc>
                        <a:spcBef>
                          <a:spcPts val="0"/>
                        </a:spcBef>
                        <a:spcAft>
                          <a:spcPts val="0"/>
                        </a:spcAft>
                        <a:buClr>
                          <a:schemeClr val="dk1"/>
                        </a:buClr>
                        <a:buSzPts val="800"/>
                        <a:buFont typeface="Century Gothic"/>
                        <a:buNone/>
                      </a:pPr>
                      <a:r>
                        <a:rPr lang="en-GB" sz="800" b="0">
                          <a:solidFill>
                            <a:schemeClr val="dk1"/>
                          </a:solidFill>
                          <a:latin typeface="Century Gothic"/>
                          <a:ea typeface="Century Gothic"/>
                          <a:cs typeface="Century Gothic"/>
                          <a:sym typeface="Century Gothic"/>
                        </a:rPr>
                        <a:t>Systematic use of correlation models to build permanent churn models based on internal transactional data and some external data to produce churn scores. Systematic use of churn scores across multiple functional areas. Single company understanding of churn level definitions.</a:t>
                      </a:r>
                      <a:endParaRPr/>
                    </a:p>
                  </a:txBody>
                  <a:tcPr marL="36000" marR="36000" marT="36000" marB="36000">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hMerge="1">
                  <a:txBody>
                    <a:bodyPr/>
                    <a:lstStyle/>
                    <a:p>
                      <a:endParaRPr/>
                    </a:p>
                  </a:txBody>
                  <a:tcPr/>
                </a:tc>
                <a:tc>
                  <a:txBody>
                    <a:bodyPr/>
                    <a:lstStyle/>
                    <a:p>
                      <a:pPr marL="0" marR="0" lvl="0" indent="0" algn="ctr" rtl="0">
                        <a:lnSpc>
                          <a:spcPct val="100000"/>
                        </a:lnSpc>
                        <a:spcBef>
                          <a:spcPts val="0"/>
                        </a:spcBef>
                        <a:spcAft>
                          <a:spcPts val="0"/>
                        </a:spcAft>
                        <a:buClr>
                          <a:schemeClr val="dk1"/>
                        </a:buClr>
                        <a:buSzPts val="1400"/>
                        <a:buFont typeface="Century Gothic"/>
                        <a:buNone/>
                      </a:pPr>
                      <a:endParaRPr sz="1400">
                        <a:solidFill>
                          <a:schemeClr val="dk1"/>
                        </a:solidFill>
                        <a:latin typeface="Noto Sans Symbols"/>
                        <a:ea typeface="Noto Sans Symbols"/>
                        <a:cs typeface="Noto Sans Symbols"/>
                        <a:sym typeface="Noto Sans Symbols"/>
                      </a:endParaRPr>
                    </a:p>
                  </a:txBody>
                  <a:tcPr marL="46800" marR="46800" marT="46800" marB="46800"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a:txBody>
                    <a:bodyPr/>
                    <a:lstStyle/>
                    <a:p>
                      <a:pPr marL="0" marR="0" lvl="0" indent="0" algn="ctr" rtl="0">
                        <a:spcBef>
                          <a:spcPts val="0"/>
                        </a:spcBef>
                        <a:spcAft>
                          <a:spcPts val="0"/>
                        </a:spcAft>
                        <a:buNone/>
                      </a:pPr>
                      <a:endParaRPr sz="1400">
                        <a:solidFill>
                          <a:schemeClr val="dk1"/>
                        </a:solidFill>
                        <a:latin typeface="Noto Sans Symbols"/>
                        <a:ea typeface="Noto Sans Symbols"/>
                        <a:cs typeface="Noto Sans Symbols"/>
                        <a:sym typeface="Noto Sans Symbols"/>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extLst>
                  <a:ext uri="{0D108BD9-81ED-4DB2-BD59-A6C34878D82A}">
                    <a16:rowId xmlns:a16="http://schemas.microsoft.com/office/drawing/2014/main" val="10003"/>
                  </a:ext>
                </a:extLst>
              </a:tr>
              <a:tr h="553500">
                <a:tc>
                  <a:txBody>
                    <a:bodyPr/>
                    <a:lstStyle/>
                    <a:p>
                      <a:pPr marL="0" marR="0" lvl="0" indent="0" algn="ctr" rtl="0">
                        <a:spcBef>
                          <a:spcPts val="0"/>
                        </a:spcBef>
                        <a:spcAft>
                          <a:spcPts val="0"/>
                        </a:spcAft>
                        <a:buNone/>
                      </a:pPr>
                      <a:endParaRPr sz="1000" b="1">
                        <a:solidFill>
                          <a:schemeClr val="lt1"/>
                        </a:solidFill>
                        <a:latin typeface="Century Gothic"/>
                        <a:ea typeface="Century Gothic"/>
                        <a:cs typeface="Century Gothic"/>
                        <a:sym typeface="Century Gothic"/>
                      </a:endParaRPr>
                    </a:p>
                  </a:txBody>
                  <a:tcPr marL="46800" marR="46800" marT="46800" marB="46800"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EE9B40"/>
                    </a:solidFill>
                  </a:tcPr>
                </a:tc>
                <a:tc gridSpan="2">
                  <a:txBody>
                    <a:bodyPr/>
                    <a:lstStyle/>
                    <a:p>
                      <a:pPr marL="0" marR="0" lvl="0" indent="0" algn="ctr" rtl="0">
                        <a:lnSpc>
                          <a:spcPct val="100000"/>
                        </a:lnSpc>
                        <a:spcBef>
                          <a:spcPts val="0"/>
                        </a:spcBef>
                        <a:spcAft>
                          <a:spcPts val="0"/>
                        </a:spcAft>
                        <a:buClr>
                          <a:schemeClr val="dk2"/>
                        </a:buClr>
                        <a:buSzPts val="1000"/>
                        <a:buFont typeface="Century Gothic"/>
                        <a:buNone/>
                      </a:pPr>
                      <a:r>
                        <a:rPr lang="en-GB" sz="1000" b="1">
                          <a:solidFill>
                            <a:schemeClr val="dk2"/>
                          </a:solidFill>
                          <a:latin typeface="Century Gothic"/>
                          <a:ea typeface="Century Gothic"/>
                          <a:cs typeface="Century Gothic"/>
                          <a:sym typeface="Century Gothic"/>
                        </a:rPr>
                        <a:t>Developing</a:t>
                      </a:r>
                      <a:endParaRPr/>
                    </a:p>
                  </a:txBody>
                  <a:tcPr marL="46800" marR="46800" marT="46800" marB="46800"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hMerge="1">
                  <a:txBody>
                    <a:bodyPr/>
                    <a:lstStyle/>
                    <a:p>
                      <a:endParaRPr/>
                    </a:p>
                  </a:txBody>
                  <a:tcPr/>
                </a:tc>
                <a:tc gridSpan="2">
                  <a:txBody>
                    <a:bodyPr/>
                    <a:lstStyle/>
                    <a:p>
                      <a:pPr marL="0" marR="0" lvl="0" indent="0" algn="l" rtl="0">
                        <a:lnSpc>
                          <a:spcPct val="100000"/>
                        </a:lnSpc>
                        <a:spcBef>
                          <a:spcPts val="0"/>
                        </a:spcBef>
                        <a:spcAft>
                          <a:spcPts val="0"/>
                        </a:spcAft>
                        <a:buClr>
                          <a:schemeClr val="dk1"/>
                        </a:buClr>
                        <a:buSzPts val="800"/>
                        <a:buFont typeface="Century Gothic"/>
                        <a:buNone/>
                      </a:pPr>
                      <a:r>
                        <a:rPr lang="en-GB" sz="800" b="0">
                          <a:solidFill>
                            <a:schemeClr val="dk1"/>
                          </a:solidFill>
                          <a:latin typeface="Century Gothic"/>
                          <a:ea typeface="Century Gothic"/>
                          <a:cs typeface="Century Gothic"/>
                          <a:sym typeface="Century Gothic"/>
                        </a:rPr>
                        <a:t>Identification of different churn scenarios and key data correlating to produce churn segments per customer and apply to carry out proactive churn retention campaigns based on these indicators.</a:t>
                      </a:r>
                      <a:endParaRPr/>
                    </a:p>
                    <a:p>
                      <a:pPr marL="0" marR="0" lvl="0" indent="0" algn="l" rtl="0">
                        <a:lnSpc>
                          <a:spcPct val="100000"/>
                        </a:lnSpc>
                        <a:spcBef>
                          <a:spcPts val="0"/>
                        </a:spcBef>
                        <a:spcAft>
                          <a:spcPts val="0"/>
                        </a:spcAft>
                        <a:buClr>
                          <a:schemeClr val="dk1"/>
                        </a:buClr>
                        <a:buSzPts val="800"/>
                        <a:buFont typeface="Century Gothic"/>
                        <a:buNone/>
                      </a:pPr>
                      <a:r>
                        <a:rPr lang="en-GB" sz="800" b="0">
                          <a:solidFill>
                            <a:schemeClr val="dk1"/>
                          </a:solidFill>
                          <a:latin typeface="Century Gothic"/>
                          <a:ea typeface="Century Gothic"/>
                          <a:cs typeface="Century Gothic"/>
                          <a:sym typeface="Century Gothic"/>
                        </a:rPr>
                        <a:t> </a:t>
                      </a:r>
                      <a:endParaRPr/>
                    </a:p>
                  </a:txBody>
                  <a:tcPr marL="36000" marR="36000" marT="36000" marB="36000">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hMerge="1">
                  <a:txBody>
                    <a:bodyPr/>
                    <a:lstStyle/>
                    <a:p>
                      <a:endParaRPr/>
                    </a:p>
                  </a:txBody>
                  <a:tcPr/>
                </a:tc>
                <a:tc>
                  <a:txBody>
                    <a:bodyPr/>
                    <a:lstStyle/>
                    <a:p>
                      <a:pPr marL="0" marR="0" lvl="0" indent="0" algn="ctr" rtl="0">
                        <a:lnSpc>
                          <a:spcPct val="100000"/>
                        </a:lnSpc>
                        <a:spcBef>
                          <a:spcPts val="0"/>
                        </a:spcBef>
                        <a:spcAft>
                          <a:spcPts val="0"/>
                        </a:spcAft>
                        <a:buClr>
                          <a:schemeClr val="dk1"/>
                        </a:buClr>
                        <a:buSzPts val="1400"/>
                        <a:buFont typeface="Noto Sans Symbols"/>
                        <a:buNone/>
                      </a:pPr>
                      <a:r>
                        <a:rPr lang="en-GB" sz="1400">
                          <a:solidFill>
                            <a:schemeClr val="dk1"/>
                          </a:solidFill>
                          <a:latin typeface="Noto Sans Symbols"/>
                          <a:ea typeface="Noto Sans Symbols"/>
                          <a:cs typeface="Noto Sans Symbols"/>
                          <a:sym typeface="Noto Sans Symbols"/>
                        </a:rPr>
                        <a:t>✔</a:t>
                      </a:r>
                      <a:endParaRPr/>
                    </a:p>
                  </a:txBody>
                  <a:tcPr marL="46800" marR="46800" marT="46800" marB="46800"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a:txBody>
                    <a:bodyPr/>
                    <a:lstStyle/>
                    <a:p>
                      <a:pPr marL="0" marR="0" lvl="0" indent="0" algn="ctr" rtl="0">
                        <a:spcBef>
                          <a:spcPts val="0"/>
                        </a:spcBef>
                        <a:spcAft>
                          <a:spcPts val="0"/>
                        </a:spcAft>
                        <a:buNone/>
                      </a:pPr>
                      <a:endParaRPr sz="1400">
                        <a:solidFill>
                          <a:schemeClr val="dk1"/>
                        </a:solidFill>
                        <a:latin typeface="Noto Sans Symbols"/>
                        <a:ea typeface="Noto Sans Symbols"/>
                        <a:cs typeface="Noto Sans Symbols"/>
                        <a:sym typeface="Noto Sans Symbols"/>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extLst>
                  <a:ext uri="{0D108BD9-81ED-4DB2-BD59-A6C34878D82A}">
                    <a16:rowId xmlns:a16="http://schemas.microsoft.com/office/drawing/2014/main" val="10004"/>
                  </a:ext>
                </a:extLst>
              </a:tr>
              <a:tr h="503725">
                <a:tc>
                  <a:txBody>
                    <a:bodyPr/>
                    <a:lstStyle/>
                    <a:p>
                      <a:pPr marL="0" marR="0" lvl="0" indent="0" algn="ctr" rtl="0">
                        <a:spcBef>
                          <a:spcPts val="0"/>
                        </a:spcBef>
                        <a:spcAft>
                          <a:spcPts val="0"/>
                        </a:spcAft>
                        <a:buNone/>
                      </a:pPr>
                      <a:endParaRPr sz="1000" b="1">
                        <a:solidFill>
                          <a:schemeClr val="lt1"/>
                        </a:solidFill>
                        <a:latin typeface="Century Gothic"/>
                        <a:ea typeface="Century Gothic"/>
                        <a:cs typeface="Century Gothic"/>
                        <a:sym typeface="Century Gothic"/>
                      </a:endParaRPr>
                    </a:p>
                  </a:txBody>
                  <a:tcPr marL="46800" marR="46800" marT="46800" marB="46800"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1AE65"/>
                    </a:solidFill>
                  </a:tcPr>
                </a:tc>
                <a:tc gridSpan="2">
                  <a:txBody>
                    <a:bodyPr/>
                    <a:lstStyle/>
                    <a:p>
                      <a:pPr marL="0" marR="0" lvl="0" indent="0" algn="ctr" rtl="0">
                        <a:lnSpc>
                          <a:spcPct val="100000"/>
                        </a:lnSpc>
                        <a:spcBef>
                          <a:spcPts val="0"/>
                        </a:spcBef>
                        <a:spcAft>
                          <a:spcPts val="0"/>
                        </a:spcAft>
                        <a:buClr>
                          <a:schemeClr val="dk2"/>
                        </a:buClr>
                        <a:buSzPts val="1000"/>
                        <a:buFont typeface="Century Gothic"/>
                        <a:buNone/>
                      </a:pPr>
                      <a:r>
                        <a:rPr lang="en-GB" sz="1000" b="1">
                          <a:solidFill>
                            <a:schemeClr val="dk2"/>
                          </a:solidFill>
                          <a:latin typeface="Century Gothic"/>
                          <a:ea typeface="Century Gothic"/>
                          <a:cs typeface="Century Gothic"/>
                          <a:sym typeface="Century Gothic"/>
                        </a:rPr>
                        <a:t>Emerging</a:t>
                      </a:r>
                      <a:endParaRPr/>
                    </a:p>
                  </a:txBody>
                  <a:tcPr marL="46800" marR="46800" marT="46800" marB="46800"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hMerge="1">
                  <a:txBody>
                    <a:bodyPr/>
                    <a:lstStyle/>
                    <a:p>
                      <a:endParaRPr/>
                    </a:p>
                  </a:txBody>
                  <a:tcPr/>
                </a:tc>
                <a:tc gridSpan="2">
                  <a:txBody>
                    <a:bodyPr/>
                    <a:lstStyle/>
                    <a:p>
                      <a:pPr marL="0" marR="0" lvl="0" indent="0" algn="l" rtl="0">
                        <a:lnSpc>
                          <a:spcPct val="100000"/>
                        </a:lnSpc>
                        <a:spcBef>
                          <a:spcPts val="0"/>
                        </a:spcBef>
                        <a:spcAft>
                          <a:spcPts val="0"/>
                        </a:spcAft>
                        <a:buClr>
                          <a:schemeClr val="dk1"/>
                        </a:buClr>
                        <a:buSzPts val="800"/>
                        <a:buFont typeface="Century Gothic"/>
                        <a:buNone/>
                      </a:pPr>
                      <a:r>
                        <a:rPr lang="en-GB" sz="800" b="0">
                          <a:solidFill>
                            <a:schemeClr val="dk1"/>
                          </a:solidFill>
                          <a:latin typeface="Century Gothic"/>
                          <a:ea typeface="Century Gothic"/>
                          <a:cs typeface="Century Gothic"/>
                          <a:sym typeface="Century Gothic"/>
                        </a:rPr>
                        <a:t>Aggregate churn indicators and some rules based estimation of churn probability with irregular use in business processes. </a:t>
                      </a:r>
                      <a:endParaRPr/>
                    </a:p>
                  </a:txBody>
                  <a:tcPr marL="36000" marR="36000" marT="36000" marB="36000">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hMerge="1">
                  <a:txBody>
                    <a:bodyPr/>
                    <a:lstStyle/>
                    <a:p>
                      <a:endParaRPr/>
                    </a:p>
                  </a:txBody>
                  <a:tcPr/>
                </a:tc>
                <a:tc>
                  <a:txBody>
                    <a:bodyPr/>
                    <a:lstStyle/>
                    <a:p>
                      <a:pPr marL="0" marR="0" lvl="0" indent="0" algn="ctr" rtl="0">
                        <a:spcBef>
                          <a:spcPts val="0"/>
                        </a:spcBef>
                        <a:spcAft>
                          <a:spcPts val="0"/>
                        </a:spcAft>
                        <a:buNone/>
                      </a:pPr>
                      <a:endParaRPr sz="1400"/>
                    </a:p>
                  </a:txBody>
                  <a:tcPr marL="46800" marR="46800" marT="46800" marB="46800"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a:txBody>
                    <a:bodyPr/>
                    <a:lstStyle/>
                    <a:p>
                      <a:pPr marL="0" marR="0" lvl="0" indent="0" algn="ctr" rtl="0">
                        <a:spcBef>
                          <a:spcPts val="0"/>
                        </a:spcBef>
                        <a:spcAft>
                          <a:spcPts val="0"/>
                        </a:spcAft>
                        <a:buNone/>
                      </a:pPr>
                      <a:endParaRPr sz="1400">
                        <a:solidFill>
                          <a:schemeClr val="dk1"/>
                        </a:solidFill>
                        <a:latin typeface="Noto Sans Symbols"/>
                        <a:ea typeface="Noto Sans Symbols"/>
                        <a:cs typeface="Noto Sans Symbols"/>
                        <a:sym typeface="Noto Sans Symbols"/>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extLst>
                  <a:ext uri="{0D108BD9-81ED-4DB2-BD59-A6C34878D82A}">
                    <a16:rowId xmlns:a16="http://schemas.microsoft.com/office/drawing/2014/main" val="10005"/>
                  </a:ext>
                </a:extLst>
              </a:tr>
              <a:tr h="178750">
                <a:tc gridSpan="3">
                  <a:txBody>
                    <a:bodyPr/>
                    <a:lstStyle/>
                    <a:p>
                      <a:pPr marL="0" marR="0" lvl="0" indent="0" algn="ctr" rtl="0">
                        <a:lnSpc>
                          <a:spcPct val="100000"/>
                        </a:lnSpc>
                        <a:spcBef>
                          <a:spcPts val="0"/>
                        </a:spcBef>
                        <a:spcAft>
                          <a:spcPts val="0"/>
                        </a:spcAft>
                        <a:buClr>
                          <a:schemeClr val="dk2"/>
                        </a:buClr>
                        <a:buSzPts val="1000"/>
                        <a:buFont typeface="Century Gothic"/>
                        <a:buNone/>
                      </a:pPr>
                      <a:r>
                        <a:rPr lang="en-GB" sz="1000" b="1">
                          <a:solidFill>
                            <a:schemeClr val="dk2"/>
                          </a:solidFill>
                        </a:rPr>
                        <a:t>Priority</a:t>
                      </a:r>
                      <a:endParaRPr/>
                    </a:p>
                  </a:txBody>
                  <a:tcPr marL="46800" marR="46800" marT="0" marB="0"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hMerge="1">
                  <a:txBody>
                    <a:bodyPr/>
                    <a:lstStyle/>
                    <a:p>
                      <a:endParaRPr/>
                    </a:p>
                  </a:txBody>
                  <a:tcPr/>
                </a:tc>
                <a:tc hMerge="1">
                  <a:txBody>
                    <a:bodyPr/>
                    <a:lstStyle/>
                    <a:p>
                      <a:endParaRPr/>
                    </a:p>
                  </a:txBody>
                  <a:tcPr/>
                </a:tc>
                <a:tc>
                  <a:txBody>
                    <a:bodyPr/>
                    <a:lstStyle/>
                    <a:p>
                      <a:pPr marL="0" marR="0" lvl="0" indent="0" algn="ctr" rtl="0">
                        <a:lnSpc>
                          <a:spcPct val="100000"/>
                        </a:lnSpc>
                        <a:spcBef>
                          <a:spcPts val="0"/>
                        </a:spcBef>
                        <a:spcAft>
                          <a:spcPts val="0"/>
                        </a:spcAft>
                        <a:buClr>
                          <a:schemeClr val="dk2"/>
                        </a:buClr>
                        <a:buSzPts val="1000"/>
                        <a:buFont typeface="Century Gothic"/>
                        <a:buNone/>
                      </a:pPr>
                      <a:r>
                        <a:rPr lang="en-GB" sz="1000" b="1">
                          <a:solidFill>
                            <a:schemeClr val="dk2"/>
                          </a:solidFill>
                          <a:latin typeface="Century Gothic"/>
                          <a:ea typeface="Century Gothic"/>
                          <a:cs typeface="Century Gothic"/>
                          <a:sym typeface="Century Gothic"/>
                        </a:rPr>
                        <a:t>Key areas for improvement</a:t>
                      </a:r>
                      <a:endParaRPr/>
                    </a:p>
                  </a:txBody>
                  <a:tcPr marL="46800" marR="46800" marT="0" marB="0"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2"/>
                        </a:buClr>
                        <a:buSzPts val="1000"/>
                        <a:buFont typeface="Century Gothic"/>
                        <a:buNone/>
                      </a:pPr>
                      <a:r>
                        <a:rPr lang="en-GB" sz="1000" b="1">
                          <a:solidFill>
                            <a:schemeClr val="dk2"/>
                          </a:solidFill>
                        </a:rPr>
                        <a:t>Benefits from uplift</a:t>
                      </a:r>
                      <a:endParaRPr sz="1000" b="1">
                        <a:solidFill>
                          <a:schemeClr val="dk2"/>
                        </a:solidFill>
                        <a:latin typeface="Century Gothic"/>
                        <a:ea typeface="Century Gothic"/>
                        <a:cs typeface="Century Gothic"/>
                        <a:sym typeface="Century Gothic"/>
                      </a:endParaRPr>
                    </a:p>
                  </a:txBody>
                  <a:tcPr marL="46800" marR="46800" marT="0" marB="0"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gridSpan="2">
                  <a:txBody>
                    <a:bodyPr/>
                    <a:lstStyle/>
                    <a:p>
                      <a:pPr marL="0" marR="0" lvl="0" indent="0" algn="ctr" rtl="0">
                        <a:spcBef>
                          <a:spcPts val="0"/>
                        </a:spcBef>
                        <a:spcAft>
                          <a:spcPts val="0"/>
                        </a:spcAft>
                        <a:buNone/>
                      </a:pPr>
                      <a:r>
                        <a:rPr lang="en-GB" sz="1000" b="1">
                          <a:solidFill>
                            <a:schemeClr val="dk2"/>
                          </a:solidFill>
                        </a:rPr>
                        <a:t>Timeframe</a:t>
                      </a:r>
                      <a:endParaRPr sz="1000" b="1">
                        <a:solidFill>
                          <a:schemeClr val="dk2"/>
                        </a:solidFill>
                      </a:endParaRPr>
                    </a:p>
                  </a:txBody>
                  <a:tcPr marL="46800" marR="46800" marT="0" marB="0"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hMerge="1">
                  <a:txBody>
                    <a:bodyPr/>
                    <a:lstStyle/>
                    <a:p>
                      <a:endParaRPr/>
                    </a:p>
                  </a:txBody>
                  <a:tcPr/>
                </a:tc>
                <a:extLst>
                  <a:ext uri="{0D108BD9-81ED-4DB2-BD59-A6C34878D82A}">
                    <a16:rowId xmlns:a16="http://schemas.microsoft.com/office/drawing/2014/main" val="10006"/>
                  </a:ext>
                </a:extLst>
              </a:tr>
              <a:tr h="243275">
                <a:tc gridSpan="2">
                  <a:txBody>
                    <a:bodyPr/>
                    <a:lstStyle/>
                    <a:p>
                      <a:pPr marL="0" marR="0" lvl="0" indent="0" algn="ctr" rtl="0">
                        <a:spcBef>
                          <a:spcPts val="0"/>
                        </a:spcBef>
                        <a:spcAft>
                          <a:spcPts val="0"/>
                        </a:spcAft>
                        <a:buNone/>
                      </a:pPr>
                      <a:r>
                        <a:rPr lang="en-GB" sz="800" b="1">
                          <a:solidFill>
                            <a:schemeClr val="dk1"/>
                          </a:solidFill>
                        </a:rPr>
                        <a:t>High</a:t>
                      </a:r>
                      <a:endParaRPr sz="800" b="1">
                        <a:solidFill>
                          <a:schemeClr val="dk1"/>
                        </a:solidFill>
                      </a:endParaRPr>
                    </a:p>
                  </a:txBody>
                  <a:tcPr marL="46800" marR="46800" marT="46800" marB="46800"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hMerge="1">
                  <a:txBody>
                    <a:bodyPr/>
                    <a:lstStyle/>
                    <a:p>
                      <a:endParaRPr/>
                    </a:p>
                  </a:txBody>
                  <a:tcPr/>
                </a:tc>
                <a:tc>
                  <a:txBody>
                    <a:bodyPr/>
                    <a:lstStyle/>
                    <a:p>
                      <a:pPr marL="0" marR="0" lvl="0" indent="0" algn="ctr" rtl="0">
                        <a:spcBef>
                          <a:spcPts val="0"/>
                        </a:spcBef>
                        <a:spcAft>
                          <a:spcPts val="0"/>
                        </a:spcAft>
                        <a:buNone/>
                      </a:pPr>
                      <a:r>
                        <a:rPr lang="en-GB" sz="1000">
                          <a:solidFill>
                            <a:schemeClr val="dk1"/>
                          </a:solidFill>
                          <a:latin typeface="Noto Sans Symbols"/>
                          <a:ea typeface="Noto Sans Symbols"/>
                          <a:cs typeface="Noto Sans Symbols"/>
                          <a:sym typeface="Noto Sans Symbols"/>
                        </a:rPr>
                        <a:t>✔</a:t>
                      </a:r>
                      <a:endParaRPr sz="1000" b="1">
                        <a:solidFill>
                          <a:schemeClr val="dk1"/>
                        </a:solidFill>
                      </a:endParaRPr>
                    </a:p>
                  </a:txBody>
                  <a:tcPr marL="46800" marR="46800" marT="46800" marB="46800"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rowSpan="3">
                  <a:txBody>
                    <a:bodyPr/>
                    <a:lstStyle/>
                    <a:p>
                      <a:pPr marL="0" marR="0" lvl="0" indent="0" algn="l" rtl="0">
                        <a:lnSpc>
                          <a:spcPct val="100000"/>
                        </a:lnSpc>
                        <a:spcBef>
                          <a:spcPts val="0"/>
                        </a:spcBef>
                        <a:spcAft>
                          <a:spcPts val="0"/>
                        </a:spcAft>
                        <a:buClr>
                          <a:schemeClr val="dk1"/>
                        </a:buClr>
                        <a:buSzPts val="800"/>
                        <a:buFont typeface="Arial"/>
                        <a:buNone/>
                      </a:pPr>
                      <a:r>
                        <a:rPr lang="en-GB" sz="800" b="0">
                          <a:solidFill>
                            <a:schemeClr val="dk1"/>
                          </a:solidFill>
                          <a:latin typeface="Century Gothic"/>
                          <a:ea typeface="Century Gothic"/>
                          <a:cs typeface="Century Gothic"/>
                          <a:sym typeface="Century Gothic"/>
                        </a:rPr>
                        <a:t>Client’s view of key areas for improvement e.g. </a:t>
                      </a:r>
                      <a:endParaRPr/>
                    </a:p>
                    <a:p>
                      <a:pPr marL="171450" marR="0" lvl="0" indent="-171450" algn="l" rtl="0">
                        <a:lnSpc>
                          <a:spcPct val="100000"/>
                        </a:lnSpc>
                        <a:spcBef>
                          <a:spcPts val="0"/>
                        </a:spcBef>
                        <a:spcAft>
                          <a:spcPts val="0"/>
                        </a:spcAft>
                        <a:buClr>
                          <a:schemeClr val="dk1"/>
                        </a:buClr>
                        <a:buSzPts val="800"/>
                        <a:buFont typeface="Arial"/>
                        <a:buChar char="•"/>
                      </a:pPr>
                      <a:r>
                        <a:rPr lang="en-GB" sz="800" b="0">
                          <a:solidFill>
                            <a:schemeClr val="dk1"/>
                          </a:solidFill>
                          <a:latin typeface="Century Gothic"/>
                          <a:ea typeface="Century Gothic"/>
                          <a:cs typeface="Century Gothic"/>
                          <a:sym typeface="Century Gothic"/>
                        </a:rPr>
                        <a:t>Analytical capability (sophistication, resourcing)</a:t>
                      </a:r>
                      <a:endParaRPr/>
                    </a:p>
                    <a:p>
                      <a:pPr marL="171450" marR="0" lvl="0" indent="-171450" algn="l" rtl="0">
                        <a:lnSpc>
                          <a:spcPct val="100000"/>
                        </a:lnSpc>
                        <a:spcBef>
                          <a:spcPts val="0"/>
                        </a:spcBef>
                        <a:spcAft>
                          <a:spcPts val="0"/>
                        </a:spcAft>
                        <a:buClr>
                          <a:schemeClr val="dk1"/>
                        </a:buClr>
                        <a:buSzPts val="800"/>
                        <a:buFont typeface="Arial"/>
                        <a:buChar char="•"/>
                      </a:pPr>
                      <a:r>
                        <a:rPr lang="en-GB" sz="800" b="0">
                          <a:solidFill>
                            <a:schemeClr val="dk1"/>
                          </a:solidFill>
                          <a:latin typeface="Century Gothic"/>
                          <a:ea typeface="Century Gothic"/>
                          <a:cs typeface="Century Gothic"/>
                          <a:sym typeface="Century Gothic"/>
                        </a:rPr>
                        <a:t>Analytical agility, time to market, automation</a:t>
                      </a:r>
                      <a:endParaRPr/>
                    </a:p>
                    <a:p>
                      <a:pPr marL="171450" marR="0" lvl="0" indent="-171450" algn="l" rtl="0">
                        <a:lnSpc>
                          <a:spcPct val="100000"/>
                        </a:lnSpc>
                        <a:spcBef>
                          <a:spcPts val="0"/>
                        </a:spcBef>
                        <a:spcAft>
                          <a:spcPts val="0"/>
                        </a:spcAft>
                        <a:buClr>
                          <a:schemeClr val="dk1"/>
                        </a:buClr>
                        <a:buSzPts val="800"/>
                        <a:buFont typeface="Arial"/>
                        <a:buChar char="•"/>
                      </a:pPr>
                      <a:r>
                        <a:rPr lang="en-GB" sz="800" b="0">
                          <a:solidFill>
                            <a:schemeClr val="dk1"/>
                          </a:solidFill>
                          <a:latin typeface="Century Gothic"/>
                          <a:ea typeface="Century Gothic"/>
                          <a:cs typeface="Century Gothic"/>
                          <a:sym typeface="Century Gothic"/>
                        </a:rPr>
                        <a:t>Data completeness, latency, extent of integration</a:t>
                      </a:r>
                      <a:endParaRPr/>
                    </a:p>
                  </a:txBody>
                  <a:tcPr marL="36000" marR="36000" marT="36000" marB="36000">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rowSpan="3">
                  <a:txBody>
                    <a:bodyPr/>
                    <a:lstStyle/>
                    <a:p>
                      <a:pPr marL="285750" marR="0" lvl="0" indent="-285750" algn="l" rtl="0">
                        <a:spcBef>
                          <a:spcPts val="0"/>
                        </a:spcBef>
                        <a:spcAft>
                          <a:spcPts val="0"/>
                        </a:spcAft>
                        <a:buClr>
                          <a:schemeClr val="dk1"/>
                        </a:buClr>
                        <a:buSzPts val="800"/>
                        <a:buFont typeface="Arial"/>
                        <a:buChar char="•"/>
                      </a:pPr>
                      <a:r>
                        <a:rPr lang="en-GB" sz="800">
                          <a:solidFill>
                            <a:schemeClr val="dk1"/>
                          </a:solidFill>
                          <a:latin typeface="Century Gothic"/>
                          <a:ea typeface="Century Gothic"/>
                          <a:cs typeface="Century Gothic"/>
                          <a:sym typeface="Century Gothic"/>
                        </a:rPr>
                        <a:t>Accurate customer count for SBP regulatory reporting
Reduced duplicate communications and offer conflicts
Complete relationship view enabling holistic customer management
Foundation for profitability, segmentation, and campaign analytics</a:t>
                      </a:r>
                      <a:endParaRPr/>
                    </a:p>
                    <a:p>
                      <a:pPr marL="285750" marR="0" lvl="0" indent="-285750" algn="l" rtl="0">
                        <a:spcBef>
                          <a:spcPts val="0"/>
                        </a:spcBef>
                        <a:spcAft>
                          <a:spcPts val="0"/>
                        </a:spcAft>
                        <a:buClr>
                          <a:schemeClr val="dk1"/>
                        </a:buClr>
                        <a:buSzPts val="800"/>
                        <a:buFont typeface="Arial"/>
                        <a:buChar char="•"/>
                      </a:pPr>
                      <a:r>
                        <a:rPr lang="en-GB" sz="800">
                          <a:solidFill>
                            <a:schemeClr val="dk1"/>
                          </a:solidFill>
                          <a:latin typeface="Century Gothic"/>
                          <a:ea typeface="Century Gothic"/>
                          <a:cs typeface="Century Gothic"/>
                          <a:sym typeface="Century Gothic"/>
                        </a:rPr>
                        <a:t>Consider how improving maturity level will impact these</a:t>
                      </a:r>
                      <a:endParaRPr/>
                    </a:p>
                    <a:p>
                      <a:pPr marL="285750" marR="0" lvl="0" indent="-285750" algn="l" rtl="0">
                        <a:spcBef>
                          <a:spcPts val="0"/>
                        </a:spcBef>
                        <a:spcAft>
                          <a:spcPts val="0"/>
                        </a:spcAft>
                        <a:buClr>
                          <a:schemeClr val="dk1"/>
                        </a:buClr>
                        <a:buSzPts val="800"/>
                        <a:buFont typeface="Arial"/>
                        <a:buChar char="•"/>
                      </a:pPr>
                      <a:r>
                        <a:rPr lang="en-GB" sz="800">
                          <a:solidFill>
                            <a:schemeClr val="dk1"/>
                          </a:solidFill>
                          <a:latin typeface="Century Gothic"/>
                          <a:ea typeface="Century Gothic"/>
                          <a:cs typeface="Century Gothic"/>
                          <a:sym typeface="Century Gothic"/>
                        </a:rPr>
                        <a:t>Balance these against client strategic priorities</a:t>
                      </a:r>
                      <a:endParaRPr sz="800">
                        <a:solidFill>
                          <a:schemeClr val="dk1"/>
                        </a:solidFill>
                        <a:latin typeface="Century Gothic"/>
                        <a:ea typeface="Century Gothic"/>
                        <a:cs typeface="Century Gothic"/>
                        <a:sym typeface="Century Gothic"/>
                      </a:endParaRPr>
                    </a:p>
                  </a:txBody>
                  <a:tcPr marL="36000" marR="36000" marT="36000" marB="36000">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rowSpan="3" gridSpan="2">
                  <a:txBody>
                    <a:bodyPr/>
                    <a:lstStyle/>
                    <a:p>
                      <a:pPr marL="0" marR="0" lvl="0" indent="0" algn="ctr" rtl="0">
                        <a:lnSpc>
                          <a:spcPct val="100000"/>
                        </a:lnSpc>
                        <a:spcBef>
                          <a:spcPts val="0"/>
                        </a:spcBef>
                        <a:spcAft>
                          <a:spcPts val="0"/>
                        </a:spcAft>
                        <a:buClr>
                          <a:schemeClr val="dk1"/>
                        </a:buClr>
                        <a:buSzPts val="800"/>
                        <a:buFont typeface="Century Gothic"/>
                        <a:buNone/>
                      </a:pPr>
                      <a:r>
                        <a:rPr lang="en-GB" sz="800" b="0">
                          <a:solidFill>
                            <a:schemeClr val="dk1"/>
                          </a:solidFill>
                        </a:rPr>
                        <a:t>2025-2027</a:t>
                      </a:r>
                      <a:endParaRPr/>
                    </a:p>
                  </a:txBody>
                  <a:tcPr marL="46800" marR="46800" marT="46800" marB="46800"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rowSpan="3" hMerge="1">
                  <a:txBody>
                    <a:bodyPr/>
                    <a:lstStyle/>
                    <a:p>
                      <a:endParaRPr/>
                    </a:p>
                  </a:txBody>
                  <a:tcPr/>
                </a:tc>
                <a:extLst>
                  <a:ext uri="{0D108BD9-81ED-4DB2-BD59-A6C34878D82A}">
                    <a16:rowId xmlns:a16="http://schemas.microsoft.com/office/drawing/2014/main" val="10007"/>
                  </a:ext>
                </a:extLst>
              </a:tr>
              <a:tr h="243275">
                <a:tc gridSpan="2">
                  <a:txBody>
                    <a:bodyPr/>
                    <a:lstStyle/>
                    <a:p>
                      <a:pPr marL="0" marR="0" lvl="0" indent="0" algn="ctr" rtl="0">
                        <a:spcBef>
                          <a:spcPts val="0"/>
                        </a:spcBef>
                        <a:spcAft>
                          <a:spcPts val="0"/>
                        </a:spcAft>
                        <a:buNone/>
                      </a:pPr>
                      <a:r>
                        <a:rPr lang="en-GB" sz="800" b="1">
                          <a:solidFill>
                            <a:schemeClr val="dk1"/>
                          </a:solidFill>
                        </a:rPr>
                        <a:t>Medium</a:t>
                      </a:r>
                      <a:endParaRPr sz="800" b="1">
                        <a:solidFill>
                          <a:schemeClr val="dk1"/>
                        </a:solidFill>
                      </a:endParaRPr>
                    </a:p>
                  </a:txBody>
                  <a:tcPr marL="46800" marR="46800" marT="46800" marB="46800"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hMerge="1">
                  <a:txBody>
                    <a:bodyPr/>
                    <a:lstStyle/>
                    <a:p>
                      <a:endParaRPr/>
                    </a:p>
                  </a:txBody>
                  <a:tcPr/>
                </a:tc>
                <a:tc>
                  <a:txBody>
                    <a:bodyPr/>
                    <a:lstStyle/>
                    <a:p>
                      <a:pPr marL="0" marR="0" lvl="0" indent="0" algn="l" rtl="0">
                        <a:spcBef>
                          <a:spcPts val="0"/>
                        </a:spcBef>
                        <a:spcAft>
                          <a:spcPts val="0"/>
                        </a:spcAft>
                        <a:buNone/>
                      </a:pPr>
                      <a:endParaRPr sz="1000"/>
                    </a:p>
                  </a:txBody>
                  <a:tcPr marL="46800" marR="46800" marT="46800" marB="46800"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vMerge="1">
                  <a:txBody>
                    <a:bodyPr/>
                    <a:lstStyle/>
                    <a:p>
                      <a:endParaRPr/>
                    </a:p>
                  </a:txBody>
                  <a:tcPr/>
                </a:tc>
                <a:tc vMerge="1">
                  <a:txBody>
                    <a:bodyPr/>
                    <a:lstStyle/>
                    <a:p>
                      <a:endParaRPr/>
                    </a:p>
                  </a:txBody>
                  <a:tcPr/>
                </a:tc>
                <a:tc gridSpan="2" vMerge="1">
                  <a:txBody>
                    <a:bodyPr/>
                    <a:lstStyle/>
                    <a:p>
                      <a:endParaRPr/>
                    </a:p>
                  </a:txBody>
                  <a:tcPr/>
                </a:tc>
                <a:tc hMerge="1" vMerge="1">
                  <a:txBody>
                    <a:bodyPr/>
                    <a:lstStyle/>
                    <a:p>
                      <a:endParaRPr/>
                    </a:p>
                  </a:txBody>
                  <a:tcPr/>
                </a:tc>
                <a:extLst>
                  <a:ext uri="{0D108BD9-81ED-4DB2-BD59-A6C34878D82A}">
                    <a16:rowId xmlns:a16="http://schemas.microsoft.com/office/drawing/2014/main" val="10008"/>
                  </a:ext>
                </a:extLst>
              </a:tr>
              <a:tr h="243275">
                <a:tc gridSpan="2">
                  <a:txBody>
                    <a:bodyPr/>
                    <a:lstStyle/>
                    <a:p>
                      <a:pPr marL="0" marR="0" lvl="0" indent="0" algn="ctr" rtl="0">
                        <a:spcBef>
                          <a:spcPts val="0"/>
                        </a:spcBef>
                        <a:spcAft>
                          <a:spcPts val="0"/>
                        </a:spcAft>
                        <a:buNone/>
                      </a:pPr>
                      <a:r>
                        <a:rPr lang="en-GB" sz="800" b="1">
                          <a:solidFill>
                            <a:schemeClr val="dk1"/>
                          </a:solidFill>
                        </a:rPr>
                        <a:t>Low</a:t>
                      </a:r>
                      <a:endParaRPr sz="800" b="1">
                        <a:solidFill>
                          <a:schemeClr val="dk1"/>
                        </a:solidFill>
                      </a:endParaRPr>
                    </a:p>
                  </a:txBody>
                  <a:tcPr marL="46800" marR="46800" marT="46800" marB="46800"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hMerge="1">
                  <a:txBody>
                    <a:bodyPr/>
                    <a:lstStyle/>
                    <a:p>
                      <a:endParaRPr/>
                    </a:p>
                  </a:txBody>
                  <a:tcPr/>
                </a:tc>
                <a:tc>
                  <a:txBody>
                    <a:bodyPr/>
                    <a:lstStyle/>
                    <a:p>
                      <a:pPr marL="0" marR="0" lvl="0" indent="0" algn="l" rtl="0">
                        <a:spcBef>
                          <a:spcPts val="0"/>
                        </a:spcBef>
                        <a:spcAft>
                          <a:spcPts val="0"/>
                        </a:spcAft>
                        <a:buNone/>
                      </a:pPr>
                      <a:endParaRPr sz="1000"/>
                    </a:p>
                  </a:txBody>
                  <a:tcPr marL="46800" marR="46800" marT="46800" marB="46800"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vMerge="1">
                  <a:txBody>
                    <a:bodyPr/>
                    <a:lstStyle/>
                    <a:p>
                      <a:endParaRPr/>
                    </a:p>
                  </a:txBody>
                  <a:tcPr/>
                </a:tc>
                <a:tc vMerge="1">
                  <a:txBody>
                    <a:bodyPr/>
                    <a:lstStyle/>
                    <a:p>
                      <a:endParaRPr/>
                    </a:p>
                  </a:txBody>
                  <a:tcPr/>
                </a:tc>
                <a:tc gridSpan="2" vMerge="1">
                  <a:txBody>
                    <a:bodyPr/>
                    <a:lstStyle/>
                    <a:p>
                      <a:endParaRPr/>
                    </a:p>
                  </a:txBody>
                  <a:tcPr/>
                </a:tc>
                <a:tc hMerge="1" vMerge="1">
                  <a:txBody>
                    <a:bodyPr/>
                    <a:lstStyle/>
                    <a:p>
                      <a:endParaRPr/>
                    </a:p>
                  </a:txBody>
                  <a:tcPr/>
                </a:tc>
                <a:extLst>
                  <a:ext uri="{0D108BD9-81ED-4DB2-BD59-A6C34878D82A}">
                    <a16:rowId xmlns:a16="http://schemas.microsoft.com/office/drawing/2014/main" val="10009"/>
                  </a:ext>
                </a:extLst>
              </a:tr>
            </a:tbl>
          </a:graphicData>
        </a:graphic>
      </p:graphicFrame>
      <p:grpSp>
        <p:nvGrpSpPr>
          <p:cNvPr id="1600" name="Google Shape;1600;p103"/>
          <p:cNvGrpSpPr/>
          <p:nvPr/>
        </p:nvGrpSpPr>
        <p:grpSpPr>
          <a:xfrm>
            <a:off x="469900" y="3828862"/>
            <a:ext cx="8455025" cy="732866"/>
            <a:chOff x="211138" y="3972860"/>
            <a:chExt cx="8713787" cy="642437"/>
          </a:xfrm>
        </p:grpSpPr>
        <p:sp>
          <p:nvSpPr>
            <p:cNvPr id="1601" name="Google Shape;1601;p103"/>
            <p:cNvSpPr/>
            <p:nvPr/>
          </p:nvSpPr>
          <p:spPr>
            <a:xfrm>
              <a:off x="211138" y="3972860"/>
              <a:ext cx="8713787" cy="642437"/>
            </a:xfrm>
            <a:prstGeom prst="rect">
              <a:avLst/>
            </a:prstGeom>
            <a:solidFill>
              <a:schemeClr val="lt1"/>
            </a:solidFill>
            <a:ln>
              <a:noFill/>
            </a:ln>
          </p:spPr>
          <p:txBody>
            <a:bodyPr spcFirstLastPara="1" wrap="square" lIns="91425" tIns="91425" rIns="91425" bIns="91425" anchor="ctr" anchorCtr="0">
              <a:noAutofit/>
            </a:bodyPr>
            <a:lstStyle/>
            <a:p>
              <a:pPr marL="0" marR="0" lvl="0" indent="0" algn="ctr" rtl="0">
                <a:spcBef>
                  <a:spcPts val="0"/>
                </a:spcBef>
                <a:spcAft>
                  <a:spcPts val="0"/>
                </a:spcAft>
                <a:buNone/>
              </a:pPr>
              <a:endParaRPr sz="1000">
                <a:solidFill>
                  <a:schemeClr val="dk1"/>
                </a:solidFill>
                <a:latin typeface="Century Gothic"/>
                <a:ea typeface="Century Gothic"/>
                <a:cs typeface="Century Gothic"/>
                <a:sym typeface="Century Gothic"/>
              </a:endParaRPr>
            </a:p>
          </p:txBody>
        </p:sp>
        <p:sp>
          <p:nvSpPr>
            <p:cNvPr id="1602" name="Google Shape;1602;p103"/>
            <p:cNvSpPr/>
            <p:nvPr/>
          </p:nvSpPr>
          <p:spPr>
            <a:xfrm>
              <a:off x="3692726" y="3982349"/>
              <a:ext cx="1753883" cy="632948"/>
            </a:xfrm>
            <a:prstGeom prst="rect">
              <a:avLst/>
            </a:prstGeom>
            <a:noFill/>
            <a:ln>
              <a:noFill/>
            </a:ln>
          </p:spPr>
          <p:txBody>
            <a:bodyPr spcFirstLastPara="1" wrap="square" lIns="91425" tIns="91425" rIns="91425" bIns="91425" anchor="ctr" anchorCtr="0">
              <a:noAutofit/>
            </a:bodyPr>
            <a:lstStyle/>
            <a:p>
              <a:pPr marL="0" marR="0" lvl="0" indent="0" algn="ctr" rtl="0">
                <a:spcBef>
                  <a:spcPts val="0"/>
                </a:spcBef>
                <a:spcAft>
                  <a:spcPts val="0"/>
                </a:spcAft>
                <a:buNone/>
              </a:pPr>
              <a:r>
                <a:rPr lang="en-GB" sz="800">
                  <a:solidFill>
                    <a:schemeClr val="dk1"/>
                  </a:solidFill>
                  <a:latin typeface="Century Gothic"/>
                  <a:ea typeface="Century Gothic"/>
                  <a:cs typeface="Century Gothic"/>
                  <a:sym typeface="Century Gothic"/>
                </a:rPr>
                <a:t>For use in Maturity Assessment &amp; Roadmap Engagements</a:t>
              </a:r>
              <a:endParaRPr/>
            </a:p>
          </p:txBody>
        </p:sp>
      </p:grpSp>
      <p:grpSp>
        <p:nvGrpSpPr>
          <p:cNvPr id="1603" name="Google Shape;1603;p103"/>
          <p:cNvGrpSpPr/>
          <p:nvPr/>
        </p:nvGrpSpPr>
        <p:grpSpPr>
          <a:xfrm>
            <a:off x="7971865" y="980278"/>
            <a:ext cx="949325" cy="2867825"/>
            <a:chOff x="7941888" y="1062037"/>
            <a:chExt cx="983037" cy="2695575"/>
          </a:xfrm>
        </p:grpSpPr>
        <p:sp>
          <p:nvSpPr>
            <p:cNvPr id="1604" name="Google Shape;1604;p103"/>
            <p:cNvSpPr/>
            <p:nvPr/>
          </p:nvSpPr>
          <p:spPr>
            <a:xfrm>
              <a:off x="7941889" y="1062037"/>
              <a:ext cx="983036" cy="2695575"/>
            </a:xfrm>
            <a:prstGeom prst="rect">
              <a:avLst/>
            </a:prstGeom>
            <a:solidFill>
              <a:schemeClr val="lt1"/>
            </a:solidFill>
            <a:ln>
              <a:noFill/>
            </a:ln>
          </p:spPr>
          <p:txBody>
            <a:bodyPr spcFirstLastPara="1" wrap="square" lIns="91425" tIns="91425" rIns="91425" bIns="91425" anchor="ctr" anchorCtr="0">
              <a:noAutofit/>
            </a:bodyPr>
            <a:lstStyle/>
            <a:p>
              <a:pPr marL="0" marR="0" lvl="0" indent="0" algn="ctr" rtl="0">
                <a:spcBef>
                  <a:spcPts val="0"/>
                </a:spcBef>
                <a:spcAft>
                  <a:spcPts val="0"/>
                </a:spcAft>
                <a:buNone/>
              </a:pPr>
              <a:endParaRPr sz="1000">
                <a:solidFill>
                  <a:schemeClr val="dk1"/>
                </a:solidFill>
                <a:latin typeface="Century Gothic"/>
                <a:ea typeface="Century Gothic"/>
                <a:cs typeface="Century Gothic"/>
                <a:sym typeface="Century Gothic"/>
              </a:endParaRPr>
            </a:p>
          </p:txBody>
        </p:sp>
        <p:sp>
          <p:nvSpPr>
            <p:cNvPr id="1605" name="Google Shape;1605;p103"/>
            <p:cNvSpPr/>
            <p:nvPr/>
          </p:nvSpPr>
          <p:spPr>
            <a:xfrm>
              <a:off x="7941888" y="2052586"/>
              <a:ext cx="983037" cy="714476"/>
            </a:xfrm>
            <a:prstGeom prst="rect">
              <a:avLst/>
            </a:prstGeom>
            <a:noFill/>
            <a:ln>
              <a:noFill/>
            </a:ln>
          </p:spPr>
          <p:txBody>
            <a:bodyPr spcFirstLastPara="1" wrap="square" lIns="91425" tIns="91425" rIns="91425" bIns="91425" anchor="ctr" anchorCtr="0">
              <a:noAutofit/>
            </a:bodyPr>
            <a:lstStyle/>
            <a:p>
              <a:pPr marL="0" marR="0" lvl="0" indent="0" algn="ctr" rtl="0">
                <a:spcBef>
                  <a:spcPts val="0"/>
                </a:spcBef>
                <a:spcAft>
                  <a:spcPts val="0"/>
                </a:spcAft>
                <a:buNone/>
              </a:pPr>
              <a:r>
                <a:rPr lang="en-GB" sz="800">
                  <a:solidFill>
                    <a:schemeClr val="dk1"/>
                  </a:solidFill>
                  <a:latin typeface="Century Gothic"/>
                  <a:ea typeface="Century Gothic"/>
                  <a:cs typeface="Century Gothic"/>
                  <a:sym typeface="Century Gothic"/>
                </a:rPr>
                <a:t>For use in Maturity Assessment &amp; Roadmap</a:t>
              </a:r>
              <a:endParaRPr/>
            </a:p>
            <a:p>
              <a:pPr marL="0" marR="0" lvl="0" indent="0" algn="ctr" rtl="0">
                <a:spcBef>
                  <a:spcPts val="0"/>
                </a:spcBef>
                <a:spcAft>
                  <a:spcPts val="0"/>
                </a:spcAft>
                <a:buNone/>
              </a:pPr>
              <a:r>
                <a:rPr lang="en-GB" sz="800">
                  <a:solidFill>
                    <a:schemeClr val="dk1"/>
                  </a:solidFill>
                  <a:latin typeface="Century Gothic"/>
                  <a:ea typeface="Century Gothic"/>
                  <a:cs typeface="Century Gothic"/>
                  <a:sym typeface="Century Gothic"/>
                </a:rPr>
                <a:t>Engagements</a:t>
              </a:r>
              <a:endParaRPr/>
            </a:p>
          </p:txBody>
        </p:sp>
      </p:grpSp>
      <p:sp>
        <p:nvSpPr>
          <p:cNvPr id="1606" name="Google Shape;1606;p103"/>
          <p:cNvSpPr txBox="1">
            <a:spLocks noGrp="1"/>
          </p:cNvSpPr>
          <p:nvPr>
            <p:ph type="title"/>
          </p:nvPr>
        </p:nvSpPr>
        <p:spPr>
          <a:xfrm>
            <a:off x="381000" y="296096"/>
            <a:ext cx="8543925" cy="360308"/>
          </a:xfrm>
          <a:prstGeom prst="rect">
            <a:avLst/>
          </a:prstGeom>
          <a:noFill/>
          <a:ln>
            <a:noFill/>
          </a:ln>
        </p:spPr>
        <p:txBody>
          <a:bodyPr spcFirstLastPara="1" wrap="square" lIns="90000" tIns="0" rIns="0" bIns="0" anchor="ctr" anchorCtr="0">
            <a:noAutofit/>
          </a:bodyPr>
          <a:lstStyle/>
          <a:p>
            <a:pPr marL="0" lvl="0" indent="0" algn="l" rtl="0">
              <a:lnSpc>
                <a:spcPct val="95000"/>
              </a:lnSpc>
              <a:spcBef>
                <a:spcPts val="0"/>
              </a:spcBef>
              <a:spcAft>
                <a:spcPts val="0"/>
              </a:spcAft>
              <a:buClr>
                <a:schemeClr val="accent1"/>
              </a:buClr>
              <a:buSzPts val="2200"/>
              <a:buFont typeface="Century Gothic"/>
              <a:buNone/>
            </a:pPr>
            <a:r>
              <a:rPr lang="en-GB"/>
              <a:t>Customer  Churn</a:t>
            </a:r>
            <a:endParaRPr>
              <a:solidFill>
                <a:schemeClr val="accent6"/>
              </a:solidFill>
            </a:endParaRPr>
          </a:p>
        </p:txBody>
      </p:sp>
      <p:sp>
        <p:nvSpPr>
          <p:cNvPr id="1607" name="Google Shape;1607;p103">
            <a:hlinkClick r:id="rId3" action="ppaction://hlinksldjump"/>
          </p:cNvPr>
          <p:cNvSpPr/>
          <p:nvPr/>
        </p:nvSpPr>
        <p:spPr>
          <a:xfrm>
            <a:off x="6515100" y="-196501"/>
            <a:ext cx="2777392" cy="378533"/>
          </a:xfrm>
          <a:prstGeom prst="roundRect">
            <a:avLst>
              <a:gd name="adj" fmla="val 50000"/>
            </a:avLst>
          </a:prstGeom>
          <a:solidFill>
            <a:schemeClr val="accent4"/>
          </a:solidFill>
          <a:ln>
            <a:noFill/>
          </a:ln>
        </p:spPr>
        <p:txBody>
          <a:bodyPr spcFirstLastPara="1" wrap="square" lIns="36000" tIns="180000" rIns="180000" bIns="0" anchor="ctr" anchorCtr="0">
            <a:noAutofit/>
          </a:bodyPr>
          <a:lstStyle/>
          <a:p>
            <a:pPr marL="0" marR="0" lvl="0" indent="0" algn="ctr" rtl="0">
              <a:spcBef>
                <a:spcPts val="0"/>
              </a:spcBef>
              <a:spcAft>
                <a:spcPts val="0"/>
              </a:spcAft>
              <a:buNone/>
            </a:pPr>
            <a:r>
              <a:rPr lang="en-GB" sz="750">
                <a:solidFill>
                  <a:schemeClr val="lt1"/>
                </a:solidFill>
                <a:latin typeface="Century Gothic"/>
                <a:ea typeface="Century Gothic"/>
                <a:cs typeface="Century Gothic"/>
                <a:sym typeface="Century Gothic"/>
              </a:rPr>
              <a:t>   Customer Lifecycle Management</a:t>
            </a:r>
            <a:endParaRPr sz="750">
              <a:solidFill>
                <a:schemeClr val="lt1"/>
              </a:solidFill>
              <a:latin typeface="Century Gothic"/>
              <a:ea typeface="Century Gothic"/>
              <a:cs typeface="Century Gothic"/>
              <a:sym typeface="Century Gothic"/>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612"/>
        <p:cNvGrpSpPr/>
        <p:nvPr/>
      </p:nvGrpSpPr>
      <p:grpSpPr>
        <a:xfrm>
          <a:off x="0" y="0"/>
          <a:ext cx="0" cy="0"/>
          <a:chOff x="0" y="0"/>
          <a:chExt cx="0" cy="0"/>
        </a:xfrm>
      </p:grpSpPr>
      <p:cxnSp>
        <p:nvCxnSpPr>
          <p:cNvPr id="1613" name="Google Shape;1613;p104"/>
          <p:cNvCxnSpPr/>
          <p:nvPr/>
        </p:nvCxnSpPr>
        <p:spPr>
          <a:xfrm>
            <a:off x="4665503" y="858364"/>
            <a:ext cx="3239" cy="3906719"/>
          </a:xfrm>
          <a:prstGeom prst="straightConnector1">
            <a:avLst/>
          </a:prstGeom>
          <a:noFill/>
          <a:ln w="12700" cap="flat" cmpd="sng">
            <a:solidFill>
              <a:schemeClr val="lt2"/>
            </a:solidFill>
            <a:prstDash val="solid"/>
            <a:round/>
            <a:headEnd type="none" w="sm" len="sm"/>
            <a:tailEnd type="none" w="sm" len="sm"/>
          </a:ln>
        </p:spPr>
      </p:cxnSp>
      <p:sp>
        <p:nvSpPr>
          <p:cNvPr id="1614" name="Google Shape;1614;p104"/>
          <p:cNvSpPr txBox="1">
            <a:spLocks noGrp="1"/>
          </p:cNvSpPr>
          <p:nvPr>
            <p:ph type="title"/>
          </p:nvPr>
        </p:nvSpPr>
        <p:spPr>
          <a:xfrm>
            <a:off x="381000" y="285750"/>
            <a:ext cx="8543925" cy="381000"/>
          </a:xfrm>
          <a:prstGeom prst="rect">
            <a:avLst/>
          </a:prstGeom>
          <a:noFill/>
          <a:ln>
            <a:noFill/>
          </a:ln>
        </p:spPr>
        <p:txBody>
          <a:bodyPr spcFirstLastPara="1" wrap="square" lIns="90000" tIns="0" rIns="0" bIns="0" anchor="ctr" anchorCtr="0">
            <a:noAutofit/>
          </a:bodyPr>
          <a:lstStyle/>
          <a:p>
            <a:pPr marL="0" lvl="0" indent="0" algn="l" rtl="0">
              <a:lnSpc>
                <a:spcPct val="95000"/>
              </a:lnSpc>
              <a:spcBef>
                <a:spcPts val="0"/>
              </a:spcBef>
              <a:spcAft>
                <a:spcPts val="0"/>
              </a:spcAft>
              <a:buClr>
                <a:schemeClr val="accent1"/>
              </a:buClr>
              <a:buSzPts val="2200"/>
              <a:buFont typeface="Century Gothic"/>
              <a:buNone/>
            </a:pPr>
            <a:r>
              <a:rPr lang="en-GB"/>
              <a:t>Customer Re-engagement</a:t>
            </a:r>
            <a:endParaRPr sz="1600"/>
          </a:p>
        </p:txBody>
      </p:sp>
      <p:graphicFrame>
        <p:nvGraphicFramePr>
          <p:cNvPr id="1615" name="Google Shape;1615;p104"/>
          <p:cNvGraphicFramePr/>
          <p:nvPr/>
        </p:nvGraphicFramePr>
        <p:xfrm>
          <a:off x="414866" y="865187"/>
          <a:ext cx="3000000" cy="3000000"/>
        </p:xfrm>
        <a:graphic>
          <a:graphicData uri="http://schemas.openxmlformats.org/drawingml/2006/table">
            <a:tbl>
              <a:tblPr firstRow="1" bandRow="1">
                <a:noFill/>
                <a:tableStyleId>{D098BFCB-6916-41F2-A2A5-0DF0D5139B6F}</a:tableStyleId>
              </a:tblPr>
              <a:tblGrid>
                <a:gridCol w="4166250">
                  <a:extLst>
                    <a:ext uri="{9D8B030D-6E8A-4147-A177-3AD203B41FA5}">
                      <a16:colId xmlns:a16="http://schemas.microsoft.com/office/drawing/2014/main" val="20000"/>
                    </a:ext>
                  </a:extLst>
                </a:gridCol>
                <a:gridCol w="175800">
                  <a:extLst>
                    <a:ext uri="{9D8B030D-6E8A-4147-A177-3AD203B41FA5}">
                      <a16:colId xmlns:a16="http://schemas.microsoft.com/office/drawing/2014/main" val="20001"/>
                    </a:ext>
                  </a:extLst>
                </a:gridCol>
                <a:gridCol w="4166250">
                  <a:extLst>
                    <a:ext uri="{9D8B030D-6E8A-4147-A177-3AD203B41FA5}">
                      <a16:colId xmlns:a16="http://schemas.microsoft.com/office/drawing/2014/main" val="20002"/>
                    </a:ext>
                  </a:extLst>
                </a:gridCol>
              </a:tblGrid>
              <a:tr h="216000">
                <a:tc>
                  <a:txBody>
                    <a:bodyPr/>
                    <a:lstStyle/>
                    <a:p>
                      <a:pPr marL="0" marR="0" lvl="0" indent="0" algn="l" rtl="0">
                        <a:spcBef>
                          <a:spcPts val="0"/>
                        </a:spcBef>
                        <a:spcAft>
                          <a:spcPts val="0"/>
                        </a:spcAft>
                        <a:buNone/>
                      </a:pPr>
                      <a:r>
                        <a:rPr lang="en-GB" sz="1400" b="1">
                          <a:solidFill>
                            <a:schemeClr val="dk2"/>
                          </a:solidFill>
                        </a:rPr>
                        <a:t>Business Objectives</a:t>
                      </a:r>
                      <a:endParaRPr sz="1400" b="1">
                        <a:solidFill>
                          <a:schemeClr val="dk2"/>
                        </a:solidFill>
                      </a:endParaRPr>
                    </a:p>
                  </a:txBody>
                  <a:tcPr marL="46800" marR="46800" marT="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rowSpan="2">
                  <a:txBody>
                    <a:bodyPr/>
                    <a:lstStyle/>
                    <a:p>
                      <a:pPr marL="0" marR="0" lvl="0" indent="0" algn="l" rtl="0">
                        <a:lnSpc>
                          <a:spcPct val="100000"/>
                        </a:lnSpc>
                        <a:spcBef>
                          <a:spcPts val="0"/>
                        </a:spcBef>
                        <a:spcAft>
                          <a:spcPts val="0"/>
                        </a:spcAft>
                        <a:buClr>
                          <a:schemeClr val="dk1"/>
                        </a:buClr>
                        <a:buSzPts val="1600"/>
                        <a:buFont typeface="Century Gothic"/>
                        <a:buNone/>
                      </a:pPr>
                      <a:endParaRPr sz="1600" b="1">
                        <a:solidFill>
                          <a:schemeClr val="accent6"/>
                        </a:solidFill>
                      </a:endParaRPr>
                    </a:p>
                  </a:txBody>
                  <a:tcPr marL="46800" marR="46800" marT="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rowSpan="2">
                  <a:txBody>
                    <a:bodyPr/>
                    <a:lstStyle/>
                    <a:p>
                      <a:pPr marL="0" marR="0" lvl="0" indent="0" algn="l" rtl="0">
                        <a:lnSpc>
                          <a:spcPct val="100000"/>
                        </a:lnSpc>
                        <a:spcBef>
                          <a:spcPts val="0"/>
                        </a:spcBef>
                        <a:spcAft>
                          <a:spcPts val="0"/>
                        </a:spcAft>
                        <a:buClr>
                          <a:schemeClr val="dk1"/>
                        </a:buClr>
                        <a:buSzPts val="1600"/>
                        <a:buFont typeface="Century Gothic"/>
                        <a:buNone/>
                      </a:pPr>
                      <a:endParaRPr sz="1600" b="1">
                        <a:solidFill>
                          <a:schemeClr val="accent6"/>
                        </a:solidFill>
                      </a:endParaRPr>
                    </a:p>
                  </a:txBody>
                  <a:tcPr marL="46800" marR="46800" marT="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1636575">
                <a:tc>
                  <a:txBody>
                    <a:bodyPr/>
                    <a:lstStyle/>
                    <a:p>
                      <a:pPr marL="0" marR="0" lvl="0" indent="0" algn="l" rtl="0">
                        <a:spcBef>
                          <a:spcPts val="0"/>
                        </a:spcBef>
                        <a:spcAft>
                          <a:spcPts val="0"/>
                        </a:spcAft>
                        <a:buNone/>
                      </a:pPr>
                      <a:r>
                        <a:rPr lang="en-GB" sz="900" b="1">
                          <a:solidFill>
                            <a:schemeClr val="dk1"/>
                          </a:solidFill>
                        </a:rPr>
                        <a:t>Respond to early warning signs of reduced customer activity and enact strategies to re-engage customer relationships </a:t>
                      </a:r>
                      <a:endParaRPr sz="900" b="0">
                        <a:solidFill>
                          <a:schemeClr val="dk1"/>
                        </a:solidFill>
                      </a:endParaRPr>
                    </a:p>
                    <a:p>
                      <a:pPr marL="171450" marR="0" lvl="0" indent="-171450" algn="l" rtl="0">
                        <a:spcBef>
                          <a:spcPts val="0"/>
                        </a:spcBef>
                        <a:spcAft>
                          <a:spcPts val="0"/>
                        </a:spcAft>
                        <a:buClr>
                          <a:schemeClr val="dk1"/>
                        </a:buClr>
                        <a:buSzPts val="900"/>
                        <a:buFont typeface="Arial"/>
                        <a:buChar char="•"/>
                      </a:pPr>
                      <a:r>
                        <a:rPr lang="en-GB" sz="900" b="0">
                          <a:solidFill>
                            <a:schemeClr val="dk1"/>
                          </a:solidFill>
                        </a:rPr>
                        <a:t>Monitor customer behaviour to identify early warning signs of reduced customer utilization and engagement</a:t>
                      </a:r>
                      <a:endParaRPr/>
                    </a:p>
                    <a:p>
                      <a:pPr marL="171450" marR="0" lvl="0" indent="-171450" algn="l" rtl="0">
                        <a:spcBef>
                          <a:spcPts val="0"/>
                        </a:spcBef>
                        <a:spcAft>
                          <a:spcPts val="0"/>
                        </a:spcAft>
                        <a:buClr>
                          <a:schemeClr val="dk1"/>
                        </a:buClr>
                        <a:buSzPts val="900"/>
                        <a:buFont typeface="Arial"/>
                        <a:buChar char="•"/>
                      </a:pPr>
                      <a:r>
                        <a:rPr lang="en-GB" sz="900" b="0">
                          <a:solidFill>
                            <a:schemeClr val="dk1"/>
                          </a:solidFill>
                        </a:rPr>
                        <a:t>Create measures of quality of product / service usage</a:t>
                      </a:r>
                      <a:endParaRPr/>
                    </a:p>
                    <a:p>
                      <a:pPr marL="171450" marR="0" lvl="0" indent="-171450" algn="l" rtl="0">
                        <a:spcBef>
                          <a:spcPts val="0"/>
                        </a:spcBef>
                        <a:spcAft>
                          <a:spcPts val="0"/>
                        </a:spcAft>
                        <a:buClr>
                          <a:schemeClr val="dk1"/>
                        </a:buClr>
                        <a:buSzPts val="900"/>
                        <a:buFont typeface="Arial"/>
                        <a:buChar char="•"/>
                      </a:pPr>
                      <a:r>
                        <a:rPr lang="en-GB" sz="900" b="0">
                          <a:solidFill>
                            <a:schemeClr val="dk1"/>
                          </a:solidFill>
                        </a:rPr>
                        <a:t>Create triggers / events that signal declining or non-profitable usage of channels / products or services</a:t>
                      </a:r>
                      <a:endParaRPr/>
                    </a:p>
                    <a:p>
                      <a:pPr marL="171450" marR="0" lvl="0" indent="-171450" algn="l" rtl="0">
                        <a:spcBef>
                          <a:spcPts val="0"/>
                        </a:spcBef>
                        <a:spcAft>
                          <a:spcPts val="0"/>
                        </a:spcAft>
                        <a:buClr>
                          <a:schemeClr val="dk1"/>
                        </a:buClr>
                        <a:buSzPts val="900"/>
                        <a:buFont typeface="Arial"/>
                        <a:buChar char="•"/>
                      </a:pPr>
                      <a:r>
                        <a:rPr lang="en-GB" sz="900" b="0">
                          <a:solidFill>
                            <a:schemeClr val="dk1"/>
                          </a:solidFill>
                        </a:rPr>
                        <a:t>Segment the customer base in order to understand the amount of investment appropriate to re-engage the customer relationship (E.g. offers / discounts / promotions)</a:t>
                      </a:r>
                      <a:endParaRPr/>
                    </a:p>
                    <a:p>
                      <a:pPr marL="171450" marR="0" lvl="0" indent="-171450" algn="l" rtl="0">
                        <a:lnSpc>
                          <a:spcPct val="100000"/>
                        </a:lnSpc>
                        <a:spcBef>
                          <a:spcPts val="0"/>
                        </a:spcBef>
                        <a:spcAft>
                          <a:spcPts val="0"/>
                        </a:spcAft>
                        <a:buClr>
                          <a:schemeClr val="dk1"/>
                        </a:buClr>
                        <a:buSzPts val="900"/>
                        <a:buFont typeface="Arial"/>
                        <a:buChar char="•"/>
                      </a:pPr>
                      <a:r>
                        <a:rPr lang="en-GB" sz="900" b="0">
                          <a:solidFill>
                            <a:schemeClr val="dk1"/>
                          </a:solidFill>
                        </a:rPr>
                        <a:t>Proactively intervene in customer relationships in order to maintain active and valuable customer relationships</a:t>
                      </a:r>
                      <a:endParaRPr/>
                    </a:p>
                    <a:p>
                      <a:pPr marL="171450" marR="0" lvl="0" indent="-171450" algn="l" rtl="0">
                        <a:lnSpc>
                          <a:spcPct val="100000"/>
                        </a:lnSpc>
                        <a:spcBef>
                          <a:spcPts val="0"/>
                        </a:spcBef>
                        <a:spcAft>
                          <a:spcPts val="0"/>
                        </a:spcAft>
                        <a:buClr>
                          <a:schemeClr val="dk1"/>
                        </a:buClr>
                        <a:buSzPts val="900"/>
                        <a:buFont typeface="Arial"/>
                        <a:buChar char="•"/>
                      </a:pPr>
                      <a:r>
                        <a:rPr lang="en-GB" sz="900" b="0">
                          <a:solidFill>
                            <a:schemeClr val="dk1"/>
                          </a:solidFill>
                        </a:rPr>
                        <a:t>Re-activate 15M+ dormant accounts across Pakistan banking industry (SBP regulatory pressure) intervene in customer relationships in order to maintain active and valuable customer relationships</a:t>
                      </a:r>
                      <a:endParaRPr/>
                    </a:p>
                    <a:p>
                      <a:pPr marL="171450" marR="0" lvl="0" indent="-171450" algn="l" rtl="0">
                        <a:lnSpc>
                          <a:spcPct val="100000"/>
                        </a:lnSpc>
                        <a:spcBef>
                          <a:spcPts val="0"/>
                        </a:spcBef>
                        <a:spcAft>
                          <a:spcPts val="0"/>
                        </a:spcAft>
                        <a:buClr>
                          <a:schemeClr val="dk1"/>
                        </a:buClr>
                        <a:buSzPts val="900"/>
                        <a:buFont typeface="Arial"/>
                        <a:buChar char="•"/>
                      </a:pPr>
                      <a:r>
                        <a:rPr lang="en-GB" sz="900" b="0">
                          <a:solidFill>
                            <a:schemeClr val="dk1"/>
                          </a:solidFill>
                        </a:rPr>
                        <a:t>Convert dormant Asaan Account holders to active digital banking users intervene in customer relationships in order to maintain active and valuable customer relationships</a:t>
                      </a:r>
                      <a:endParaRPr/>
                    </a:p>
                    <a:p>
                      <a:pPr marL="171450" marR="0" lvl="0" indent="-171450" algn="l" rtl="0">
                        <a:lnSpc>
                          <a:spcPct val="100000"/>
                        </a:lnSpc>
                        <a:spcBef>
                          <a:spcPts val="0"/>
                        </a:spcBef>
                        <a:spcAft>
                          <a:spcPts val="0"/>
                        </a:spcAft>
                        <a:buClr>
                          <a:schemeClr val="dk1"/>
                        </a:buClr>
                        <a:buSzPts val="900"/>
                        <a:buFont typeface="Arial"/>
                        <a:buChar char="•"/>
                      </a:pPr>
                      <a:r>
                        <a:rPr lang="en-GB" sz="900" b="0">
                          <a:solidFill>
                            <a:schemeClr val="dk1"/>
                          </a:solidFill>
                        </a:rPr>
                        <a:t>Re-engage diaspora RDA inactive accounts through targeted value propositions intervene in customer relationships in order to maintain active and valuable customer relationships</a:t>
                      </a:r>
                      <a:endParaRPr/>
                    </a:p>
                    <a:p>
                      <a:pPr marL="171450" marR="0" lvl="0" indent="-171450" algn="l" rtl="0">
                        <a:lnSpc>
                          <a:spcPct val="100000"/>
                        </a:lnSpc>
                        <a:spcBef>
                          <a:spcPts val="0"/>
                        </a:spcBef>
                        <a:spcAft>
                          <a:spcPts val="0"/>
                        </a:spcAft>
                        <a:buClr>
                          <a:schemeClr val="dk1"/>
                        </a:buClr>
                        <a:buSzPts val="900"/>
                        <a:buFont typeface="Arial"/>
                        <a:buChar char="•"/>
                      </a:pPr>
                      <a:r>
                        <a:rPr lang="en-GB" sz="900" b="0">
                          <a:solidFill>
                            <a:schemeClr val="dk1"/>
                          </a:solidFill>
                        </a:rPr>
                        <a:t>Prioritize by estimated lifetime value (invest selectively, not equally across all dormant) intervene in customer relationships in order to maintain active and valuable customer relationships</a:t>
                      </a:r>
                      <a:endParaRPr/>
                    </a:p>
                  </a:txBody>
                  <a:tcPr marL="46800" marR="4680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vMerge="1">
                  <a:txBody>
                    <a:bodyPr/>
                    <a:lstStyle/>
                    <a:p>
                      <a:endParaRPr/>
                    </a:p>
                  </a:txBody>
                  <a:tcPr/>
                </a:tc>
                <a:tc vMerge="1">
                  <a:txBody>
                    <a:bodyPr/>
                    <a:lstStyle/>
                    <a:p>
                      <a:endParaRPr/>
                    </a:p>
                  </a:txBody>
                  <a:tcPr/>
                </a:tc>
                <a:extLst>
                  <a:ext uri="{0D108BD9-81ED-4DB2-BD59-A6C34878D82A}">
                    <a16:rowId xmlns:a16="http://schemas.microsoft.com/office/drawing/2014/main" val="10001"/>
                  </a:ext>
                </a:extLst>
              </a:tr>
              <a:tr h="216000">
                <a:tc>
                  <a:txBody>
                    <a:bodyPr/>
                    <a:lstStyle/>
                    <a:p>
                      <a:pPr marL="0" marR="0" lvl="0" indent="0" algn="l" rtl="0">
                        <a:spcBef>
                          <a:spcPts val="0"/>
                        </a:spcBef>
                        <a:spcAft>
                          <a:spcPts val="0"/>
                        </a:spcAft>
                        <a:buNone/>
                      </a:pPr>
                      <a:r>
                        <a:rPr lang="en-GB" sz="1400" b="1">
                          <a:solidFill>
                            <a:schemeClr val="dk2"/>
                          </a:solidFill>
                          <a:latin typeface="Century Gothic"/>
                          <a:ea typeface="Century Gothic"/>
                          <a:cs typeface="Century Gothic"/>
                          <a:sym typeface="Century Gothic"/>
                        </a:rPr>
                        <a:t>Data &amp; Solution</a:t>
                      </a:r>
                      <a:endParaRPr sz="1400" b="1">
                        <a:solidFill>
                          <a:schemeClr val="dk2"/>
                        </a:solidFill>
                        <a:latin typeface="Century Gothic"/>
                        <a:ea typeface="Century Gothic"/>
                        <a:cs typeface="Century Gothic"/>
                        <a:sym typeface="Century Gothic"/>
                      </a:endParaRPr>
                    </a:p>
                    <a:p>
                      <a:r>
                        <a:rPr sz="800" b="1">
                          <a:solidFill>
                            <a:srgbClr val="006699"/>
                          </a:solidFill>
                        </a:rPr>
                        <a:t>FSDM: Party_Event, Event_Type, Event_Trigger, Behavioral_Event, Life_Event, Financial_Event</a:t>
                      </a:r>
                    </a:p>
                    <a:p>
                      <a:r>
                        <a:rPr sz="800" i="1">
                          <a:solidFill>
                            <a:srgbClr val="008040"/>
                          </a:solidFill>
                        </a:rPr>
                        <a:t>Pakistan: Salary credit events, utility payment patterns, Eid/Ramadan spending spikes, tax filing season triggers, CNIC expiry alerts, maturity renewal events</a:t>
                      </a:r>
                    </a:p>
                  </a:txBody>
                  <a:tcPr marL="46800" marR="46800" marT="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400"/>
                        <a:buFont typeface="Century Gothic"/>
                        <a:buNone/>
                      </a:pPr>
                      <a:endParaRPr sz="1400" b="1">
                        <a:solidFill>
                          <a:schemeClr val="dk2"/>
                        </a:solidFill>
                        <a:latin typeface="Century Gothic"/>
                        <a:ea typeface="Century Gothic"/>
                        <a:cs typeface="Century Gothic"/>
                        <a:sym typeface="Century Gothic"/>
                      </a:endParaRPr>
                    </a:p>
                  </a:txBody>
                  <a:tcPr marL="46800" marR="46800" marT="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2"/>
                        </a:buClr>
                        <a:buSzPts val="1400"/>
                        <a:buFont typeface="Century Gothic"/>
                        <a:buNone/>
                      </a:pPr>
                      <a:r>
                        <a:rPr lang="en-GB" sz="1400" b="1">
                          <a:solidFill>
                            <a:schemeClr val="dk2"/>
                          </a:solidFill>
                          <a:latin typeface="Century Gothic"/>
                          <a:ea typeface="Century Gothic"/>
                          <a:cs typeface="Century Gothic"/>
                          <a:sym typeface="Century Gothic"/>
                        </a:rPr>
                        <a:t>Outcome</a:t>
                      </a:r>
                      <a:endParaRPr/>
                    </a:p>
                  </a:txBody>
                  <a:tcPr marL="46800" marR="46800" marT="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1636575">
                <a:tc>
                  <a:txBody>
                    <a:bodyPr/>
                    <a:lstStyle/>
                    <a:p>
                      <a:pPr marL="0" marR="0" lvl="0" indent="0" algn="l" rtl="0">
                        <a:spcBef>
                          <a:spcPts val="0"/>
                        </a:spcBef>
                        <a:spcAft>
                          <a:spcPts val="0"/>
                        </a:spcAft>
                        <a:buNone/>
                      </a:pPr>
                      <a:r>
                        <a:rPr lang="en-GB" sz="900" b="1">
                          <a:solidFill>
                            <a:schemeClr val="dk1"/>
                          </a:solidFill>
                        </a:rPr>
                        <a:t>Data</a:t>
                      </a:r>
                      <a:endParaRPr sz="900" b="0">
                        <a:solidFill>
                          <a:schemeClr val="dk1"/>
                        </a:solidFill>
                      </a:endParaRPr>
                    </a:p>
                    <a:p>
                      <a:pPr marL="171450" marR="0" lvl="0" indent="-171450" algn="l" rtl="0">
                        <a:spcBef>
                          <a:spcPts val="0"/>
                        </a:spcBef>
                        <a:spcAft>
                          <a:spcPts val="0"/>
                        </a:spcAft>
                        <a:buClr>
                          <a:schemeClr val="dk1"/>
                        </a:buClr>
                        <a:buSzPts val="900"/>
                        <a:buFont typeface="Arial"/>
                        <a:buChar char="•"/>
                      </a:pPr>
                      <a:r>
                        <a:rPr lang="en-GB" sz="900" b="0">
                          <a:solidFill>
                            <a:schemeClr val="dk1"/>
                          </a:solidFill>
                        </a:rPr>
                        <a:t>Customer Product Holdings</a:t>
                      </a:r>
                      <a:endParaRPr/>
                    </a:p>
                    <a:p>
                      <a:pPr marL="171450" marR="0" lvl="0" indent="-171450" algn="l" rtl="0">
                        <a:spcBef>
                          <a:spcPts val="0"/>
                        </a:spcBef>
                        <a:spcAft>
                          <a:spcPts val="0"/>
                        </a:spcAft>
                        <a:buClr>
                          <a:schemeClr val="dk1"/>
                        </a:buClr>
                        <a:buSzPts val="900"/>
                        <a:buFont typeface="Arial"/>
                        <a:buChar char="•"/>
                      </a:pPr>
                      <a:r>
                        <a:rPr lang="en-GB" sz="900" b="0">
                          <a:solidFill>
                            <a:schemeClr val="dk1"/>
                          </a:solidFill>
                        </a:rPr>
                        <a:t>Product &amp; Service Usage Data – over time </a:t>
                      </a:r>
                      <a:endParaRPr/>
                    </a:p>
                    <a:p>
                      <a:pPr marL="171450" marR="0" lvl="0" indent="-171450" algn="l" rtl="0">
                        <a:spcBef>
                          <a:spcPts val="0"/>
                        </a:spcBef>
                        <a:spcAft>
                          <a:spcPts val="0"/>
                        </a:spcAft>
                        <a:buClr>
                          <a:schemeClr val="dk1"/>
                        </a:buClr>
                        <a:buSzPts val="900"/>
                        <a:buFont typeface="Arial"/>
                        <a:buChar char="•"/>
                      </a:pPr>
                      <a:r>
                        <a:rPr lang="en-GB" sz="900" b="0">
                          <a:solidFill>
                            <a:schemeClr val="dk1"/>
                          </a:solidFill>
                        </a:rPr>
                        <a:t>Balances &amp; Transactions</a:t>
                      </a:r>
                      <a:endParaRPr/>
                    </a:p>
                    <a:p>
                      <a:pPr marL="171450" marR="0" lvl="0" indent="-171450" algn="l" rtl="0">
                        <a:spcBef>
                          <a:spcPts val="0"/>
                        </a:spcBef>
                        <a:spcAft>
                          <a:spcPts val="0"/>
                        </a:spcAft>
                        <a:buClr>
                          <a:schemeClr val="dk1"/>
                        </a:buClr>
                        <a:buSzPts val="900"/>
                        <a:buFont typeface="Arial"/>
                        <a:buChar char="•"/>
                      </a:pPr>
                      <a:r>
                        <a:rPr lang="en-GB" sz="900" b="0">
                          <a:solidFill>
                            <a:schemeClr val="dk1"/>
                          </a:solidFill>
                        </a:rPr>
                        <a:t>Customer satisfaction &amp; complaint data</a:t>
                      </a:r>
                      <a:endParaRPr/>
                    </a:p>
                    <a:p>
                      <a:pPr marL="171450" marR="0" lvl="0" indent="-171450" algn="l" rtl="0">
                        <a:spcBef>
                          <a:spcPts val="0"/>
                        </a:spcBef>
                        <a:spcAft>
                          <a:spcPts val="0"/>
                        </a:spcAft>
                        <a:buClr>
                          <a:schemeClr val="dk1"/>
                        </a:buClr>
                        <a:buSzPts val="900"/>
                        <a:buFont typeface="Arial"/>
                        <a:buChar char="•"/>
                      </a:pPr>
                      <a:r>
                        <a:rPr lang="en-GB" sz="900" b="0">
                          <a:solidFill>
                            <a:schemeClr val="dk1"/>
                          </a:solidFill>
                        </a:rPr>
                        <a:t>Customer Profitability – Current, Remaining &amp; Future Measures</a:t>
                      </a:r>
                      <a:endParaRPr/>
                    </a:p>
                    <a:p>
                      <a:pPr marL="171450" marR="0" lvl="0" indent="-171450" algn="l" rtl="0">
                        <a:spcBef>
                          <a:spcPts val="0"/>
                        </a:spcBef>
                        <a:spcAft>
                          <a:spcPts val="0"/>
                        </a:spcAft>
                        <a:buClr>
                          <a:schemeClr val="dk1"/>
                        </a:buClr>
                        <a:buSzPts val="900"/>
                        <a:buFont typeface="Arial"/>
                        <a:buChar char="•"/>
                      </a:pPr>
                      <a:r>
                        <a:rPr lang="en-GB" sz="900" b="0">
                          <a:solidFill>
                            <a:schemeClr val="dk1"/>
                          </a:solidFill>
                        </a:rPr>
                        <a:t>Customer interaction data – across all channels</a:t>
                      </a:r>
                      <a:endParaRPr sz="900" b="0">
                        <a:solidFill>
                          <a:schemeClr val="dk1"/>
                        </a:solidFill>
                      </a:endParaRPr>
                    </a:p>
                    <a:p>
                      <a:pPr marL="0" marR="0" lvl="0" indent="0" algn="l" rtl="0">
                        <a:spcBef>
                          <a:spcPts val="0"/>
                        </a:spcBef>
                        <a:spcAft>
                          <a:spcPts val="0"/>
                        </a:spcAft>
                        <a:buClr>
                          <a:schemeClr val="dk1"/>
                        </a:buClr>
                        <a:buSzPts val="900"/>
                        <a:buFont typeface="Arial"/>
                        <a:buNone/>
                      </a:pPr>
                      <a:r>
                        <a:rPr lang="en-GB" sz="900" b="1">
                          <a:solidFill>
                            <a:schemeClr val="dk1"/>
                          </a:solidFill>
                        </a:rPr>
                        <a:t>Analytics</a:t>
                      </a:r>
                      <a:endParaRPr/>
                    </a:p>
                    <a:p>
                      <a:pPr marL="171450" marR="0" lvl="0" indent="-171450" algn="l" rtl="0">
                        <a:lnSpc>
                          <a:spcPct val="100000"/>
                        </a:lnSpc>
                        <a:spcBef>
                          <a:spcPts val="0"/>
                        </a:spcBef>
                        <a:spcAft>
                          <a:spcPts val="0"/>
                        </a:spcAft>
                        <a:buClr>
                          <a:schemeClr val="dk1"/>
                        </a:buClr>
                        <a:buSzPts val="900"/>
                        <a:buFont typeface="Arial"/>
                        <a:buChar char="•"/>
                      </a:pPr>
                      <a:r>
                        <a:rPr lang="en-GB" sz="900" b="0">
                          <a:solidFill>
                            <a:schemeClr val="dk1"/>
                          </a:solidFill>
                        </a:rPr>
                        <a:t>Exploratory analytics to define appropriate activity thresholds </a:t>
                      </a:r>
                      <a:endParaRPr sz="900" b="0">
                        <a:solidFill>
                          <a:schemeClr val="dk1"/>
                        </a:solidFill>
                      </a:endParaRPr>
                    </a:p>
                    <a:p>
                      <a:pPr marL="171450" marR="0" lvl="0" indent="-171450" algn="l" rtl="0">
                        <a:spcBef>
                          <a:spcPts val="0"/>
                        </a:spcBef>
                        <a:spcAft>
                          <a:spcPts val="0"/>
                        </a:spcAft>
                        <a:buClr>
                          <a:schemeClr val="dk1"/>
                        </a:buClr>
                        <a:buSzPts val="900"/>
                        <a:buFont typeface="Arial"/>
                        <a:buChar char="•"/>
                      </a:pPr>
                      <a:r>
                        <a:rPr lang="en-GB" sz="900" b="0">
                          <a:solidFill>
                            <a:schemeClr val="dk1"/>
                          </a:solidFill>
                        </a:rPr>
                        <a:t>Time series analysis looking for significant changes in Recency, Frequency &amp; Value of sales or service / product usage</a:t>
                      </a:r>
                      <a:endParaRPr/>
                    </a:p>
                    <a:p>
                      <a:pPr marL="171450" marR="0" lvl="0" indent="-171450" algn="l" rtl="0">
                        <a:spcBef>
                          <a:spcPts val="0"/>
                        </a:spcBef>
                        <a:spcAft>
                          <a:spcPts val="0"/>
                        </a:spcAft>
                        <a:buClr>
                          <a:schemeClr val="dk1"/>
                        </a:buClr>
                        <a:buSzPts val="900"/>
                        <a:buFont typeface="Arial"/>
                        <a:buChar char="•"/>
                      </a:pPr>
                      <a:r>
                        <a:rPr lang="en-GB" sz="900" b="0">
                          <a:solidFill>
                            <a:schemeClr val="dk1"/>
                          </a:solidFill>
                        </a:rPr>
                        <a:t>Path analysis to define events leading to reduced activity</a:t>
                      </a:r>
                      <a:endParaRPr/>
                    </a:p>
                    <a:p>
                      <a:pPr marL="171450" marR="0" lvl="0" indent="-171450" algn="l" rtl="0">
                        <a:spcBef>
                          <a:spcPts val="0"/>
                        </a:spcBef>
                        <a:spcAft>
                          <a:spcPts val="0"/>
                        </a:spcAft>
                        <a:buClr>
                          <a:schemeClr val="dk1"/>
                        </a:buClr>
                        <a:buSzPts val="900"/>
                        <a:buFont typeface="Arial"/>
                        <a:buChar char="•"/>
                      </a:pPr>
                      <a:r>
                        <a:rPr lang="en-GB" sz="900" b="0">
                          <a:solidFill>
                            <a:schemeClr val="dk1"/>
                          </a:solidFill>
                        </a:rPr>
                        <a:t>Network analysis to identify  influence customer of relationships</a:t>
                      </a:r>
                      <a:endParaRPr/>
                    </a:p>
                    <a:p>
                      <a:r>
                        <a:rPr sz="800" b="1">
                          <a:solidFill>
                            <a:srgbClr val="006699"/>
                          </a:solidFill>
                        </a:rPr>
                        <a:t>FSDM: Party_Event, Event_Type, Event_Trigger, Behavioral_Event, Life_Event, Financial_Event</a:t>
                      </a:r>
                    </a:p>
                    <a:p>
                      <a:r>
                        <a:rPr sz="800" i="1">
                          <a:solidFill>
                            <a:srgbClr val="008040"/>
                          </a:solidFill>
                        </a:rPr>
                        <a:t>Pakistan: Salary credit events, utility payment patterns, Eid/Ramadan spending spikes, tax filing season triggers, CNIC expiry alerts, maturity renewal events</a:t>
                      </a:r>
                    </a:p>
                  </a:txBody>
                  <a:tcPr marL="46800" marR="4680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171450" marR="0" lvl="0" indent="-114300" algn="l" rtl="0">
                        <a:lnSpc>
                          <a:spcPct val="100000"/>
                        </a:lnSpc>
                        <a:spcBef>
                          <a:spcPts val="0"/>
                        </a:spcBef>
                        <a:spcAft>
                          <a:spcPts val="0"/>
                        </a:spcAft>
                        <a:buClr>
                          <a:schemeClr val="dk1"/>
                        </a:buClr>
                        <a:buSzPts val="900"/>
                        <a:buFont typeface="Arial"/>
                        <a:buNone/>
                      </a:pPr>
                      <a:endParaRPr sz="900">
                        <a:solidFill>
                          <a:schemeClr val="dk1"/>
                        </a:solidFill>
                        <a:latin typeface="Century Gothic"/>
                        <a:ea typeface="Century Gothic"/>
                        <a:cs typeface="Century Gothic"/>
                        <a:sym typeface="Century Gothic"/>
                      </a:endParaRPr>
                    </a:p>
                  </a:txBody>
                  <a:tcPr marL="46800" marR="4680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171450" marR="0" lvl="0" indent="-171450" algn="l" rtl="0">
                        <a:lnSpc>
                          <a:spcPct val="100000"/>
                        </a:lnSpc>
                        <a:spcBef>
                          <a:spcPts val="0"/>
                        </a:spcBef>
                        <a:spcAft>
                          <a:spcPts val="0"/>
                        </a:spcAft>
                        <a:buClr>
                          <a:schemeClr val="dk1"/>
                        </a:buClr>
                        <a:buSzPts val="900"/>
                        <a:buFont typeface="Arial"/>
                        <a:buChar char="•"/>
                      </a:pPr>
                      <a:r>
                        <a:rPr lang="en-GB" sz="900" b="0">
                          <a:solidFill>
                            <a:schemeClr val="dk1"/>
                          </a:solidFill>
                          <a:latin typeface="Century Gothic"/>
                          <a:ea typeface="Century Gothic"/>
                          <a:cs typeface="Century Gothic"/>
                          <a:sym typeface="Century Gothic"/>
                        </a:rPr>
                        <a:t>Higher proportion of active and profitable customer relationships across customer base</a:t>
                      </a:r>
                      <a:endParaRPr/>
                    </a:p>
                    <a:p>
                      <a:pPr marL="171450" marR="0" lvl="0" indent="-171450" algn="l" rtl="0">
                        <a:lnSpc>
                          <a:spcPct val="100000"/>
                        </a:lnSpc>
                        <a:spcBef>
                          <a:spcPts val="0"/>
                        </a:spcBef>
                        <a:spcAft>
                          <a:spcPts val="0"/>
                        </a:spcAft>
                        <a:buClr>
                          <a:schemeClr val="dk1"/>
                        </a:buClr>
                        <a:buSzPts val="900"/>
                        <a:buFont typeface="Arial"/>
                        <a:buChar char="•"/>
                      </a:pPr>
                      <a:r>
                        <a:rPr lang="en-GB" sz="900" b="0">
                          <a:solidFill>
                            <a:schemeClr val="dk1"/>
                          </a:solidFill>
                          <a:latin typeface="Century Gothic"/>
                          <a:ea typeface="Century Gothic"/>
                          <a:cs typeface="Century Gothic"/>
                          <a:sym typeface="Century Gothic"/>
                        </a:rPr>
                        <a:t>More effective targeting of loyalty and promotional offers</a:t>
                      </a:r>
                      <a:endParaRPr/>
                    </a:p>
                    <a:p>
                      <a:pPr marL="171450" marR="0" lvl="0" indent="-171450" algn="l" rtl="0">
                        <a:lnSpc>
                          <a:spcPct val="100000"/>
                        </a:lnSpc>
                        <a:spcBef>
                          <a:spcPts val="0"/>
                        </a:spcBef>
                        <a:spcAft>
                          <a:spcPts val="0"/>
                        </a:spcAft>
                        <a:buClr>
                          <a:schemeClr val="dk1"/>
                        </a:buClr>
                        <a:buSzPts val="900"/>
                        <a:buFont typeface="Arial"/>
                        <a:buChar char="•"/>
                      </a:pPr>
                      <a:r>
                        <a:rPr lang="en-GB" sz="900" b="0">
                          <a:solidFill>
                            <a:schemeClr val="dk1"/>
                          </a:solidFill>
                          <a:latin typeface="Century Gothic"/>
                          <a:ea typeface="Century Gothic"/>
                          <a:cs typeface="Century Gothic"/>
                          <a:sym typeface="Century Gothic"/>
                        </a:rPr>
                        <a:t>Reduced cost of managing inactive or dormant customer relationship</a:t>
                      </a:r>
                      <a:endParaRPr/>
                    </a:p>
                    <a:p>
                      <a:pPr marL="171450" marR="0" lvl="0" indent="-171450" algn="l" rtl="0">
                        <a:lnSpc>
                          <a:spcPct val="100000"/>
                        </a:lnSpc>
                        <a:spcBef>
                          <a:spcPts val="0"/>
                        </a:spcBef>
                        <a:spcAft>
                          <a:spcPts val="0"/>
                        </a:spcAft>
                        <a:buClr>
                          <a:schemeClr val="dk1"/>
                        </a:buClr>
                        <a:buSzPts val="900"/>
                        <a:buFont typeface="Arial"/>
                        <a:buChar char="•"/>
                      </a:pPr>
                      <a:r>
                        <a:rPr lang="en-GB" sz="900" b="0">
                          <a:solidFill>
                            <a:schemeClr val="dk1"/>
                          </a:solidFill>
                          <a:latin typeface="Century Gothic"/>
                          <a:ea typeface="Century Gothic"/>
                          <a:cs typeface="Century Gothic"/>
                          <a:sym typeface="Century Gothic"/>
                        </a:rPr>
                        <a:t>Reduced cost of activating dormant customer relationships or engaging in customer win-back activity</a:t>
                      </a:r>
                      <a:endParaRPr/>
                    </a:p>
                    <a:p>
                      <a:pPr marL="171450" marR="0" lvl="0" indent="-114300" algn="l" rtl="0">
                        <a:lnSpc>
                          <a:spcPct val="100000"/>
                        </a:lnSpc>
                        <a:spcBef>
                          <a:spcPts val="0"/>
                        </a:spcBef>
                        <a:spcAft>
                          <a:spcPts val="0"/>
                        </a:spcAft>
                        <a:buClr>
                          <a:schemeClr val="dk1"/>
                        </a:buClr>
                        <a:buSzPts val="900"/>
                        <a:buFont typeface="Arial"/>
                        <a:buNone/>
                      </a:pPr>
                      <a:endParaRPr sz="900" b="0">
                        <a:solidFill>
                          <a:schemeClr val="dk1"/>
                        </a:solidFill>
                        <a:latin typeface="Century Gothic"/>
                        <a:ea typeface="Century Gothic"/>
                        <a:cs typeface="Century Gothic"/>
                        <a:sym typeface="Century Gothic"/>
                      </a:endParaRPr>
                    </a:p>
                    <a:p>
                      <a:pPr marL="171450" marR="0" lvl="0" indent="-114300" algn="l" rtl="0">
                        <a:lnSpc>
                          <a:spcPct val="100000"/>
                        </a:lnSpc>
                        <a:spcBef>
                          <a:spcPts val="0"/>
                        </a:spcBef>
                        <a:spcAft>
                          <a:spcPts val="0"/>
                        </a:spcAft>
                        <a:buClr>
                          <a:schemeClr val="dk1"/>
                        </a:buClr>
                        <a:buSzPts val="900"/>
                        <a:buFont typeface="Arial"/>
                        <a:buNone/>
                      </a:pPr>
                      <a:endParaRPr sz="900" b="0">
                        <a:solidFill>
                          <a:schemeClr val="dk1"/>
                        </a:solidFill>
                        <a:latin typeface="Century Gothic"/>
                        <a:ea typeface="Century Gothic"/>
                        <a:cs typeface="Century Gothic"/>
                        <a:sym typeface="Century Gothic"/>
                      </a:endParaRPr>
                    </a:p>
                    <a:p>
                      <a:pPr marL="171450" marR="0" lvl="0" indent="-114300" algn="l" rtl="0">
                        <a:lnSpc>
                          <a:spcPct val="100000"/>
                        </a:lnSpc>
                        <a:spcBef>
                          <a:spcPts val="0"/>
                        </a:spcBef>
                        <a:spcAft>
                          <a:spcPts val="0"/>
                        </a:spcAft>
                        <a:buClr>
                          <a:schemeClr val="dk1"/>
                        </a:buClr>
                        <a:buSzPts val="900"/>
                        <a:buFont typeface="Arial"/>
                        <a:buNone/>
                      </a:pPr>
                      <a:endParaRPr sz="900">
                        <a:solidFill>
                          <a:schemeClr val="dk1"/>
                        </a:solidFill>
                        <a:latin typeface="Century Gothic"/>
                        <a:ea typeface="Century Gothic"/>
                        <a:cs typeface="Century Gothic"/>
                        <a:sym typeface="Century Gothic"/>
                      </a:endParaRPr>
                    </a:p>
                    <a:p>
                      <a:pPr marL="171450" marR="0" lvl="0" indent="-114300" algn="l" rtl="0">
                        <a:lnSpc>
                          <a:spcPct val="100000"/>
                        </a:lnSpc>
                        <a:spcBef>
                          <a:spcPts val="0"/>
                        </a:spcBef>
                        <a:spcAft>
                          <a:spcPts val="0"/>
                        </a:spcAft>
                        <a:buClr>
                          <a:schemeClr val="dk1"/>
                        </a:buClr>
                        <a:buSzPts val="900"/>
                        <a:buFont typeface="Arial"/>
                        <a:buNone/>
                      </a:pPr>
                      <a:endParaRPr sz="900">
                        <a:solidFill>
                          <a:schemeClr val="dk1"/>
                        </a:solidFill>
                        <a:latin typeface="Century Gothic"/>
                        <a:ea typeface="Century Gothic"/>
                        <a:cs typeface="Century Gothic"/>
                        <a:sym typeface="Century Gothic"/>
                      </a:endParaRPr>
                    </a:p>
                  </a:txBody>
                  <a:tcPr marL="46800" marR="4680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grpSp>
        <p:nvGrpSpPr>
          <p:cNvPr id="1616" name="Google Shape;1616;p104"/>
          <p:cNvGrpSpPr/>
          <p:nvPr/>
        </p:nvGrpSpPr>
        <p:grpSpPr>
          <a:xfrm>
            <a:off x="6681181" y="227746"/>
            <a:ext cx="2432605" cy="1508418"/>
            <a:chOff x="3241483" y="678377"/>
            <a:chExt cx="2432605" cy="1508418"/>
          </a:xfrm>
        </p:grpSpPr>
        <p:sp>
          <p:nvSpPr>
            <p:cNvPr id="1617" name="Google Shape;1617;p104"/>
            <p:cNvSpPr/>
            <p:nvPr/>
          </p:nvSpPr>
          <p:spPr>
            <a:xfrm>
              <a:off x="3241483" y="678377"/>
              <a:ext cx="2432605" cy="1508418"/>
            </a:xfrm>
            <a:prstGeom prst="rect">
              <a:avLst/>
            </a:prstGeom>
            <a:solidFill>
              <a:srgbClr val="FFFFFF"/>
            </a:solidFill>
            <a:ln w="22225" cap="flat" cmpd="sng">
              <a:solidFill>
                <a:srgbClr val="FFFFFF"/>
              </a:solidFill>
              <a:prstDash val="dot"/>
              <a:miter lim="800000"/>
              <a:headEnd type="none" w="sm" len="sm"/>
              <a:tailEnd type="none" w="sm" len="sm"/>
            </a:ln>
          </p:spPr>
          <p:txBody>
            <a:bodyPr spcFirstLastPara="1" wrap="square" lIns="36000" tIns="36000" rIns="36000" bIns="36000" anchor="t" anchorCtr="0">
              <a:noAutofit/>
            </a:bodyPr>
            <a:lstStyle/>
            <a:p>
              <a:pPr marL="0" marR="0" lvl="0" indent="0" algn="ctr" rtl="0">
                <a:lnSpc>
                  <a:spcPct val="95000"/>
                </a:lnSpc>
                <a:spcBef>
                  <a:spcPts val="0"/>
                </a:spcBef>
                <a:spcAft>
                  <a:spcPts val="0"/>
                </a:spcAft>
                <a:buClr>
                  <a:srgbClr val="FFFFFF"/>
                </a:buClr>
                <a:buSzPts val="1200"/>
                <a:buFont typeface="Century Gothic"/>
                <a:buNone/>
              </a:pPr>
              <a:br>
                <a:rPr lang="en-GB" sz="1200" b="1" i="0" u="none" strike="noStrike" cap="none">
                  <a:solidFill>
                    <a:srgbClr val="3C3C3B"/>
                  </a:solidFill>
                  <a:latin typeface="Century Gothic"/>
                  <a:ea typeface="Century Gothic"/>
                  <a:cs typeface="Century Gothic"/>
                  <a:sym typeface="Century Gothic"/>
                </a:rPr>
              </a:br>
              <a:endParaRPr sz="1200" b="1" i="0" u="none" strike="noStrike" cap="none">
                <a:solidFill>
                  <a:srgbClr val="3C3C3B"/>
                </a:solidFill>
                <a:latin typeface="Century Gothic"/>
                <a:ea typeface="Century Gothic"/>
                <a:cs typeface="Century Gothic"/>
                <a:sym typeface="Century Gothic"/>
              </a:endParaRPr>
            </a:p>
            <a:p>
              <a:pPr marL="0" marR="0" lvl="0" indent="0" algn="l" rtl="0">
                <a:lnSpc>
                  <a:spcPct val="95000"/>
                </a:lnSpc>
                <a:spcBef>
                  <a:spcPts val="0"/>
                </a:spcBef>
                <a:spcAft>
                  <a:spcPts val="0"/>
                </a:spcAft>
                <a:buClr>
                  <a:srgbClr val="FFFFFF"/>
                </a:buClr>
                <a:buSzPts val="1200"/>
                <a:buFont typeface="Century Gothic"/>
                <a:buNone/>
              </a:pPr>
              <a:br>
                <a:rPr lang="en-GB" sz="1200" b="1" i="0" u="none" strike="noStrike" cap="none">
                  <a:solidFill>
                    <a:srgbClr val="3C3C3B"/>
                  </a:solidFill>
                  <a:latin typeface="Century Gothic"/>
                  <a:ea typeface="Century Gothic"/>
                  <a:cs typeface="Century Gothic"/>
                  <a:sym typeface="Century Gothic"/>
                </a:rPr>
              </a:br>
              <a:endParaRPr sz="1000" b="1" i="0" u="none" strike="noStrike" cap="none">
                <a:solidFill>
                  <a:srgbClr val="3C3C3B"/>
                </a:solidFill>
                <a:latin typeface="Century Gothic"/>
                <a:ea typeface="Century Gothic"/>
                <a:cs typeface="Century Gothic"/>
                <a:sym typeface="Century Gothic"/>
              </a:endParaRPr>
            </a:p>
          </p:txBody>
        </p:sp>
        <p:grpSp>
          <p:nvGrpSpPr>
            <p:cNvPr id="1618" name="Google Shape;1618;p104"/>
            <p:cNvGrpSpPr/>
            <p:nvPr/>
          </p:nvGrpSpPr>
          <p:grpSpPr>
            <a:xfrm>
              <a:off x="3430680" y="814892"/>
              <a:ext cx="2230757" cy="1257815"/>
              <a:chOff x="6269745" y="1818918"/>
              <a:chExt cx="2825275" cy="1593033"/>
            </a:xfrm>
          </p:grpSpPr>
          <p:grpSp>
            <p:nvGrpSpPr>
              <p:cNvPr id="1619" name="Google Shape;1619;p104"/>
              <p:cNvGrpSpPr/>
              <p:nvPr/>
            </p:nvGrpSpPr>
            <p:grpSpPr>
              <a:xfrm>
                <a:off x="7216189" y="1999143"/>
                <a:ext cx="992955" cy="399680"/>
                <a:chOff x="1795630" y="3780481"/>
                <a:chExt cx="992955" cy="399680"/>
              </a:xfrm>
            </p:grpSpPr>
            <p:sp>
              <p:nvSpPr>
                <p:cNvPr id="1620" name="Google Shape;1620;p104"/>
                <p:cNvSpPr/>
                <p:nvPr/>
              </p:nvSpPr>
              <p:spPr>
                <a:xfrm>
                  <a:off x="1941288" y="3941602"/>
                  <a:ext cx="283523" cy="128647"/>
                </a:xfrm>
                <a:custGeom>
                  <a:avLst/>
                  <a:gdLst/>
                  <a:ahLst/>
                  <a:cxnLst/>
                  <a:rect l="l" t="t" r="r" b="b"/>
                  <a:pathLst>
                    <a:path w="246" h="111" extrusionOk="0">
                      <a:moveTo>
                        <a:pt x="225" y="0"/>
                      </a:moveTo>
                      <a:cubicBezTo>
                        <a:pt x="214" y="0"/>
                        <a:pt x="204" y="10"/>
                        <a:pt x="204" y="21"/>
                      </a:cubicBezTo>
                      <a:cubicBezTo>
                        <a:pt x="204" y="25"/>
                        <a:pt x="206" y="29"/>
                        <a:pt x="208" y="33"/>
                      </a:cubicBezTo>
                      <a:cubicBezTo>
                        <a:pt x="157" y="74"/>
                        <a:pt x="157" y="74"/>
                        <a:pt x="157" y="74"/>
                      </a:cubicBezTo>
                      <a:cubicBezTo>
                        <a:pt x="153" y="71"/>
                        <a:pt x="148" y="69"/>
                        <a:pt x="143" y="69"/>
                      </a:cubicBezTo>
                      <a:cubicBezTo>
                        <a:pt x="137" y="69"/>
                        <a:pt x="131" y="71"/>
                        <a:pt x="128" y="75"/>
                      </a:cubicBezTo>
                      <a:cubicBezTo>
                        <a:pt x="86" y="46"/>
                        <a:pt x="86" y="46"/>
                        <a:pt x="86" y="46"/>
                      </a:cubicBezTo>
                      <a:cubicBezTo>
                        <a:pt x="87" y="43"/>
                        <a:pt x="88" y="40"/>
                        <a:pt x="88" y="37"/>
                      </a:cubicBezTo>
                      <a:cubicBezTo>
                        <a:pt x="88" y="25"/>
                        <a:pt x="78" y="16"/>
                        <a:pt x="67" y="16"/>
                      </a:cubicBezTo>
                      <a:cubicBezTo>
                        <a:pt x="55" y="16"/>
                        <a:pt x="46" y="25"/>
                        <a:pt x="46" y="37"/>
                      </a:cubicBezTo>
                      <a:cubicBezTo>
                        <a:pt x="46" y="40"/>
                        <a:pt x="46" y="42"/>
                        <a:pt x="47" y="45"/>
                      </a:cubicBezTo>
                      <a:cubicBezTo>
                        <a:pt x="0" y="74"/>
                        <a:pt x="0" y="74"/>
                        <a:pt x="0" y="74"/>
                      </a:cubicBezTo>
                      <a:cubicBezTo>
                        <a:pt x="4" y="80"/>
                        <a:pt x="4" y="80"/>
                        <a:pt x="4" y="80"/>
                      </a:cubicBezTo>
                      <a:cubicBezTo>
                        <a:pt x="51" y="51"/>
                        <a:pt x="51" y="51"/>
                        <a:pt x="51" y="51"/>
                      </a:cubicBezTo>
                      <a:cubicBezTo>
                        <a:pt x="55" y="55"/>
                        <a:pt x="61" y="58"/>
                        <a:pt x="67" y="58"/>
                      </a:cubicBezTo>
                      <a:cubicBezTo>
                        <a:pt x="73" y="58"/>
                        <a:pt x="78" y="55"/>
                        <a:pt x="82" y="51"/>
                      </a:cubicBezTo>
                      <a:cubicBezTo>
                        <a:pt x="124" y="81"/>
                        <a:pt x="124" y="81"/>
                        <a:pt x="124" y="81"/>
                      </a:cubicBezTo>
                      <a:cubicBezTo>
                        <a:pt x="122" y="84"/>
                        <a:pt x="122" y="87"/>
                        <a:pt x="122" y="90"/>
                      </a:cubicBezTo>
                      <a:cubicBezTo>
                        <a:pt x="122" y="102"/>
                        <a:pt x="131" y="111"/>
                        <a:pt x="143" y="111"/>
                      </a:cubicBezTo>
                      <a:cubicBezTo>
                        <a:pt x="154" y="111"/>
                        <a:pt x="164" y="102"/>
                        <a:pt x="164" y="90"/>
                      </a:cubicBezTo>
                      <a:cubicBezTo>
                        <a:pt x="164" y="86"/>
                        <a:pt x="163" y="83"/>
                        <a:pt x="161" y="80"/>
                      </a:cubicBezTo>
                      <a:cubicBezTo>
                        <a:pt x="212" y="38"/>
                        <a:pt x="212" y="38"/>
                        <a:pt x="212" y="38"/>
                      </a:cubicBezTo>
                      <a:cubicBezTo>
                        <a:pt x="216" y="40"/>
                        <a:pt x="220" y="42"/>
                        <a:pt x="225" y="42"/>
                      </a:cubicBezTo>
                      <a:cubicBezTo>
                        <a:pt x="237" y="42"/>
                        <a:pt x="246" y="33"/>
                        <a:pt x="246" y="21"/>
                      </a:cubicBezTo>
                      <a:cubicBezTo>
                        <a:pt x="246" y="10"/>
                        <a:pt x="237" y="0"/>
                        <a:pt x="225" y="0"/>
                      </a:cubicBezTo>
                      <a:close/>
                    </a:path>
                  </a:pathLst>
                </a:custGeom>
                <a:solidFill>
                  <a:srgbClr val="CD391F">
                    <a:alpha val="69803"/>
                  </a:srgbClr>
                </a:solid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Century Gothic"/>
                    <a:buNone/>
                  </a:pPr>
                  <a:endParaRPr sz="1800" b="0" i="0" u="none" strike="noStrike" cap="none">
                    <a:solidFill>
                      <a:srgbClr val="3C3C3B"/>
                    </a:solidFill>
                    <a:latin typeface="Century Gothic"/>
                    <a:ea typeface="Century Gothic"/>
                    <a:cs typeface="Century Gothic"/>
                    <a:sym typeface="Century Gothic"/>
                  </a:endParaRPr>
                </a:p>
              </p:txBody>
            </p:sp>
            <p:sp>
              <p:nvSpPr>
                <p:cNvPr id="1621" name="Google Shape;1621;p104"/>
                <p:cNvSpPr/>
                <p:nvPr/>
              </p:nvSpPr>
              <p:spPr>
                <a:xfrm>
                  <a:off x="1795630" y="3780481"/>
                  <a:ext cx="992955" cy="399680"/>
                </a:xfrm>
                <a:custGeom>
                  <a:avLst/>
                  <a:gdLst/>
                  <a:ahLst/>
                  <a:cxnLst/>
                  <a:rect l="l" t="t" r="r" b="b"/>
                  <a:pathLst>
                    <a:path w="863" h="346" extrusionOk="0">
                      <a:moveTo>
                        <a:pt x="835" y="130"/>
                      </a:moveTo>
                      <a:cubicBezTo>
                        <a:pt x="814" y="55"/>
                        <a:pt x="739" y="0"/>
                        <a:pt x="651" y="0"/>
                      </a:cubicBezTo>
                      <a:cubicBezTo>
                        <a:pt x="592" y="0"/>
                        <a:pt x="540" y="24"/>
                        <a:pt x="505" y="61"/>
                      </a:cubicBezTo>
                      <a:cubicBezTo>
                        <a:pt x="505" y="61"/>
                        <a:pt x="470" y="90"/>
                        <a:pt x="431" y="90"/>
                      </a:cubicBezTo>
                      <a:cubicBezTo>
                        <a:pt x="393" y="90"/>
                        <a:pt x="358" y="61"/>
                        <a:pt x="358" y="61"/>
                      </a:cubicBezTo>
                      <a:cubicBezTo>
                        <a:pt x="323" y="24"/>
                        <a:pt x="271" y="0"/>
                        <a:pt x="212" y="0"/>
                      </a:cubicBezTo>
                      <a:cubicBezTo>
                        <a:pt x="123" y="0"/>
                        <a:pt x="49" y="55"/>
                        <a:pt x="28" y="130"/>
                      </a:cubicBezTo>
                      <a:cubicBezTo>
                        <a:pt x="0" y="130"/>
                        <a:pt x="0" y="130"/>
                        <a:pt x="0" y="130"/>
                      </a:cubicBezTo>
                      <a:cubicBezTo>
                        <a:pt x="0" y="215"/>
                        <a:pt x="0" y="215"/>
                        <a:pt x="0" y="215"/>
                      </a:cubicBezTo>
                      <a:cubicBezTo>
                        <a:pt x="28" y="215"/>
                        <a:pt x="28" y="215"/>
                        <a:pt x="28" y="215"/>
                      </a:cubicBezTo>
                      <a:cubicBezTo>
                        <a:pt x="49" y="290"/>
                        <a:pt x="123" y="346"/>
                        <a:pt x="212" y="346"/>
                      </a:cubicBezTo>
                      <a:cubicBezTo>
                        <a:pt x="289" y="346"/>
                        <a:pt x="355" y="305"/>
                        <a:pt x="385" y="246"/>
                      </a:cubicBezTo>
                      <a:cubicBezTo>
                        <a:pt x="400" y="217"/>
                        <a:pt x="430" y="212"/>
                        <a:pt x="431" y="211"/>
                      </a:cubicBezTo>
                      <a:cubicBezTo>
                        <a:pt x="433" y="212"/>
                        <a:pt x="463" y="217"/>
                        <a:pt x="478" y="246"/>
                      </a:cubicBezTo>
                      <a:cubicBezTo>
                        <a:pt x="508" y="305"/>
                        <a:pt x="574" y="346"/>
                        <a:pt x="651" y="346"/>
                      </a:cubicBezTo>
                      <a:cubicBezTo>
                        <a:pt x="739" y="346"/>
                        <a:pt x="814" y="290"/>
                        <a:pt x="835" y="215"/>
                      </a:cubicBezTo>
                      <a:cubicBezTo>
                        <a:pt x="863" y="215"/>
                        <a:pt x="863" y="215"/>
                        <a:pt x="863" y="215"/>
                      </a:cubicBezTo>
                      <a:cubicBezTo>
                        <a:pt x="863" y="130"/>
                        <a:pt x="863" y="130"/>
                        <a:pt x="863" y="130"/>
                      </a:cubicBezTo>
                      <a:lnTo>
                        <a:pt x="835" y="130"/>
                      </a:lnTo>
                      <a:close/>
                      <a:moveTo>
                        <a:pt x="212" y="309"/>
                      </a:moveTo>
                      <a:cubicBezTo>
                        <a:pt x="127" y="309"/>
                        <a:pt x="59" y="248"/>
                        <a:pt x="59" y="173"/>
                      </a:cubicBezTo>
                      <a:cubicBezTo>
                        <a:pt x="59" y="98"/>
                        <a:pt x="127" y="36"/>
                        <a:pt x="212" y="36"/>
                      </a:cubicBezTo>
                      <a:cubicBezTo>
                        <a:pt x="297" y="36"/>
                        <a:pt x="366" y="98"/>
                        <a:pt x="366" y="173"/>
                      </a:cubicBezTo>
                      <a:cubicBezTo>
                        <a:pt x="366" y="248"/>
                        <a:pt x="297" y="309"/>
                        <a:pt x="212" y="309"/>
                      </a:cubicBezTo>
                      <a:close/>
                      <a:moveTo>
                        <a:pt x="761" y="268"/>
                      </a:moveTo>
                      <a:cubicBezTo>
                        <a:pt x="761" y="111"/>
                        <a:pt x="761" y="111"/>
                        <a:pt x="761" y="111"/>
                      </a:cubicBezTo>
                      <a:cubicBezTo>
                        <a:pt x="703" y="111"/>
                        <a:pt x="703" y="111"/>
                        <a:pt x="703" y="111"/>
                      </a:cubicBezTo>
                      <a:cubicBezTo>
                        <a:pt x="703" y="301"/>
                        <a:pt x="703" y="301"/>
                        <a:pt x="703" y="301"/>
                      </a:cubicBezTo>
                      <a:cubicBezTo>
                        <a:pt x="696" y="304"/>
                        <a:pt x="688" y="306"/>
                        <a:pt x="680" y="307"/>
                      </a:cubicBezTo>
                      <a:cubicBezTo>
                        <a:pt x="680" y="165"/>
                        <a:pt x="680" y="165"/>
                        <a:pt x="680" y="165"/>
                      </a:cubicBezTo>
                      <a:cubicBezTo>
                        <a:pt x="622" y="165"/>
                        <a:pt x="622" y="165"/>
                        <a:pt x="622" y="165"/>
                      </a:cubicBezTo>
                      <a:cubicBezTo>
                        <a:pt x="622" y="307"/>
                        <a:pt x="622" y="307"/>
                        <a:pt x="622" y="307"/>
                      </a:cubicBezTo>
                      <a:cubicBezTo>
                        <a:pt x="614" y="306"/>
                        <a:pt x="606" y="304"/>
                        <a:pt x="598" y="301"/>
                      </a:cubicBezTo>
                      <a:cubicBezTo>
                        <a:pt x="598" y="235"/>
                        <a:pt x="598" y="235"/>
                        <a:pt x="598" y="235"/>
                      </a:cubicBezTo>
                      <a:cubicBezTo>
                        <a:pt x="541" y="235"/>
                        <a:pt x="541" y="235"/>
                        <a:pt x="541" y="235"/>
                      </a:cubicBezTo>
                      <a:cubicBezTo>
                        <a:pt x="541" y="269"/>
                        <a:pt x="541" y="269"/>
                        <a:pt x="541" y="269"/>
                      </a:cubicBezTo>
                      <a:cubicBezTo>
                        <a:pt x="514" y="244"/>
                        <a:pt x="497" y="210"/>
                        <a:pt x="497" y="173"/>
                      </a:cubicBezTo>
                      <a:cubicBezTo>
                        <a:pt x="497" y="98"/>
                        <a:pt x="566" y="36"/>
                        <a:pt x="651" y="36"/>
                      </a:cubicBezTo>
                      <a:cubicBezTo>
                        <a:pt x="736" y="36"/>
                        <a:pt x="804" y="98"/>
                        <a:pt x="804" y="173"/>
                      </a:cubicBezTo>
                      <a:cubicBezTo>
                        <a:pt x="804" y="210"/>
                        <a:pt x="788" y="244"/>
                        <a:pt x="761" y="268"/>
                      </a:cubicBezTo>
                      <a:close/>
                    </a:path>
                  </a:pathLst>
                </a:custGeom>
                <a:solidFill>
                  <a:srgbClr val="CD391F">
                    <a:alpha val="69803"/>
                  </a:srgbClr>
                </a:solid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Century Gothic"/>
                    <a:buNone/>
                  </a:pPr>
                  <a:endParaRPr sz="1800" b="0" i="0" u="none" strike="noStrike" cap="none">
                    <a:solidFill>
                      <a:srgbClr val="3C3C3B"/>
                    </a:solidFill>
                    <a:latin typeface="Century Gothic"/>
                    <a:ea typeface="Century Gothic"/>
                    <a:cs typeface="Century Gothic"/>
                    <a:sym typeface="Century Gothic"/>
                  </a:endParaRPr>
                </a:p>
              </p:txBody>
            </p:sp>
          </p:grpSp>
          <p:grpSp>
            <p:nvGrpSpPr>
              <p:cNvPr id="1622" name="Google Shape;1622;p104"/>
              <p:cNvGrpSpPr/>
              <p:nvPr/>
            </p:nvGrpSpPr>
            <p:grpSpPr>
              <a:xfrm>
                <a:off x="8395782" y="1818918"/>
                <a:ext cx="582035" cy="745654"/>
                <a:chOff x="6632575" y="6389688"/>
                <a:chExt cx="739775" cy="947737"/>
              </a:xfrm>
            </p:grpSpPr>
            <p:sp>
              <p:nvSpPr>
                <p:cNvPr id="1623" name="Google Shape;1623;p104"/>
                <p:cNvSpPr/>
                <p:nvPr/>
              </p:nvSpPr>
              <p:spPr>
                <a:xfrm>
                  <a:off x="6632575" y="6389688"/>
                  <a:ext cx="739775" cy="947737"/>
                </a:xfrm>
                <a:custGeom>
                  <a:avLst/>
                  <a:gdLst/>
                  <a:ahLst/>
                  <a:cxnLst/>
                  <a:rect l="l" t="t" r="r" b="b"/>
                  <a:pathLst>
                    <a:path w="613" h="784" extrusionOk="0">
                      <a:moveTo>
                        <a:pt x="307" y="784"/>
                      </a:moveTo>
                      <a:cubicBezTo>
                        <a:pt x="158" y="784"/>
                        <a:pt x="0" y="746"/>
                        <a:pt x="0" y="675"/>
                      </a:cubicBezTo>
                      <a:cubicBezTo>
                        <a:pt x="0" y="109"/>
                        <a:pt x="0" y="109"/>
                        <a:pt x="0" y="109"/>
                      </a:cubicBezTo>
                      <a:cubicBezTo>
                        <a:pt x="0" y="38"/>
                        <a:pt x="158" y="0"/>
                        <a:pt x="307" y="0"/>
                      </a:cubicBezTo>
                      <a:cubicBezTo>
                        <a:pt x="455" y="0"/>
                        <a:pt x="613" y="38"/>
                        <a:pt x="613" y="109"/>
                      </a:cubicBezTo>
                      <a:cubicBezTo>
                        <a:pt x="613" y="675"/>
                        <a:pt x="613" y="675"/>
                        <a:pt x="613" y="675"/>
                      </a:cubicBezTo>
                      <a:cubicBezTo>
                        <a:pt x="613" y="746"/>
                        <a:pt x="455" y="784"/>
                        <a:pt x="307" y="784"/>
                      </a:cubicBezTo>
                      <a:close/>
                      <a:moveTo>
                        <a:pt x="307" y="26"/>
                      </a:moveTo>
                      <a:cubicBezTo>
                        <a:pt x="230" y="26"/>
                        <a:pt x="157" y="36"/>
                        <a:pt x="103" y="54"/>
                      </a:cubicBezTo>
                      <a:cubicBezTo>
                        <a:pt x="55" y="69"/>
                        <a:pt x="27" y="90"/>
                        <a:pt x="27" y="109"/>
                      </a:cubicBezTo>
                      <a:cubicBezTo>
                        <a:pt x="27" y="675"/>
                        <a:pt x="27" y="675"/>
                        <a:pt x="27" y="675"/>
                      </a:cubicBezTo>
                      <a:cubicBezTo>
                        <a:pt x="27" y="693"/>
                        <a:pt x="55" y="714"/>
                        <a:pt x="103" y="730"/>
                      </a:cubicBezTo>
                      <a:cubicBezTo>
                        <a:pt x="157" y="747"/>
                        <a:pt x="230" y="757"/>
                        <a:pt x="307" y="757"/>
                      </a:cubicBezTo>
                      <a:cubicBezTo>
                        <a:pt x="384" y="757"/>
                        <a:pt x="456" y="747"/>
                        <a:pt x="510" y="730"/>
                      </a:cubicBezTo>
                      <a:cubicBezTo>
                        <a:pt x="558" y="714"/>
                        <a:pt x="587" y="693"/>
                        <a:pt x="587" y="675"/>
                      </a:cubicBezTo>
                      <a:cubicBezTo>
                        <a:pt x="587" y="109"/>
                        <a:pt x="587" y="109"/>
                        <a:pt x="587" y="109"/>
                      </a:cubicBezTo>
                      <a:cubicBezTo>
                        <a:pt x="587" y="90"/>
                        <a:pt x="558" y="69"/>
                        <a:pt x="510" y="54"/>
                      </a:cubicBezTo>
                      <a:cubicBezTo>
                        <a:pt x="456" y="36"/>
                        <a:pt x="384" y="26"/>
                        <a:pt x="307" y="26"/>
                      </a:cubicBezTo>
                      <a:close/>
                    </a:path>
                  </a:pathLst>
                </a:custGeom>
                <a:solidFill>
                  <a:srgbClr val="CD391F">
                    <a:alpha val="69803"/>
                  </a:srgbClr>
                </a:solid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Century Gothic"/>
                    <a:buNone/>
                  </a:pPr>
                  <a:endParaRPr sz="1800" b="0" i="0" u="none" strike="noStrike" cap="none">
                    <a:solidFill>
                      <a:srgbClr val="3C3C3B"/>
                    </a:solidFill>
                    <a:latin typeface="Century Gothic"/>
                    <a:ea typeface="Century Gothic"/>
                    <a:cs typeface="Century Gothic"/>
                    <a:sym typeface="Century Gothic"/>
                  </a:endParaRPr>
                </a:p>
              </p:txBody>
            </p:sp>
            <p:sp>
              <p:nvSpPr>
                <p:cNvPr id="1624" name="Google Shape;1624;p104"/>
                <p:cNvSpPr/>
                <p:nvPr/>
              </p:nvSpPr>
              <p:spPr>
                <a:xfrm>
                  <a:off x="6732588" y="6604000"/>
                  <a:ext cx="530225" cy="509587"/>
                </a:xfrm>
                <a:custGeom>
                  <a:avLst/>
                  <a:gdLst/>
                  <a:ahLst/>
                  <a:cxnLst/>
                  <a:rect l="l" t="t" r="r" b="b"/>
                  <a:pathLst>
                    <a:path w="439" h="422" extrusionOk="0">
                      <a:moveTo>
                        <a:pt x="408" y="140"/>
                      </a:moveTo>
                      <a:cubicBezTo>
                        <a:pt x="391" y="140"/>
                        <a:pt x="377" y="154"/>
                        <a:pt x="377" y="171"/>
                      </a:cubicBezTo>
                      <a:cubicBezTo>
                        <a:pt x="377" y="173"/>
                        <a:pt x="378" y="174"/>
                        <a:pt x="378" y="176"/>
                      </a:cubicBezTo>
                      <a:cubicBezTo>
                        <a:pt x="272" y="217"/>
                        <a:pt x="272" y="217"/>
                        <a:pt x="272" y="217"/>
                      </a:cubicBezTo>
                      <a:cubicBezTo>
                        <a:pt x="259" y="193"/>
                        <a:pt x="234" y="176"/>
                        <a:pt x="205" y="175"/>
                      </a:cubicBezTo>
                      <a:cubicBezTo>
                        <a:pt x="201" y="119"/>
                        <a:pt x="201" y="119"/>
                        <a:pt x="201" y="119"/>
                      </a:cubicBezTo>
                      <a:cubicBezTo>
                        <a:pt x="229" y="114"/>
                        <a:pt x="250" y="90"/>
                        <a:pt x="250" y="60"/>
                      </a:cubicBezTo>
                      <a:cubicBezTo>
                        <a:pt x="250" y="27"/>
                        <a:pt x="223" y="0"/>
                        <a:pt x="190" y="0"/>
                      </a:cubicBezTo>
                      <a:cubicBezTo>
                        <a:pt x="157" y="0"/>
                        <a:pt x="130" y="27"/>
                        <a:pt x="130" y="60"/>
                      </a:cubicBezTo>
                      <a:cubicBezTo>
                        <a:pt x="130" y="68"/>
                        <a:pt x="132" y="75"/>
                        <a:pt x="134" y="82"/>
                      </a:cubicBezTo>
                      <a:cubicBezTo>
                        <a:pt x="55" y="123"/>
                        <a:pt x="55" y="123"/>
                        <a:pt x="55" y="123"/>
                      </a:cubicBezTo>
                      <a:cubicBezTo>
                        <a:pt x="49" y="116"/>
                        <a:pt x="41" y="112"/>
                        <a:pt x="31" y="112"/>
                      </a:cubicBezTo>
                      <a:cubicBezTo>
                        <a:pt x="14" y="112"/>
                        <a:pt x="0" y="125"/>
                        <a:pt x="0" y="142"/>
                      </a:cubicBezTo>
                      <a:cubicBezTo>
                        <a:pt x="0" y="160"/>
                        <a:pt x="14" y="173"/>
                        <a:pt x="31" y="173"/>
                      </a:cubicBezTo>
                      <a:cubicBezTo>
                        <a:pt x="48" y="173"/>
                        <a:pt x="62" y="160"/>
                        <a:pt x="62" y="142"/>
                      </a:cubicBezTo>
                      <a:cubicBezTo>
                        <a:pt x="62" y="140"/>
                        <a:pt x="62" y="137"/>
                        <a:pt x="61" y="135"/>
                      </a:cubicBezTo>
                      <a:cubicBezTo>
                        <a:pt x="140" y="94"/>
                        <a:pt x="140" y="94"/>
                        <a:pt x="140" y="94"/>
                      </a:cubicBezTo>
                      <a:cubicBezTo>
                        <a:pt x="151" y="109"/>
                        <a:pt x="168" y="119"/>
                        <a:pt x="188" y="120"/>
                      </a:cubicBezTo>
                      <a:cubicBezTo>
                        <a:pt x="192" y="176"/>
                        <a:pt x="192" y="176"/>
                        <a:pt x="192" y="176"/>
                      </a:cubicBezTo>
                      <a:cubicBezTo>
                        <a:pt x="156" y="182"/>
                        <a:pt x="128" y="213"/>
                        <a:pt x="128" y="251"/>
                      </a:cubicBezTo>
                      <a:cubicBezTo>
                        <a:pt x="128" y="293"/>
                        <a:pt x="162" y="327"/>
                        <a:pt x="204" y="327"/>
                      </a:cubicBezTo>
                      <a:cubicBezTo>
                        <a:pt x="225" y="327"/>
                        <a:pt x="244" y="318"/>
                        <a:pt x="258" y="304"/>
                      </a:cubicBezTo>
                      <a:cubicBezTo>
                        <a:pt x="321" y="356"/>
                        <a:pt x="321" y="356"/>
                        <a:pt x="321" y="356"/>
                      </a:cubicBezTo>
                      <a:cubicBezTo>
                        <a:pt x="317" y="362"/>
                        <a:pt x="315" y="370"/>
                        <a:pt x="315" y="378"/>
                      </a:cubicBezTo>
                      <a:cubicBezTo>
                        <a:pt x="315" y="402"/>
                        <a:pt x="334" y="422"/>
                        <a:pt x="358" y="422"/>
                      </a:cubicBezTo>
                      <a:cubicBezTo>
                        <a:pt x="382" y="422"/>
                        <a:pt x="402" y="402"/>
                        <a:pt x="402" y="378"/>
                      </a:cubicBezTo>
                      <a:cubicBezTo>
                        <a:pt x="402" y="354"/>
                        <a:pt x="382" y="335"/>
                        <a:pt x="358" y="335"/>
                      </a:cubicBezTo>
                      <a:cubicBezTo>
                        <a:pt x="347" y="335"/>
                        <a:pt x="337" y="339"/>
                        <a:pt x="329" y="346"/>
                      </a:cubicBezTo>
                      <a:cubicBezTo>
                        <a:pt x="266" y="294"/>
                        <a:pt x="266" y="294"/>
                        <a:pt x="266" y="294"/>
                      </a:cubicBezTo>
                      <a:cubicBezTo>
                        <a:pt x="275" y="282"/>
                        <a:pt x="280" y="267"/>
                        <a:pt x="280" y="251"/>
                      </a:cubicBezTo>
                      <a:cubicBezTo>
                        <a:pt x="280" y="244"/>
                        <a:pt x="279" y="237"/>
                        <a:pt x="277" y="230"/>
                      </a:cubicBezTo>
                      <a:cubicBezTo>
                        <a:pt x="383" y="188"/>
                        <a:pt x="383" y="188"/>
                        <a:pt x="383" y="188"/>
                      </a:cubicBezTo>
                      <a:cubicBezTo>
                        <a:pt x="388" y="197"/>
                        <a:pt x="398" y="202"/>
                        <a:pt x="408" y="202"/>
                      </a:cubicBezTo>
                      <a:cubicBezTo>
                        <a:pt x="425" y="202"/>
                        <a:pt x="439" y="188"/>
                        <a:pt x="439" y="171"/>
                      </a:cubicBezTo>
                      <a:cubicBezTo>
                        <a:pt x="439" y="154"/>
                        <a:pt x="425" y="140"/>
                        <a:pt x="408" y="140"/>
                      </a:cubicBezTo>
                      <a:close/>
                    </a:path>
                  </a:pathLst>
                </a:custGeom>
                <a:solidFill>
                  <a:srgbClr val="CD391F">
                    <a:alpha val="69803"/>
                  </a:srgbClr>
                </a:solid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Century Gothic"/>
                    <a:buNone/>
                  </a:pPr>
                  <a:endParaRPr sz="1800" b="0" i="0" u="none" strike="noStrike" cap="none">
                    <a:solidFill>
                      <a:srgbClr val="3C3C3B"/>
                    </a:solidFill>
                    <a:latin typeface="Century Gothic"/>
                    <a:ea typeface="Century Gothic"/>
                    <a:cs typeface="Century Gothic"/>
                    <a:sym typeface="Century Gothic"/>
                  </a:endParaRPr>
                </a:p>
              </p:txBody>
            </p:sp>
          </p:grpSp>
          <p:sp>
            <p:nvSpPr>
              <p:cNvPr id="1625" name="Google Shape;1625;p104"/>
              <p:cNvSpPr/>
              <p:nvPr/>
            </p:nvSpPr>
            <p:spPr>
              <a:xfrm>
                <a:off x="8278580" y="2640132"/>
                <a:ext cx="816440" cy="751329"/>
              </a:xfrm>
              <a:custGeom>
                <a:avLst/>
                <a:gdLst/>
                <a:ahLst/>
                <a:cxnLst/>
                <a:rect l="l" t="t" r="r" b="b"/>
                <a:pathLst>
                  <a:path w="805" h="733" extrusionOk="0">
                    <a:moveTo>
                      <a:pt x="456" y="617"/>
                    </a:moveTo>
                    <a:cubicBezTo>
                      <a:pt x="415" y="635"/>
                      <a:pt x="371" y="645"/>
                      <a:pt x="323" y="645"/>
                    </a:cubicBezTo>
                    <a:cubicBezTo>
                      <a:pt x="145" y="645"/>
                      <a:pt x="0" y="501"/>
                      <a:pt x="0" y="323"/>
                    </a:cubicBezTo>
                    <a:cubicBezTo>
                      <a:pt x="0" y="145"/>
                      <a:pt x="145" y="0"/>
                      <a:pt x="323" y="0"/>
                    </a:cubicBezTo>
                    <a:cubicBezTo>
                      <a:pt x="501" y="0"/>
                      <a:pt x="646" y="145"/>
                      <a:pt x="646" y="323"/>
                    </a:cubicBezTo>
                    <a:cubicBezTo>
                      <a:pt x="646" y="341"/>
                      <a:pt x="644" y="359"/>
                      <a:pt x="641" y="377"/>
                    </a:cubicBezTo>
                    <a:cubicBezTo>
                      <a:pt x="639" y="377"/>
                      <a:pt x="637" y="376"/>
                      <a:pt x="635" y="376"/>
                    </a:cubicBezTo>
                    <a:cubicBezTo>
                      <a:pt x="559" y="376"/>
                      <a:pt x="494" y="422"/>
                      <a:pt x="464" y="487"/>
                    </a:cubicBezTo>
                    <a:cubicBezTo>
                      <a:pt x="418" y="388"/>
                      <a:pt x="418" y="388"/>
                      <a:pt x="418" y="388"/>
                    </a:cubicBezTo>
                    <a:cubicBezTo>
                      <a:pt x="414" y="378"/>
                      <a:pt x="407" y="368"/>
                      <a:pt x="399" y="359"/>
                    </a:cubicBezTo>
                    <a:cubicBezTo>
                      <a:pt x="391" y="350"/>
                      <a:pt x="383" y="344"/>
                      <a:pt x="375" y="341"/>
                    </a:cubicBezTo>
                    <a:cubicBezTo>
                      <a:pt x="375" y="340"/>
                      <a:pt x="375" y="340"/>
                      <a:pt x="375" y="340"/>
                    </a:cubicBezTo>
                    <a:cubicBezTo>
                      <a:pt x="401" y="333"/>
                      <a:pt x="422" y="321"/>
                      <a:pt x="436" y="303"/>
                    </a:cubicBezTo>
                    <a:cubicBezTo>
                      <a:pt x="451" y="284"/>
                      <a:pt x="458" y="262"/>
                      <a:pt x="458" y="236"/>
                    </a:cubicBezTo>
                    <a:cubicBezTo>
                      <a:pt x="458" y="204"/>
                      <a:pt x="448" y="179"/>
                      <a:pt x="426" y="161"/>
                    </a:cubicBezTo>
                    <a:cubicBezTo>
                      <a:pt x="404" y="143"/>
                      <a:pt x="373" y="134"/>
                      <a:pt x="334" y="134"/>
                    </a:cubicBezTo>
                    <a:cubicBezTo>
                      <a:pt x="212" y="134"/>
                      <a:pt x="212" y="134"/>
                      <a:pt x="212" y="134"/>
                    </a:cubicBezTo>
                    <a:cubicBezTo>
                      <a:pt x="212" y="511"/>
                      <a:pt x="212" y="511"/>
                      <a:pt x="212" y="511"/>
                    </a:cubicBezTo>
                    <a:cubicBezTo>
                      <a:pt x="275" y="511"/>
                      <a:pt x="275" y="511"/>
                      <a:pt x="275" y="511"/>
                    </a:cubicBezTo>
                    <a:cubicBezTo>
                      <a:pt x="275" y="358"/>
                      <a:pt x="275" y="358"/>
                      <a:pt x="275" y="358"/>
                    </a:cubicBezTo>
                    <a:cubicBezTo>
                      <a:pt x="304" y="358"/>
                      <a:pt x="304" y="358"/>
                      <a:pt x="304" y="358"/>
                    </a:cubicBezTo>
                    <a:cubicBezTo>
                      <a:pt x="326" y="358"/>
                      <a:pt x="343" y="373"/>
                      <a:pt x="355" y="402"/>
                    </a:cubicBezTo>
                    <a:cubicBezTo>
                      <a:pt x="401" y="511"/>
                      <a:pt x="401" y="511"/>
                      <a:pt x="401" y="511"/>
                    </a:cubicBezTo>
                    <a:cubicBezTo>
                      <a:pt x="456" y="511"/>
                      <a:pt x="456" y="511"/>
                      <a:pt x="456" y="511"/>
                    </a:cubicBezTo>
                    <a:cubicBezTo>
                      <a:pt x="451" y="528"/>
                      <a:pt x="448" y="545"/>
                      <a:pt x="448" y="563"/>
                    </a:cubicBezTo>
                    <a:cubicBezTo>
                      <a:pt x="448" y="582"/>
                      <a:pt x="451" y="600"/>
                      <a:pt x="456" y="617"/>
                    </a:cubicBezTo>
                    <a:moveTo>
                      <a:pt x="375" y="201"/>
                    </a:moveTo>
                    <a:cubicBezTo>
                      <a:pt x="363" y="191"/>
                      <a:pt x="346" y="186"/>
                      <a:pt x="325" y="186"/>
                    </a:cubicBezTo>
                    <a:cubicBezTo>
                      <a:pt x="275" y="186"/>
                      <a:pt x="275" y="186"/>
                      <a:pt x="275" y="186"/>
                    </a:cubicBezTo>
                    <a:cubicBezTo>
                      <a:pt x="275" y="306"/>
                      <a:pt x="275" y="306"/>
                      <a:pt x="275" y="306"/>
                    </a:cubicBezTo>
                    <a:cubicBezTo>
                      <a:pt x="324" y="306"/>
                      <a:pt x="324" y="306"/>
                      <a:pt x="324" y="306"/>
                    </a:cubicBezTo>
                    <a:cubicBezTo>
                      <a:pt x="344" y="306"/>
                      <a:pt x="360" y="300"/>
                      <a:pt x="373" y="288"/>
                    </a:cubicBezTo>
                    <a:cubicBezTo>
                      <a:pt x="386" y="276"/>
                      <a:pt x="393" y="261"/>
                      <a:pt x="393" y="242"/>
                    </a:cubicBezTo>
                    <a:cubicBezTo>
                      <a:pt x="393" y="224"/>
                      <a:pt x="387" y="211"/>
                      <a:pt x="375" y="201"/>
                    </a:cubicBezTo>
                    <a:close/>
                    <a:moveTo>
                      <a:pt x="805" y="563"/>
                    </a:moveTo>
                    <a:cubicBezTo>
                      <a:pt x="805" y="657"/>
                      <a:pt x="729" y="733"/>
                      <a:pt x="635" y="733"/>
                    </a:cubicBezTo>
                    <a:cubicBezTo>
                      <a:pt x="541" y="733"/>
                      <a:pt x="465" y="657"/>
                      <a:pt x="465" y="563"/>
                    </a:cubicBezTo>
                    <a:cubicBezTo>
                      <a:pt x="465" y="470"/>
                      <a:pt x="541" y="393"/>
                      <a:pt x="635" y="393"/>
                    </a:cubicBezTo>
                    <a:cubicBezTo>
                      <a:pt x="729" y="393"/>
                      <a:pt x="805" y="470"/>
                      <a:pt x="805" y="563"/>
                    </a:cubicBezTo>
                    <a:close/>
                    <a:moveTo>
                      <a:pt x="772" y="563"/>
                    </a:moveTo>
                    <a:cubicBezTo>
                      <a:pt x="772" y="488"/>
                      <a:pt x="710" y="427"/>
                      <a:pt x="635" y="427"/>
                    </a:cubicBezTo>
                    <a:cubicBezTo>
                      <a:pt x="560" y="427"/>
                      <a:pt x="499" y="488"/>
                      <a:pt x="499" y="563"/>
                    </a:cubicBezTo>
                    <a:cubicBezTo>
                      <a:pt x="499" y="639"/>
                      <a:pt x="560" y="700"/>
                      <a:pt x="635" y="700"/>
                    </a:cubicBezTo>
                    <a:cubicBezTo>
                      <a:pt x="710" y="700"/>
                      <a:pt x="772" y="639"/>
                      <a:pt x="772" y="563"/>
                    </a:cubicBezTo>
                    <a:close/>
                    <a:moveTo>
                      <a:pt x="600" y="616"/>
                    </a:moveTo>
                    <a:cubicBezTo>
                      <a:pt x="600" y="596"/>
                      <a:pt x="600" y="596"/>
                      <a:pt x="600" y="596"/>
                    </a:cubicBezTo>
                    <a:cubicBezTo>
                      <a:pt x="542" y="566"/>
                      <a:pt x="542" y="566"/>
                      <a:pt x="542" y="566"/>
                    </a:cubicBezTo>
                    <a:cubicBezTo>
                      <a:pt x="542" y="565"/>
                      <a:pt x="542" y="565"/>
                      <a:pt x="542" y="565"/>
                    </a:cubicBezTo>
                    <a:cubicBezTo>
                      <a:pt x="600" y="532"/>
                      <a:pt x="600" y="532"/>
                      <a:pt x="600" y="532"/>
                    </a:cubicBezTo>
                    <a:cubicBezTo>
                      <a:pt x="600" y="513"/>
                      <a:pt x="600" y="513"/>
                      <a:pt x="600" y="513"/>
                    </a:cubicBezTo>
                    <a:cubicBezTo>
                      <a:pt x="519" y="561"/>
                      <a:pt x="519" y="561"/>
                      <a:pt x="519" y="561"/>
                    </a:cubicBezTo>
                    <a:cubicBezTo>
                      <a:pt x="519" y="572"/>
                      <a:pt x="519" y="572"/>
                      <a:pt x="519" y="572"/>
                    </a:cubicBezTo>
                    <a:lnTo>
                      <a:pt x="600" y="616"/>
                    </a:lnTo>
                    <a:close/>
                    <a:moveTo>
                      <a:pt x="677" y="479"/>
                    </a:moveTo>
                    <a:cubicBezTo>
                      <a:pt x="657" y="479"/>
                      <a:pt x="657" y="479"/>
                      <a:pt x="657" y="479"/>
                    </a:cubicBezTo>
                    <a:cubicBezTo>
                      <a:pt x="595" y="650"/>
                      <a:pt x="595" y="650"/>
                      <a:pt x="595" y="650"/>
                    </a:cubicBezTo>
                    <a:cubicBezTo>
                      <a:pt x="614" y="650"/>
                      <a:pt x="614" y="650"/>
                      <a:pt x="614" y="650"/>
                    </a:cubicBezTo>
                    <a:lnTo>
                      <a:pt x="677" y="479"/>
                    </a:lnTo>
                    <a:close/>
                    <a:moveTo>
                      <a:pt x="754" y="571"/>
                    </a:moveTo>
                    <a:cubicBezTo>
                      <a:pt x="754" y="560"/>
                      <a:pt x="754" y="560"/>
                      <a:pt x="754" y="560"/>
                    </a:cubicBezTo>
                    <a:cubicBezTo>
                      <a:pt x="673" y="512"/>
                      <a:pt x="673" y="512"/>
                      <a:pt x="673" y="512"/>
                    </a:cubicBezTo>
                    <a:cubicBezTo>
                      <a:pt x="673" y="532"/>
                      <a:pt x="673" y="532"/>
                      <a:pt x="673" y="532"/>
                    </a:cubicBezTo>
                    <a:cubicBezTo>
                      <a:pt x="732" y="565"/>
                      <a:pt x="732" y="565"/>
                      <a:pt x="732" y="565"/>
                    </a:cubicBezTo>
                    <a:cubicBezTo>
                      <a:pt x="732" y="566"/>
                      <a:pt x="732" y="566"/>
                      <a:pt x="732" y="566"/>
                    </a:cubicBezTo>
                    <a:cubicBezTo>
                      <a:pt x="673" y="595"/>
                      <a:pt x="673" y="595"/>
                      <a:pt x="673" y="595"/>
                    </a:cubicBezTo>
                    <a:cubicBezTo>
                      <a:pt x="673" y="615"/>
                      <a:pt x="673" y="615"/>
                      <a:pt x="673" y="615"/>
                    </a:cubicBezTo>
                    <a:lnTo>
                      <a:pt x="754" y="571"/>
                    </a:lnTo>
                    <a:close/>
                  </a:path>
                </a:pathLst>
              </a:custGeom>
              <a:solidFill>
                <a:srgbClr val="CD391F">
                  <a:alpha val="69803"/>
                </a:srgb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Century Gothic"/>
                  <a:buNone/>
                </a:pPr>
                <a:endParaRPr sz="1800" b="0" i="0" u="none" strike="noStrike" cap="none">
                  <a:solidFill>
                    <a:srgbClr val="3C3C3B"/>
                  </a:solidFill>
                  <a:latin typeface="Century Gothic"/>
                  <a:ea typeface="Century Gothic"/>
                  <a:cs typeface="Century Gothic"/>
                  <a:sym typeface="Century Gothic"/>
                </a:endParaRPr>
              </a:p>
            </p:txBody>
          </p:sp>
          <p:sp>
            <p:nvSpPr>
              <p:cNvPr id="1626" name="Google Shape;1626;p104"/>
              <p:cNvSpPr/>
              <p:nvPr/>
            </p:nvSpPr>
            <p:spPr>
              <a:xfrm>
                <a:off x="6269745" y="2637237"/>
                <a:ext cx="774716" cy="774714"/>
              </a:xfrm>
              <a:custGeom>
                <a:avLst/>
                <a:gdLst/>
                <a:ahLst/>
                <a:cxnLst/>
                <a:rect l="l" t="t" r="r" b="b"/>
                <a:pathLst>
                  <a:path w="568" h="568" extrusionOk="0">
                    <a:moveTo>
                      <a:pt x="284" y="0"/>
                    </a:moveTo>
                    <a:cubicBezTo>
                      <a:pt x="128" y="0"/>
                      <a:pt x="0" y="128"/>
                      <a:pt x="0" y="284"/>
                    </a:cubicBezTo>
                    <a:cubicBezTo>
                      <a:pt x="0" y="440"/>
                      <a:pt x="128" y="568"/>
                      <a:pt x="284" y="568"/>
                    </a:cubicBezTo>
                    <a:cubicBezTo>
                      <a:pt x="440" y="568"/>
                      <a:pt x="568" y="440"/>
                      <a:pt x="568" y="284"/>
                    </a:cubicBezTo>
                    <a:cubicBezTo>
                      <a:pt x="568" y="128"/>
                      <a:pt x="440" y="0"/>
                      <a:pt x="284" y="0"/>
                    </a:cubicBezTo>
                    <a:close/>
                    <a:moveTo>
                      <a:pt x="538" y="200"/>
                    </a:moveTo>
                    <a:cubicBezTo>
                      <a:pt x="522" y="203"/>
                      <a:pt x="482" y="210"/>
                      <a:pt x="430" y="228"/>
                    </a:cubicBezTo>
                    <a:cubicBezTo>
                      <a:pt x="422" y="213"/>
                      <a:pt x="406" y="204"/>
                      <a:pt x="389" y="204"/>
                    </a:cubicBezTo>
                    <a:cubicBezTo>
                      <a:pt x="382" y="204"/>
                      <a:pt x="375" y="206"/>
                      <a:pt x="369" y="208"/>
                    </a:cubicBezTo>
                    <a:cubicBezTo>
                      <a:pt x="347" y="182"/>
                      <a:pt x="320" y="161"/>
                      <a:pt x="293" y="144"/>
                    </a:cubicBezTo>
                    <a:cubicBezTo>
                      <a:pt x="295" y="139"/>
                      <a:pt x="296" y="134"/>
                      <a:pt x="296" y="128"/>
                    </a:cubicBezTo>
                    <a:cubicBezTo>
                      <a:pt x="296" y="112"/>
                      <a:pt x="288" y="97"/>
                      <a:pt x="275" y="89"/>
                    </a:cubicBezTo>
                    <a:cubicBezTo>
                      <a:pt x="296" y="53"/>
                      <a:pt x="314" y="27"/>
                      <a:pt x="320" y="19"/>
                    </a:cubicBezTo>
                    <a:cubicBezTo>
                      <a:pt x="423" y="33"/>
                      <a:pt x="507" y="105"/>
                      <a:pt x="538" y="200"/>
                    </a:cubicBezTo>
                    <a:close/>
                    <a:moveTo>
                      <a:pt x="226" y="325"/>
                    </a:moveTo>
                    <a:cubicBezTo>
                      <a:pt x="218" y="320"/>
                      <a:pt x="209" y="317"/>
                      <a:pt x="199" y="317"/>
                    </a:cubicBezTo>
                    <a:cubicBezTo>
                      <a:pt x="198" y="317"/>
                      <a:pt x="198" y="317"/>
                      <a:pt x="197" y="317"/>
                    </a:cubicBezTo>
                    <a:cubicBezTo>
                      <a:pt x="198" y="310"/>
                      <a:pt x="198" y="303"/>
                      <a:pt x="199" y="296"/>
                    </a:cubicBezTo>
                    <a:cubicBezTo>
                      <a:pt x="203" y="253"/>
                      <a:pt x="217" y="211"/>
                      <a:pt x="233" y="172"/>
                    </a:cubicBezTo>
                    <a:cubicBezTo>
                      <a:pt x="238" y="174"/>
                      <a:pt x="243" y="175"/>
                      <a:pt x="249" y="175"/>
                    </a:cubicBezTo>
                    <a:cubicBezTo>
                      <a:pt x="265" y="175"/>
                      <a:pt x="279" y="167"/>
                      <a:pt x="288" y="155"/>
                    </a:cubicBezTo>
                    <a:cubicBezTo>
                      <a:pt x="313" y="170"/>
                      <a:pt x="338" y="190"/>
                      <a:pt x="359" y="215"/>
                    </a:cubicBezTo>
                    <a:cubicBezTo>
                      <a:pt x="349" y="223"/>
                      <a:pt x="342" y="236"/>
                      <a:pt x="342" y="251"/>
                    </a:cubicBezTo>
                    <a:cubicBezTo>
                      <a:pt x="342" y="254"/>
                      <a:pt x="342" y="258"/>
                      <a:pt x="343" y="261"/>
                    </a:cubicBezTo>
                    <a:cubicBezTo>
                      <a:pt x="306" y="278"/>
                      <a:pt x="266" y="299"/>
                      <a:pt x="226" y="325"/>
                    </a:cubicBezTo>
                    <a:close/>
                    <a:moveTo>
                      <a:pt x="307" y="17"/>
                    </a:moveTo>
                    <a:cubicBezTo>
                      <a:pt x="298" y="29"/>
                      <a:pt x="282" y="53"/>
                      <a:pt x="264" y="84"/>
                    </a:cubicBezTo>
                    <a:cubicBezTo>
                      <a:pt x="259" y="82"/>
                      <a:pt x="254" y="81"/>
                      <a:pt x="249" y="81"/>
                    </a:cubicBezTo>
                    <a:cubicBezTo>
                      <a:pt x="231" y="81"/>
                      <a:pt x="215" y="91"/>
                      <a:pt x="207" y="106"/>
                    </a:cubicBezTo>
                    <a:cubicBezTo>
                      <a:pt x="163" y="92"/>
                      <a:pt x="124" y="87"/>
                      <a:pt x="104" y="86"/>
                    </a:cubicBezTo>
                    <a:cubicBezTo>
                      <a:pt x="152" y="43"/>
                      <a:pt x="215" y="16"/>
                      <a:pt x="284" y="16"/>
                    </a:cubicBezTo>
                    <a:cubicBezTo>
                      <a:pt x="292" y="16"/>
                      <a:pt x="299" y="17"/>
                      <a:pt x="307" y="17"/>
                    </a:cubicBezTo>
                    <a:close/>
                    <a:moveTo>
                      <a:pt x="93" y="97"/>
                    </a:moveTo>
                    <a:cubicBezTo>
                      <a:pt x="104" y="98"/>
                      <a:pt x="149" y="101"/>
                      <a:pt x="203" y="117"/>
                    </a:cubicBezTo>
                    <a:cubicBezTo>
                      <a:pt x="202" y="121"/>
                      <a:pt x="202" y="124"/>
                      <a:pt x="202" y="128"/>
                    </a:cubicBezTo>
                    <a:cubicBezTo>
                      <a:pt x="202" y="144"/>
                      <a:pt x="210" y="158"/>
                      <a:pt x="222" y="167"/>
                    </a:cubicBezTo>
                    <a:cubicBezTo>
                      <a:pt x="206" y="207"/>
                      <a:pt x="192" y="251"/>
                      <a:pt x="187" y="294"/>
                    </a:cubicBezTo>
                    <a:cubicBezTo>
                      <a:pt x="186" y="303"/>
                      <a:pt x="186" y="311"/>
                      <a:pt x="185" y="319"/>
                    </a:cubicBezTo>
                    <a:cubicBezTo>
                      <a:pt x="166" y="325"/>
                      <a:pt x="152" y="343"/>
                      <a:pt x="152" y="364"/>
                    </a:cubicBezTo>
                    <a:cubicBezTo>
                      <a:pt x="152" y="369"/>
                      <a:pt x="153" y="375"/>
                      <a:pt x="155" y="380"/>
                    </a:cubicBezTo>
                    <a:cubicBezTo>
                      <a:pt x="129" y="402"/>
                      <a:pt x="103" y="428"/>
                      <a:pt x="80" y="456"/>
                    </a:cubicBezTo>
                    <a:cubicBezTo>
                      <a:pt x="40" y="410"/>
                      <a:pt x="16" y="350"/>
                      <a:pt x="16" y="284"/>
                    </a:cubicBezTo>
                    <a:cubicBezTo>
                      <a:pt x="16" y="211"/>
                      <a:pt x="46" y="145"/>
                      <a:pt x="93" y="97"/>
                    </a:cubicBezTo>
                    <a:close/>
                    <a:moveTo>
                      <a:pt x="88" y="465"/>
                    </a:moveTo>
                    <a:cubicBezTo>
                      <a:pt x="110" y="438"/>
                      <a:pt x="135" y="413"/>
                      <a:pt x="160" y="391"/>
                    </a:cubicBezTo>
                    <a:cubicBezTo>
                      <a:pt x="168" y="402"/>
                      <a:pt x="180" y="409"/>
                      <a:pt x="194" y="411"/>
                    </a:cubicBezTo>
                    <a:cubicBezTo>
                      <a:pt x="207" y="473"/>
                      <a:pt x="232" y="524"/>
                      <a:pt x="245" y="549"/>
                    </a:cubicBezTo>
                    <a:cubicBezTo>
                      <a:pt x="183" y="540"/>
                      <a:pt x="128" y="509"/>
                      <a:pt x="88" y="465"/>
                    </a:cubicBezTo>
                    <a:close/>
                    <a:moveTo>
                      <a:pt x="260" y="550"/>
                    </a:moveTo>
                    <a:cubicBezTo>
                      <a:pt x="249" y="531"/>
                      <a:pt x="221" y="478"/>
                      <a:pt x="206" y="410"/>
                    </a:cubicBezTo>
                    <a:cubicBezTo>
                      <a:pt x="229" y="407"/>
                      <a:pt x="246" y="388"/>
                      <a:pt x="246" y="364"/>
                    </a:cubicBezTo>
                    <a:cubicBezTo>
                      <a:pt x="246" y="352"/>
                      <a:pt x="242" y="342"/>
                      <a:pt x="235" y="334"/>
                    </a:cubicBezTo>
                    <a:cubicBezTo>
                      <a:pt x="273" y="309"/>
                      <a:pt x="311" y="288"/>
                      <a:pt x="347" y="272"/>
                    </a:cubicBezTo>
                    <a:cubicBezTo>
                      <a:pt x="355" y="288"/>
                      <a:pt x="371" y="298"/>
                      <a:pt x="389" y="298"/>
                    </a:cubicBezTo>
                    <a:cubicBezTo>
                      <a:pt x="395" y="298"/>
                      <a:pt x="401" y="297"/>
                      <a:pt x="406" y="295"/>
                    </a:cubicBezTo>
                    <a:cubicBezTo>
                      <a:pt x="429" y="356"/>
                      <a:pt x="434" y="429"/>
                      <a:pt x="419" y="515"/>
                    </a:cubicBezTo>
                    <a:cubicBezTo>
                      <a:pt x="379" y="538"/>
                      <a:pt x="333" y="552"/>
                      <a:pt x="284" y="552"/>
                    </a:cubicBezTo>
                    <a:cubicBezTo>
                      <a:pt x="276" y="552"/>
                      <a:pt x="268" y="551"/>
                      <a:pt x="260" y="550"/>
                    </a:cubicBezTo>
                    <a:close/>
                    <a:moveTo>
                      <a:pt x="433" y="506"/>
                    </a:moveTo>
                    <a:cubicBezTo>
                      <a:pt x="446" y="423"/>
                      <a:pt x="440" y="350"/>
                      <a:pt x="417" y="289"/>
                    </a:cubicBezTo>
                    <a:cubicBezTo>
                      <a:pt x="428" y="280"/>
                      <a:pt x="436" y="267"/>
                      <a:pt x="436" y="251"/>
                    </a:cubicBezTo>
                    <a:cubicBezTo>
                      <a:pt x="436" y="247"/>
                      <a:pt x="435" y="243"/>
                      <a:pt x="434" y="239"/>
                    </a:cubicBezTo>
                    <a:cubicBezTo>
                      <a:pt x="488" y="221"/>
                      <a:pt x="528" y="214"/>
                      <a:pt x="542" y="212"/>
                    </a:cubicBezTo>
                    <a:cubicBezTo>
                      <a:pt x="548" y="235"/>
                      <a:pt x="552" y="259"/>
                      <a:pt x="552" y="284"/>
                    </a:cubicBezTo>
                    <a:cubicBezTo>
                      <a:pt x="552" y="377"/>
                      <a:pt x="504" y="458"/>
                      <a:pt x="433" y="506"/>
                    </a:cubicBezTo>
                    <a:close/>
                  </a:path>
                </a:pathLst>
              </a:custGeom>
              <a:solidFill>
                <a:srgbClr val="CD391F">
                  <a:alpha val="69803"/>
                </a:srgb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Century Gothic"/>
                  <a:buNone/>
                </a:pPr>
                <a:endParaRPr sz="1800" b="0" i="0" u="none" strike="noStrike" cap="none">
                  <a:solidFill>
                    <a:srgbClr val="3C3C3B"/>
                  </a:solidFill>
                  <a:latin typeface="Century Gothic"/>
                  <a:ea typeface="Century Gothic"/>
                  <a:cs typeface="Century Gothic"/>
                  <a:sym typeface="Century Gothic"/>
                </a:endParaRPr>
              </a:p>
            </p:txBody>
          </p:sp>
          <p:sp>
            <p:nvSpPr>
              <p:cNvPr id="1627" name="Google Shape;1627;p104"/>
              <p:cNvSpPr/>
              <p:nvPr/>
            </p:nvSpPr>
            <p:spPr>
              <a:xfrm>
                <a:off x="7224175" y="2716464"/>
                <a:ext cx="854290" cy="614602"/>
              </a:xfrm>
              <a:custGeom>
                <a:avLst/>
                <a:gdLst/>
                <a:ahLst/>
                <a:cxnLst/>
                <a:rect l="l" t="t" r="r" b="b"/>
                <a:pathLst>
                  <a:path w="564" h="406" extrusionOk="0">
                    <a:moveTo>
                      <a:pt x="483" y="212"/>
                    </a:moveTo>
                    <a:cubicBezTo>
                      <a:pt x="486" y="231"/>
                      <a:pt x="503" y="245"/>
                      <a:pt x="523" y="245"/>
                    </a:cubicBezTo>
                    <a:cubicBezTo>
                      <a:pt x="546" y="245"/>
                      <a:pt x="564" y="227"/>
                      <a:pt x="564" y="204"/>
                    </a:cubicBezTo>
                    <a:cubicBezTo>
                      <a:pt x="564" y="181"/>
                      <a:pt x="546" y="163"/>
                      <a:pt x="523" y="163"/>
                    </a:cubicBezTo>
                    <a:cubicBezTo>
                      <a:pt x="503" y="163"/>
                      <a:pt x="487" y="177"/>
                      <a:pt x="483" y="196"/>
                    </a:cubicBezTo>
                    <a:cubicBezTo>
                      <a:pt x="330" y="196"/>
                      <a:pt x="330" y="196"/>
                      <a:pt x="330" y="196"/>
                    </a:cubicBezTo>
                    <a:cubicBezTo>
                      <a:pt x="328" y="186"/>
                      <a:pt x="324" y="176"/>
                      <a:pt x="318" y="169"/>
                    </a:cubicBezTo>
                    <a:cubicBezTo>
                      <a:pt x="404" y="49"/>
                      <a:pt x="404" y="49"/>
                      <a:pt x="404" y="49"/>
                    </a:cubicBezTo>
                    <a:cubicBezTo>
                      <a:pt x="483" y="49"/>
                      <a:pt x="483" y="49"/>
                      <a:pt x="483" y="49"/>
                    </a:cubicBezTo>
                    <a:cubicBezTo>
                      <a:pt x="486" y="68"/>
                      <a:pt x="503" y="82"/>
                      <a:pt x="523" y="82"/>
                    </a:cubicBezTo>
                    <a:cubicBezTo>
                      <a:pt x="546" y="82"/>
                      <a:pt x="564" y="64"/>
                      <a:pt x="564" y="41"/>
                    </a:cubicBezTo>
                    <a:cubicBezTo>
                      <a:pt x="564" y="18"/>
                      <a:pt x="546" y="0"/>
                      <a:pt x="523" y="0"/>
                    </a:cubicBezTo>
                    <a:cubicBezTo>
                      <a:pt x="503" y="0"/>
                      <a:pt x="486" y="14"/>
                      <a:pt x="483" y="33"/>
                    </a:cubicBezTo>
                    <a:cubicBezTo>
                      <a:pt x="396" y="33"/>
                      <a:pt x="396" y="33"/>
                      <a:pt x="396" y="33"/>
                    </a:cubicBezTo>
                    <a:cubicBezTo>
                      <a:pt x="305" y="159"/>
                      <a:pt x="305" y="159"/>
                      <a:pt x="305" y="159"/>
                    </a:cubicBezTo>
                    <a:cubicBezTo>
                      <a:pt x="298" y="155"/>
                      <a:pt x="289" y="152"/>
                      <a:pt x="280" y="152"/>
                    </a:cubicBezTo>
                    <a:cubicBezTo>
                      <a:pt x="272" y="152"/>
                      <a:pt x="264" y="154"/>
                      <a:pt x="258" y="157"/>
                    </a:cubicBezTo>
                    <a:cubicBezTo>
                      <a:pt x="168" y="33"/>
                      <a:pt x="168" y="33"/>
                      <a:pt x="168" y="33"/>
                    </a:cubicBezTo>
                    <a:cubicBezTo>
                      <a:pt x="81" y="33"/>
                      <a:pt x="81" y="33"/>
                      <a:pt x="81" y="33"/>
                    </a:cubicBezTo>
                    <a:cubicBezTo>
                      <a:pt x="78" y="14"/>
                      <a:pt x="61" y="0"/>
                      <a:pt x="41" y="0"/>
                    </a:cubicBezTo>
                    <a:cubicBezTo>
                      <a:pt x="18" y="0"/>
                      <a:pt x="0" y="18"/>
                      <a:pt x="0" y="41"/>
                    </a:cubicBezTo>
                    <a:cubicBezTo>
                      <a:pt x="0" y="64"/>
                      <a:pt x="18" y="82"/>
                      <a:pt x="41" y="82"/>
                    </a:cubicBezTo>
                    <a:cubicBezTo>
                      <a:pt x="61" y="82"/>
                      <a:pt x="78" y="68"/>
                      <a:pt x="81" y="49"/>
                    </a:cubicBezTo>
                    <a:cubicBezTo>
                      <a:pt x="160" y="49"/>
                      <a:pt x="160" y="49"/>
                      <a:pt x="160" y="49"/>
                    </a:cubicBezTo>
                    <a:cubicBezTo>
                      <a:pt x="245" y="167"/>
                      <a:pt x="245" y="167"/>
                      <a:pt x="245" y="167"/>
                    </a:cubicBezTo>
                    <a:cubicBezTo>
                      <a:pt x="237" y="174"/>
                      <a:pt x="232" y="184"/>
                      <a:pt x="230" y="196"/>
                    </a:cubicBezTo>
                    <a:cubicBezTo>
                      <a:pt x="81" y="196"/>
                      <a:pt x="81" y="196"/>
                      <a:pt x="81" y="196"/>
                    </a:cubicBezTo>
                    <a:cubicBezTo>
                      <a:pt x="77" y="177"/>
                      <a:pt x="61" y="163"/>
                      <a:pt x="41" y="163"/>
                    </a:cubicBezTo>
                    <a:cubicBezTo>
                      <a:pt x="18" y="163"/>
                      <a:pt x="0" y="181"/>
                      <a:pt x="0" y="204"/>
                    </a:cubicBezTo>
                    <a:cubicBezTo>
                      <a:pt x="0" y="227"/>
                      <a:pt x="18" y="245"/>
                      <a:pt x="41" y="245"/>
                    </a:cubicBezTo>
                    <a:cubicBezTo>
                      <a:pt x="61" y="245"/>
                      <a:pt x="78" y="231"/>
                      <a:pt x="81" y="212"/>
                    </a:cubicBezTo>
                    <a:cubicBezTo>
                      <a:pt x="231" y="212"/>
                      <a:pt x="231" y="212"/>
                      <a:pt x="231" y="212"/>
                    </a:cubicBezTo>
                    <a:cubicBezTo>
                      <a:pt x="233" y="222"/>
                      <a:pt x="238" y="231"/>
                      <a:pt x="246" y="238"/>
                    </a:cubicBezTo>
                    <a:cubicBezTo>
                      <a:pt x="160" y="357"/>
                      <a:pt x="160" y="357"/>
                      <a:pt x="160" y="357"/>
                    </a:cubicBezTo>
                    <a:cubicBezTo>
                      <a:pt x="81" y="357"/>
                      <a:pt x="81" y="357"/>
                      <a:pt x="81" y="357"/>
                    </a:cubicBezTo>
                    <a:cubicBezTo>
                      <a:pt x="78" y="338"/>
                      <a:pt x="61" y="324"/>
                      <a:pt x="41" y="324"/>
                    </a:cubicBezTo>
                    <a:cubicBezTo>
                      <a:pt x="18" y="324"/>
                      <a:pt x="0" y="342"/>
                      <a:pt x="0" y="365"/>
                    </a:cubicBezTo>
                    <a:cubicBezTo>
                      <a:pt x="0" y="388"/>
                      <a:pt x="18" y="406"/>
                      <a:pt x="41" y="406"/>
                    </a:cubicBezTo>
                    <a:cubicBezTo>
                      <a:pt x="61" y="406"/>
                      <a:pt x="78" y="392"/>
                      <a:pt x="81" y="373"/>
                    </a:cubicBezTo>
                    <a:cubicBezTo>
                      <a:pt x="168" y="373"/>
                      <a:pt x="168" y="373"/>
                      <a:pt x="168" y="373"/>
                    </a:cubicBezTo>
                    <a:cubicBezTo>
                      <a:pt x="259" y="247"/>
                      <a:pt x="259" y="247"/>
                      <a:pt x="259" y="247"/>
                    </a:cubicBezTo>
                    <a:cubicBezTo>
                      <a:pt x="265" y="250"/>
                      <a:pt x="272" y="252"/>
                      <a:pt x="280" y="252"/>
                    </a:cubicBezTo>
                    <a:cubicBezTo>
                      <a:pt x="289" y="252"/>
                      <a:pt x="297" y="250"/>
                      <a:pt x="304" y="246"/>
                    </a:cubicBezTo>
                    <a:cubicBezTo>
                      <a:pt x="396" y="373"/>
                      <a:pt x="396" y="373"/>
                      <a:pt x="396" y="373"/>
                    </a:cubicBezTo>
                    <a:cubicBezTo>
                      <a:pt x="483" y="373"/>
                      <a:pt x="483" y="373"/>
                      <a:pt x="483" y="373"/>
                    </a:cubicBezTo>
                    <a:cubicBezTo>
                      <a:pt x="486" y="392"/>
                      <a:pt x="503" y="406"/>
                      <a:pt x="523" y="406"/>
                    </a:cubicBezTo>
                    <a:cubicBezTo>
                      <a:pt x="546" y="406"/>
                      <a:pt x="564" y="388"/>
                      <a:pt x="564" y="365"/>
                    </a:cubicBezTo>
                    <a:cubicBezTo>
                      <a:pt x="564" y="342"/>
                      <a:pt x="546" y="324"/>
                      <a:pt x="523" y="324"/>
                    </a:cubicBezTo>
                    <a:cubicBezTo>
                      <a:pt x="503" y="324"/>
                      <a:pt x="486" y="338"/>
                      <a:pt x="483" y="357"/>
                    </a:cubicBezTo>
                    <a:cubicBezTo>
                      <a:pt x="404" y="357"/>
                      <a:pt x="404" y="357"/>
                      <a:pt x="404" y="357"/>
                    </a:cubicBezTo>
                    <a:cubicBezTo>
                      <a:pt x="317" y="236"/>
                      <a:pt x="317" y="236"/>
                      <a:pt x="317" y="236"/>
                    </a:cubicBezTo>
                    <a:cubicBezTo>
                      <a:pt x="323" y="229"/>
                      <a:pt x="327" y="221"/>
                      <a:pt x="329" y="212"/>
                    </a:cubicBezTo>
                    <a:lnTo>
                      <a:pt x="483" y="212"/>
                    </a:lnTo>
                    <a:close/>
                    <a:moveTo>
                      <a:pt x="523" y="179"/>
                    </a:moveTo>
                    <a:cubicBezTo>
                      <a:pt x="537" y="179"/>
                      <a:pt x="548" y="190"/>
                      <a:pt x="548" y="204"/>
                    </a:cubicBezTo>
                    <a:cubicBezTo>
                      <a:pt x="548" y="218"/>
                      <a:pt x="537" y="229"/>
                      <a:pt x="523" y="229"/>
                    </a:cubicBezTo>
                    <a:cubicBezTo>
                      <a:pt x="509" y="229"/>
                      <a:pt x="498" y="218"/>
                      <a:pt x="498" y="204"/>
                    </a:cubicBezTo>
                    <a:cubicBezTo>
                      <a:pt x="498" y="190"/>
                      <a:pt x="509" y="179"/>
                      <a:pt x="523" y="179"/>
                    </a:cubicBezTo>
                    <a:close/>
                    <a:moveTo>
                      <a:pt x="523" y="16"/>
                    </a:moveTo>
                    <a:cubicBezTo>
                      <a:pt x="537" y="16"/>
                      <a:pt x="548" y="27"/>
                      <a:pt x="548" y="41"/>
                    </a:cubicBezTo>
                    <a:cubicBezTo>
                      <a:pt x="548" y="55"/>
                      <a:pt x="537" y="66"/>
                      <a:pt x="523" y="66"/>
                    </a:cubicBezTo>
                    <a:cubicBezTo>
                      <a:pt x="509" y="66"/>
                      <a:pt x="498" y="55"/>
                      <a:pt x="498" y="41"/>
                    </a:cubicBezTo>
                    <a:cubicBezTo>
                      <a:pt x="498" y="27"/>
                      <a:pt x="509" y="16"/>
                      <a:pt x="523" y="16"/>
                    </a:cubicBezTo>
                    <a:close/>
                    <a:moveTo>
                      <a:pt x="41" y="66"/>
                    </a:moveTo>
                    <a:cubicBezTo>
                      <a:pt x="27" y="66"/>
                      <a:pt x="16" y="55"/>
                      <a:pt x="16" y="41"/>
                    </a:cubicBezTo>
                    <a:cubicBezTo>
                      <a:pt x="16" y="27"/>
                      <a:pt x="27" y="16"/>
                      <a:pt x="41" y="16"/>
                    </a:cubicBezTo>
                    <a:cubicBezTo>
                      <a:pt x="55" y="16"/>
                      <a:pt x="66" y="27"/>
                      <a:pt x="66" y="41"/>
                    </a:cubicBezTo>
                    <a:cubicBezTo>
                      <a:pt x="66" y="55"/>
                      <a:pt x="55" y="66"/>
                      <a:pt x="41" y="66"/>
                    </a:cubicBezTo>
                    <a:close/>
                    <a:moveTo>
                      <a:pt x="41" y="229"/>
                    </a:moveTo>
                    <a:cubicBezTo>
                      <a:pt x="27" y="229"/>
                      <a:pt x="16" y="218"/>
                      <a:pt x="16" y="204"/>
                    </a:cubicBezTo>
                    <a:cubicBezTo>
                      <a:pt x="16" y="190"/>
                      <a:pt x="27" y="179"/>
                      <a:pt x="41" y="179"/>
                    </a:cubicBezTo>
                    <a:cubicBezTo>
                      <a:pt x="55" y="179"/>
                      <a:pt x="66" y="190"/>
                      <a:pt x="66" y="204"/>
                    </a:cubicBezTo>
                    <a:cubicBezTo>
                      <a:pt x="66" y="218"/>
                      <a:pt x="55" y="229"/>
                      <a:pt x="41" y="229"/>
                    </a:cubicBezTo>
                    <a:close/>
                    <a:moveTo>
                      <a:pt x="41" y="390"/>
                    </a:moveTo>
                    <a:cubicBezTo>
                      <a:pt x="27" y="390"/>
                      <a:pt x="16" y="379"/>
                      <a:pt x="16" y="365"/>
                    </a:cubicBezTo>
                    <a:cubicBezTo>
                      <a:pt x="16" y="351"/>
                      <a:pt x="27" y="340"/>
                      <a:pt x="41" y="340"/>
                    </a:cubicBezTo>
                    <a:cubicBezTo>
                      <a:pt x="55" y="340"/>
                      <a:pt x="66" y="351"/>
                      <a:pt x="66" y="365"/>
                    </a:cubicBezTo>
                    <a:cubicBezTo>
                      <a:pt x="66" y="379"/>
                      <a:pt x="55" y="390"/>
                      <a:pt x="41" y="390"/>
                    </a:cubicBezTo>
                    <a:close/>
                    <a:moveTo>
                      <a:pt x="523" y="340"/>
                    </a:moveTo>
                    <a:cubicBezTo>
                      <a:pt x="537" y="340"/>
                      <a:pt x="548" y="351"/>
                      <a:pt x="548" y="365"/>
                    </a:cubicBezTo>
                    <a:cubicBezTo>
                      <a:pt x="548" y="379"/>
                      <a:pt x="537" y="390"/>
                      <a:pt x="523" y="390"/>
                    </a:cubicBezTo>
                    <a:cubicBezTo>
                      <a:pt x="509" y="390"/>
                      <a:pt x="498" y="379"/>
                      <a:pt x="498" y="365"/>
                    </a:cubicBezTo>
                    <a:cubicBezTo>
                      <a:pt x="498" y="351"/>
                      <a:pt x="509" y="340"/>
                      <a:pt x="523" y="340"/>
                    </a:cubicBezTo>
                    <a:close/>
                    <a:moveTo>
                      <a:pt x="246" y="202"/>
                    </a:moveTo>
                    <a:cubicBezTo>
                      <a:pt x="246" y="183"/>
                      <a:pt x="261" y="168"/>
                      <a:pt x="280" y="168"/>
                    </a:cubicBezTo>
                    <a:cubicBezTo>
                      <a:pt x="299" y="168"/>
                      <a:pt x="314" y="183"/>
                      <a:pt x="314" y="202"/>
                    </a:cubicBezTo>
                    <a:cubicBezTo>
                      <a:pt x="314" y="221"/>
                      <a:pt x="299" y="236"/>
                      <a:pt x="280" y="236"/>
                    </a:cubicBezTo>
                    <a:cubicBezTo>
                      <a:pt x="261" y="236"/>
                      <a:pt x="246" y="221"/>
                      <a:pt x="246" y="202"/>
                    </a:cubicBezTo>
                    <a:close/>
                  </a:path>
                </a:pathLst>
              </a:custGeom>
              <a:solidFill>
                <a:srgbClr val="CD391F">
                  <a:alpha val="69803"/>
                </a:srgb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Century Gothic"/>
                  <a:buNone/>
                </a:pPr>
                <a:endParaRPr sz="1800" b="0" i="0" u="none" strike="noStrike" cap="none">
                  <a:solidFill>
                    <a:srgbClr val="3C3C3B"/>
                  </a:solidFill>
                  <a:latin typeface="Century Gothic"/>
                  <a:ea typeface="Century Gothic"/>
                  <a:cs typeface="Century Gothic"/>
                  <a:sym typeface="Century Gothic"/>
                </a:endParaRPr>
              </a:p>
            </p:txBody>
          </p:sp>
          <p:sp>
            <p:nvSpPr>
              <p:cNvPr id="1628" name="Google Shape;1628;p104"/>
              <p:cNvSpPr/>
              <p:nvPr/>
            </p:nvSpPr>
            <p:spPr>
              <a:xfrm>
                <a:off x="6327765" y="1851893"/>
                <a:ext cx="697160" cy="712679"/>
              </a:xfrm>
              <a:custGeom>
                <a:avLst/>
                <a:gdLst/>
                <a:ahLst/>
                <a:cxnLst/>
                <a:rect l="l" t="t" r="r" b="b"/>
                <a:pathLst>
                  <a:path w="630" h="643" extrusionOk="0">
                    <a:moveTo>
                      <a:pt x="630" y="246"/>
                    </a:moveTo>
                    <a:cubicBezTo>
                      <a:pt x="630" y="257"/>
                      <a:pt x="621" y="266"/>
                      <a:pt x="610" y="266"/>
                    </a:cubicBezTo>
                    <a:cubicBezTo>
                      <a:pt x="313" y="266"/>
                      <a:pt x="313" y="266"/>
                      <a:pt x="313" y="266"/>
                    </a:cubicBezTo>
                    <a:cubicBezTo>
                      <a:pt x="313" y="551"/>
                      <a:pt x="313" y="551"/>
                      <a:pt x="313" y="551"/>
                    </a:cubicBezTo>
                    <a:cubicBezTo>
                      <a:pt x="313" y="643"/>
                      <a:pt x="313" y="643"/>
                      <a:pt x="313" y="643"/>
                    </a:cubicBezTo>
                    <a:cubicBezTo>
                      <a:pt x="275" y="559"/>
                      <a:pt x="275" y="559"/>
                      <a:pt x="275" y="559"/>
                    </a:cubicBezTo>
                    <a:cubicBezTo>
                      <a:pt x="275" y="559"/>
                      <a:pt x="275" y="559"/>
                      <a:pt x="275" y="559"/>
                    </a:cubicBezTo>
                    <a:cubicBezTo>
                      <a:pt x="141" y="266"/>
                      <a:pt x="141" y="266"/>
                      <a:pt x="141" y="266"/>
                    </a:cubicBezTo>
                    <a:cubicBezTo>
                      <a:pt x="20" y="266"/>
                      <a:pt x="20" y="266"/>
                      <a:pt x="20" y="266"/>
                    </a:cubicBezTo>
                    <a:cubicBezTo>
                      <a:pt x="9" y="266"/>
                      <a:pt x="0" y="257"/>
                      <a:pt x="0" y="246"/>
                    </a:cubicBezTo>
                    <a:cubicBezTo>
                      <a:pt x="0" y="234"/>
                      <a:pt x="9" y="226"/>
                      <a:pt x="20" y="226"/>
                    </a:cubicBezTo>
                    <a:cubicBezTo>
                      <a:pt x="153" y="226"/>
                      <a:pt x="153" y="226"/>
                      <a:pt x="153" y="226"/>
                    </a:cubicBezTo>
                    <a:cubicBezTo>
                      <a:pt x="161" y="226"/>
                      <a:pt x="168" y="230"/>
                      <a:pt x="172" y="237"/>
                    </a:cubicBezTo>
                    <a:cubicBezTo>
                      <a:pt x="273" y="459"/>
                      <a:pt x="273" y="459"/>
                      <a:pt x="273" y="459"/>
                    </a:cubicBezTo>
                    <a:cubicBezTo>
                      <a:pt x="273" y="246"/>
                      <a:pt x="273" y="246"/>
                      <a:pt x="273" y="246"/>
                    </a:cubicBezTo>
                    <a:cubicBezTo>
                      <a:pt x="273" y="234"/>
                      <a:pt x="282" y="226"/>
                      <a:pt x="293" y="226"/>
                    </a:cubicBezTo>
                    <a:cubicBezTo>
                      <a:pt x="610" y="226"/>
                      <a:pt x="610" y="226"/>
                      <a:pt x="610" y="226"/>
                    </a:cubicBezTo>
                    <a:cubicBezTo>
                      <a:pt x="621" y="226"/>
                      <a:pt x="630" y="234"/>
                      <a:pt x="630" y="246"/>
                    </a:cubicBezTo>
                    <a:close/>
                    <a:moveTo>
                      <a:pt x="56" y="138"/>
                    </a:moveTo>
                    <a:cubicBezTo>
                      <a:pt x="56" y="44"/>
                      <a:pt x="56" y="44"/>
                      <a:pt x="56" y="44"/>
                    </a:cubicBezTo>
                    <a:cubicBezTo>
                      <a:pt x="56" y="12"/>
                      <a:pt x="63" y="0"/>
                      <a:pt x="93" y="0"/>
                    </a:cubicBezTo>
                    <a:cubicBezTo>
                      <a:pt x="122" y="0"/>
                      <a:pt x="129" y="12"/>
                      <a:pt x="129" y="44"/>
                    </a:cubicBezTo>
                    <a:cubicBezTo>
                      <a:pt x="129" y="138"/>
                      <a:pt x="129" y="138"/>
                      <a:pt x="129" y="138"/>
                    </a:cubicBezTo>
                    <a:cubicBezTo>
                      <a:pt x="129" y="170"/>
                      <a:pt x="122" y="181"/>
                      <a:pt x="93" y="181"/>
                    </a:cubicBezTo>
                    <a:cubicBezTo>
                      <a:pt x="63" y="181"/>
                      <a:pt x="56" y="170"/>
                      <a:pt x="56" y="138"/>
                    </a:cubicBezTo>
                    <a:close/>
                    <a:moveTo>
                      <a:pt x="79" y="141"/>
                    </a:moveTo>
                    <a:cubicBezTo>
                      <a:pt x="79" y="153"/>
                      <a:pt x="79" y="164"/>
                      <a:pt x="93" y="164"/>
                    </a:cubicBezTo>
                    <a:cubicBezTo>
                      <a:pt x="106" y="164"/>
                      <a:pt x="106" y="153"/>
                      <a:pt x="106" y="141"/>
                    </a:cubicBezTo>
                    <a:cubicBezTo>
                      <a:pt x="106" y="40"/>
                      <a:pt x="106" y="40"/>
                      <a:pt x="106" y="40"/>
                    </a:cubicBezTo>
                    <a:cubicBezTo>
                      <a:pt x="106" y="29"/>
                      <a:pt x="106" y="18"/>
                      <a:pt x="93" y="18"/>
                    </a:cubicBezTo>
                    <a:cubicBezTo>
                      <a:pt x="79" y="18"/>
                      <a:pt x="79" y="29"/>
                      <a:pt x="79" y="40"/>
                    </a:cubicBezTo>
                    <a:lnTo>
                      <a:pt x="79" y="141"/>
                    </a:lnTo>
                    <a:close/>
                    <a:moveTo>
                      <a:pt x="178" y="35"/>
                    </a:moveTo>
                    <a:cubicBezTo>
                      <a:pt x="178" y="35"/>
                      <a:pt x="178" y="35"/>
                      <a:pt x="178" y="35"/>
                    </a:cubicBezTo>
                    <a:cubicBezTo>
                      <a:pt x="178" y="180"/>
                      <a:pt x="178" y="180"/>
                      <a:pt x="178" y="180"/>
                    </a:cubicBezTo>
                    <a:cubicBezTo>
                      <a:pt x="201" y="180"/>
                      <a:pt x="201" y="180"/>
                      <a:pt x="201" y="180"/>
                    </a:cubicBezTo>
                    <a:cubicBezTo>
                      <a:pt x="201" y="2"/>
                      <a:pt x="201" y="2"/>
                      <a:pt x="201" y="2"/>
                    </a:cubicBezTo>
                    <a:cubicBezTo>
                      <a:pt x="180" y="2"/>
                      <a:pt x="180" y="2"/>
                      <a:pt x="180" y="2"/>
                    </a:cubicBezTo>
                    <a:cubicBezTo>
                      <a:pt x="177" y="10"/>
                      <a:pt x="164" y="27"/>
                      <a:pt x="158" y="31"/>
                    </a:cubicBezTo>
                    <a:cubicBezTo>
                      <a:pt x="158" y="54"/>
                      <a:pt x="158" y="54"/>
                      <a:pt x="158" y="54"/>
                    </a:cubicBezTo>
                    <a:cubicBezTo>
                      <a:pt x="168" y="47"/>
                      <a:pt x="172" y="42"/>
                      <a:pt x="178" y="35"/>
                    </a:cubicBezTo>
                    <a:close/>
                    <a:moveTo>
                      <a:pt x="239" y="138"/>
                    </a:moveTo>
                    <a:cubicBezTo>
                      <a:pt x="239" y="44"/>
                      <a:pt x="239" y="44"/>
                      <a:pt x="239" y="44"/>
                    </a:cubicBezTo>
                    <a:cubicBezTo>
                      <a:pt x="239" y="12"/>
                      <a:pt x="247" y="0"/>
                      <a:pt x="276" y="0"/>
                    </a:cubicBezTo>
                    <a:cubicBezTo>
                      <a:pt x="306" y="0"/>
                      <a:pt x="313" y="12"/>
                      <a:pt x="313" y="44"/>
                    </a:cubicBezTo>
                    <a:cubicBezTo>
                      <a:pt x="313" y="138"/>
                      <a:pt x="313" y="138"/>
                      <a:pt x="313" y="138"/>
                    </a:cubicBezTo>
                    <a:cubicBezTo>
                      <a:pt x="313" y="170"/>
                      <a:pt x="306" y="181"/>
                      <a:pt x="276" y="181"/>
                    </a:cubicBezTo>
                    <a:cubicBezTo>
                      <a:pt x="247" y="181"/>
                      <a:pt x="239" y="170"/>
                      <a:pt x="239" y="138"/>
                    </a:cubicBezTo>
                    <a:close/>
                    <a:moveTo>
                      <a:pt x="263" y="141"/>
                    </a:moveTo>
                    <a:cubicBezTo>
                      <a:pt x="263" y="153"/>
                      <a:pt x="263" y="164"/>
                      <a:pt x="276" y="164"/>
                    </a:cubicBezTo>
                    <a:cubicBezTo>
                      <a:pt x="290" y="164"/>
                      <a:pt x="290" y="153"/>
                      <a:pt x="290" y="141"/>
                    </a:cubicBezTo>
                    <a:cubicBezTo>
                      <a:pt x="290" y="40"/>
                      <a:pt x="290" y="40"/>
                      <a:pt x="290" y="40"/>
                    </a:cubicBezTo>
                    <a:cubicBezTo>
                      <a:pt x="290" y="29"/>
                      <a:pt x="290" y="18"/>
                      <a:pt x="276" y="18"/>
                    </a:cubicBezTo>
                    <a:cubicBezTo>
                      <a:pt x="263" y="18"/>
                      <a:pt x="263" y="29"/>
                      <a:pt x="263" y="40"/>
                    </a:cubicBezTo>
                    <a:lnTo>
                      <a:pt x="263" y="141"/>
                    </a:lnTo>
                    <a:close/>
                    <a:moveTo>
                      <a:pt x="331" y="138"/>
                    </a:moveTo>
                    <a:cubicBezTo>
                      <a:pt x="331" y="44"/>
                      <a:pt x="331" y="44"/>
                      <a:pt x="331" y="44"/>
                    </a:cubicBezTo>
                    <a:cubicBezTo>
                      <a:pt x="331" y="12"/>
                      <a:pt x="339" y="0"/>
                      <a:pt x="368" y="0"/>
                    </a:cubicBezTo>
                    <a:cubicBezTo>
                      <a:pt x="397" y="0"/>
                      <a:pt x="405" y="12"/>
                      <a:pt x="405" y="44"/>
                    </a:cubicBezTo>
                    <a:cubicBezTo>
                      <a:pt x="405" y="138"/>
                      <a:pt x="405" y="138"/>
                      <a:pt x="405" y="138"/>
                    </a:cubicBezTo>
                    <a:cubicBezTo>
                      <a:pt x="405" y="170"/>
                      <a:pt x="397" y="181"/>
                      <a:pt x="368" y="181"/>
                    </a:cubicBezTo>
                    <a:cubicBezTo>
                      <a:pt x="339" y="181"/>
                      <a:pt x="331" y="170"/>
                      <a:pt x="331" y="138"/>
                    </a:cubicBezTo>
                    <a:close/>
                    <a:moveTo>
                      <a:pt x="354" y="141"/>
                    </a:moveTo>
                    <a:cubicBezTo>
                      <a:pt x="354" y="153"/>
                      <a:pt x="354" y="164"/>
                      <a:pt x="368" y="164"/>
                    </a:cubicBezTo>
                    <a:cubicBezTo>
                      <a:pt x="382" y="164"/>
                      <a:pt x="382" y="153"/>
                      <a:pt x="382" y="141"/>
                    </a:cubicBezTo>
                    <a:cubicBezTo>
                      <a:pt x="382" y="40"/>
                      <a:pt x="382" y="40"/>
                      <a:pt x="382" y="40"/>
                    </a:cubicBezTo>
                    <a:cubicBezTo>
                      <a:pt x="382" y="29"/>
                      <a:pt x="382" y="18"/>
                      <a:pt x="368" y="18"/>
                    </a:cubicBezTo>
                    <a:cubicBezTo>
                      <a:pt x="354" y="18"/>
                      <a:pt x="354" y="29"/>
                      <a:pt x="354" y="40"/>
                    </a:cubicBezTo>
                    <a:lnTo>
                      <a:pt x="354" y="141"/>
                    </a:lnTo>
                    <a:close/>
                    <a:moveTo>
                      <a:pt x="453" y="35"/>
                    </a:moveTo>
                    <a:cubicBezTo>
                      <a:pt x="453" y="35"/>
                      <a:pt x="453" y="35"/>
                      <a:pt x="453" y="35"/>
                    </a:cubicBezTo>
                    <a:cubicBezTo>
                      <a:pt x="453" y="180"/>
                      <a:pt x="453" y="180"/>
                      <a:pt x="453" y="180"/>
                    </a:cubicBezTo>
                    <a:cubicBezTo>
                      <a:pt x="476" y="180"/>
                      <a:pt x="476" y="180"/>
                      <a:pt x="476" y="180"/>
                    </a:cubicBezTo>
                    <a:cubicBezTo>
                      <a:pt x="476" y="2"/>
                      <a:pt x="476" y="2"/>
                      <a:pt x="476" y="2"/>
                    </a:cubicBezTo>
                    <a:cubicBezTo>
                      <a:pt x="456" y="2"/>
                      <a:pt x="456" y="2"/>
                      <a:pt x="456" y="2"/>
                    </a:cubicBezTo>
                    <a:cubicBezTo>
                      <a:pt x="453" y="10"/>
                      <a:pt x="439" y="27"/>
                      <a:pt x="434" y="31"/>
                    </a:cubicBezTo>
                    <a:cubicBezTo>
                      <a:pt x="434" y="54"/>
                      <a:pt x="434" y="54"/>
                      <a:pt x="434" y="54"/>
                    </a:cubicBezTo>
                    <a:cubicBezTo>
                      <a:pt x="443" y="47"/>
                      <a:pt x="448" y="42"/>
                      <a:pt x="453" y="35"/>
                    </a:cubicBezTo>
                    <a:close/>
                    <a:moveTo>
                      <a:pt x="515" y="138"/>
                    </a:moveTo>
                    <a:cubicBezTo>
                      <a:pt x="515" y="44"/>
                      <a:pt x="515" y="44"/>
                      <a:pt x="515" y="44"/>
                    </a:cubicBezTo>
                    <a:cubicBezTo>
                      <a:pt x="515" y="12"/>
                      <a:pt x="522" y="0"/>
                      <a:pt x="551" y="0"/>
                    </a:cubicBezTo>
                    <a:cubicBezTo>
                      <a:pt x="581" y="0"/>
                      <a:pt x="588" y="12"/>
                      <a:pt x="588" y="44"/>
                    </a:cubicBezTo>
                    <a:cubicBezTo>
                      <a:pt x="588" y="138"/>
                      <a:pt x="588" y="138"/>
                      <a:pt x="588" y="138"/>
                    </a:cubicBezTo>
                    <a:cubicBezTo>
                      <a:pt x="588" y="170"/>
                      <a:pt x="581" y="181"/>
                      <a:pt x="551" y="181"/>
                    </a:cubicBezTo>
                    <a:cubicBezTo>
                      <a:pt x="522" y="181"/>
                      <a:pt x="515" y="170"/>
                      <a:pt x="515" y="138"/>
                    </a:cubicBezTo>
                    <a:close/>
                    <a:moveTo>
                      <a:pt x="538" y="141"/>
                    </a:moveTo>
                    <a:cubicBezTo>
                      <a:pt x="538" y="153"/>
                      <a:pt x="538" y="164"/>
                      <a:pt x="551" y="164"/>
                    </a:cubicBezTo>
                    <a:cubicBezTo>
                      <a:pt x="565" y="164"/>
                      <a:pt x="565" y="153"/>
                      <a:pt x="565" y="141"/>
                    </a:cubicBezTo>
                    <a:cubicBezTo>
                      <a:pt x="565" y="40"/>
                      <a:pt x="565" y="40"/>
                      <a:pt x="565" y="40"/>
                    </a:cubicBezTo>
                    <a:cubicBezTo>
                      <a:pt x="565" y="29"/>
                      <a:pt x="565" y="18"/>
                      <a:pt x="551" y="18"/>
                    </a:cubicBezTo>
                    <a:cubicBezTo>
                      <a:pt x="538" y="18"/>
                      <a:pt x="538" y="29"/>
                      <a:pt x="538" y="40"/>
                    </a:cubicBezTo>
                    <a:lnTo>
                      <a:pt x="538" y="141"/>
                    </a:lnTo>
                    <a:close/>
                    <a:moveTo>
                      <a:pt x="152" y="400"/>
                    </a:moveTo>
                    <a:cubicBezTo>
                      <a:pt x="118" y="400"/>
                      <a:pt x="85" y="400"/>
                      <a:pt x="51" y="400"/>
                    </a:cubicBezTo>
                    <a:cubicBezTo>
                      <a:pt x="42" y="400"/>
                      <a:pt x="40" y="400"/>
                      <a:pt x="39" y="400"/>
                    </a:cubicBezTo>
                    <a:cubicBezTo>
                      <a:pt x="30" y="402"/>
                      <a:pt x="26" y="403"/>
                      <a:pt x="21" y="408"/>
                    </a:cubicBezTo>
                    <a:cubicBezTo>
                      <a:pt x="15" y="414"/>
                      <a:pt x="11" y="421"/>
                      <a:pt x="7" y="430"/>
                    </a:cubicBezTo>
                    <a:cubicBezTo>
                      <a:pt x="6" y="433"/>
                      <a:pt x="4" y="439"/>
                      <a:pt x="3" y="442"/>
                    </a:cubicBezTo>
                    <a:cubicBezTo>
                      <a:pt x="2" y="443"/>
                      <a:pt x="2" y="443"/>
                      <a:pt x="2" y="443"/>
                    </a:cubicBezTo>
                    <a:cubicBezTo>
                      <a:pt x="7" y="443"/>
                      <a:pt x="7" y="443"/>
                      <a:pt x="7" y="443"/>
                    </a:cubicBezTo>
                    <a:cubicBezTo>
                      <a:pt x="9" y="441"/>
                      <a:pt x="9" y="441"/>
                      <a:pt x="9" y="441"/>
                    </a:cubicBezTo>
                    <a:cubicBezTo>
                      <a:pt x="13" y="434"/>
                      <a:pt x="18" y="429"/>
                      <a:pt x="22" y="426"/>
                    </a:cubicBezTo>
                    <a:cubicBezTo>
                      <a:pt x="26" y="423"/>
                      <a:pt x="33" y="421"/>
                      <a:pt x="42" y="421"/>
                    </a:cubicBezTo>
                    <a:cubicBezTo>
                      <a:pt x="45" y="421"/>
                      <a:pt x="45" y="421"/>
                      <a:pt x="45" y="421"/>
                    </a:cubicBezTo>
                    <a:cubicBezTo>
                      <a:pt x="44" y="429"/>
                      <a:pt x="44" y="437"/>
                      <a:pt x="43" y="445"/>
                    </a:cubicBezTo>
                    <a:cubicBezTo>
                      <a:pt x="41" y="471"/>
                      <a:pt x="41" y="471"/>
                      <a:pt x="40" y="477"/>
                    </a:cubicBezTo>
                    <a:cubicBezTo>
                      <a:pt x="37" y="496"/>
                      <a:pt x="35" y="503"/>
                      <a:pt x="27" y="514"/>
                    </a:cubicBezTo>
                    <a:cubicBezTo>
                      <a:pt x="20" y="524"/>
                      <a:pt x="19" y="526"/>
                      <a:pt x="18" y="531"/>
                    </a:cubicBezTo>
                    <a:cubicBezTo>
                      <a:pt x="17" y="538"/>
                      <a:pt x="21" y="543"/>
                      <a:pt x="27" y="545"/>
                    </a:cubicBezTo>
                    <a:cubicBezTo>
                      <a:pt x="30" y="546"/>
                      <a:pt x="33" y="546"/>
                      <a:pt x="36" y="545"/>
                    </a:cubicBezTo>
                    <a:cubicBezTo>
                      <a:pt x="36" y="545"/>
                      <a:pt x="36" y="545"/>
                      <a:pt x="36" y="545"/>
                    </a:cubicBezTo>
                    <a:cubicBezTo>
                      <a:pt x="39" y="543"/>
                      <a:pt x="43" y="539"/>
                      <a:pt x="45" y="534"/>
                    </a:cubicBezTo>
                    <a:cubicBezTo>
                      <a:pt x="50" y="525"/>
                      <a:pt x="55" y="500"/>
                      <a:pt x="58" y="470"/>
                    </a:cubicBezTo>
                    <a:cubicBezTo>
                      <a:pt x="58" y="467"/>
                      <a:pt x="61" y="423"/>
                      <a:pt x="61" y="421"/>
                    </a:cubicBezTo>
                    <a:cubicBezTo>
                      <a:pt x="99" y="421"/>
                      <a:pt x="99" y="421"/>
                      <a:pt x="99" y="421"/>
                    </a:cubicBezTo>
                    <a:cubicBezTo>
                      <a:pt x="96" y="439"/>
                      <a:pt x="95" y="456"/>
                      <a:pt x="94" y="473"/>
                    </a:cubicBezTo>
                    <a:cubicBezTo>
                      <a:pt x="93" y="479"/>
                      <a:pt x="93" y="499"/>
                      <a:pt x="93" y="505"/>
                    </a:cubicBezTo>
                    <a:cubicBezTo>
                      <a:pt x="94" y="520"/>
                      <a:pt x="97" y="530"/>
                      <a:pt x="101" y="536"/>
                    </a:cubicBezTo>
                    <a:cubicBezTo>
                      <a:pt x="105" y="541"/>
                      <a:pt x="110" y="544"/>
                      <a:pt x="115" y="545"/>
                    </a:cubicBezTo>
                    <a:cubicBezTo>
                      <a:pt x="118" y="546"/>
                      <a:pt x="123" y="546"/>
                      <a:pt x="126" y="545"/>
                    </a:cubicBezTo>
                    <a:cubicBezTo>
                      <a:pt x="130" y="544"/>
                      <a:pt x="134" y="541"/>
                      <a:pt x="138" y="537"/>
                    </a:cubicBezTo>
                    <a:cubicBezTo>
                      <a:pt x="143" y="532"/>
                      <a:pt x="146" y="526"/>
                      <a:pt x="149" y="517"/>
                    </a:cubicBezTo>
                    <a:cubicBezTo>
                      <a:pt x="150" y="513"/>
                      <a:pt x="151" y="505"/>
                      <a:pt x="151" y="504"/>
                    </a:cubicBezTo>
                    <a:cubicBezTo>
                      <a:pt x="147" y="504"/>
                      <a:pt x="147" y="504"/>
                      <a:pt x="147" y="504"/>
                    </a:cubicBezTo>
                    <a:cubicBezTo>
                      <a:pt x="146" y="508"/>
                      <a:pt x="146" y="509"/>
                      <a:pt x="145" y="511"/>
                    </a:cubicBezTo>
                    <a:cubicBezTo>
                      <a:pt x="143" y="515"/>
                      <a:pt x="140" y="518"/>
                      <a:pt x="135" y="520"/>
                    </a:cubicBezTo>
                    <a:cubicBezTo>
                      <a:pt x="130" y="521"/>
                      <a:pt x="124" y="521"/>
                      <a:pt x="119" y="518"/>
                    </a:cubicBezTo>
                    <a:cubicBezTo>
                      <a:pt x="114" y="515"/>
                      <a:pt x="111" y="509"/>
                      <a:pt x="110" y="502"/>
                    </a:cubicBezTo>
                    <a:cubicBezTo>
                      <a:pt x="108" y="475"/>
                      <a:pt x="112" y="448"/>
                      <a:pt x="115" y="421"/>
                    </a:cubicBezTo>
                    <a:cubicBezTo>
                      <a:pt x="152" y="421"/>
                      <a:pt x="152" y="421"/>
                      <a:pt x="152" y="421"/>
                    </a:cubicBezTo>
                    <a:cubicBezTo>
                      <a:pt x="152" y="400"/>
                      <a:pt x="152" y="400"/>
                      <a:pt x="152" y="400"/>
                    </a:cubicBezTo>
                    <a:close/>
                    <a:moveTo>
                      <a:pt x="366" y="348"/>
                    </a:moveTo>
                    <a:cubicBezTo>
                      <a:pt x="469" y="479"/>
                      <a:pt x="469" y="479"/>
                      <a:pt x="469" y="479"/>
                    </a:cubicBezTo>
                    <a:cubicBezTo>
                      <a:pt x="366" y="600"/>
                      <a:pt x="366" y="600"/>
                      <a:pt x="366" y="600"/>
                    </a:cubicBezTo>
                    <a:cubicBezTo>
                      <a:pt x="366" y="607"/>
                      <a:pt x="366" y="607"/>
                      <a:pt x="366" y="607"/>
                    </a:cubicBezTo>
                    <a:cubicBezTo>
                      <a:pt x="572" y="607"/>
                      <a:pt x="572" y="607"/>
                      <a:pt x="572" y="607"/>
                    </a:cubicBezTo>
                    <a:cubicBezTo>
                      <a:pt x="583" y="526"/>
                      <a:pt x="583" y="526"/>
                      <a:pt x="583" y="526"/>
                    </a:cubicBezTo>
                    <a:cubicBezTo>
                      <a:pt x="576" y="525"/>
                      <a:pt x="576" y="525"/>
                      <a:pt x="576" y="525"/>
                    </a:cubicBezTo>
                    <a:cubicBezTo>
                      <a:pt x="571" y="543"/>
                      <a:pt x="564" y="556"/>
                      <a:pt x="554" y="561"/>
                    </a:cubicBezTo>
                    <a:cubicBezTo>
                      <a:pt x="544" y="567"/>
                      <a:pt x="530" y="570"/>
                      <a:pt x="512" y="570"/>
                    </a:cubicBezTo>
                    <a:cubicBezTo>
                      <a:pt x="411" y="570"/>
                      <a:pt x="411" y="570"/>
                      <a:pt x="411" y="570"/>
                    </a:cubicBezTo>
                    <a:cubicBezTo>
                      <a:pt x="503" y="462"/>
                      <a:pt x="503" y="462"/>
                      <a:pt x="503" y="462"/>
                    </a:cubicBezTo>
                    <a:cubicBezTo>
                      <a:pt x="422" y="358"/>
                      <a:pt x="422" y="358"/>
                      <a:pt x="422" y="358"/>
                    </a:cubicBezTo>
                    <a:cubicBezTo>
                      <a:pt x="513" y="358"/>
                      <a:pt x="513" y="358"/>
                      <a:pt x="513" y="358"/>
                    </a:cubicBezTo>
                    <a:cubicBezTo>
                      <a:pt x="526" y="358"/>
                      <a:pt x="536" y="359"/>
                      <a:pt x="542" y="362"/>
                    </a:cubicBezTo>
                    <a:cubicBezTo>
                      <a:pt x="548" y="366"/>
                      <a:pt x="553" y="371"/>
                      <a:pt x="557" y="378"/>
                    </a:cubicBezTo>
                    <a:cubicBezTo>
                      <a:pt x="560" y="385"/>
                      <a:pt x="563" y="395"/>
                      <a:pt x="563" y="408"/>
                    </a:cubicBezTo>
                    <a:cubicBezTo>
                      <a:pt x="571" y="408"/>
                      <a:pt x="571" y="408"/>
                      <a:pt x="571" y="408"/>
                    </a:cubicBezTo>
                    <a:cubicBezTo>
                      <a:pt x="566" y="341"/>
                      <a:pt x="566" y="341"/>
                      <a:pt x="566" y="341"/>
                    </a:cubicBezTo>
                    <a:cubicBezTo>
                      <a:pt x="366" y="341"/>
                      <a:pt x="366" y="341"/>
                      <a:pt x="366" y="341"/>
                    </a:cubicBezTo>
                    <a:lnTo>
                      <a:pt x="366" y="348"/>
                    </a:lnTo>
                    <a:close/>
                  </a:path>
                </a:pathLst>
              </a:custGeom>
              <a:solidFill>
                <a:srgbClr val="CD391F">
                  <a:alpha val="69803"/>
                </a:srgbClr>
              </a:solid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Century Gothic"/>
                  <a:buNone/>
                </a:pPr>
                <a:endParaRPr sz="1800" b="0" i="0" u="none" strike="noStrike" cap="none">
                  <a:solidFill>
                    <a:srgbClr val="3C3C3B"/>
                  </a:solidFill>
                  <a:latin typeface="Century Gothic"/>
                  <a:ea typeface="Century Gothic"/>
                  <a:cs typeface="Century Gothic"/>
                  <a:sym typeface="Century Gothic"/>
                </a:endParaRPr>
              </a:p>
            </p:txBody>
          </p:sp>
        </p:grpSp>
      </p:grpSp>
      <p:sp>
        <p:nvSpPr>
          <p:cNvPr id="1629" name="Google Shape;1629;p104">
            <a:hlinkClick r:id="rId3" action="ppaction://hlinksldjump"/>
          </p:cNvPr>
          <p:cNvSpPr/>
          <p:nvPr/>
        </p:nvSpPr>
        <p:spPr>
          <a:xfrm>
            <a:off x="6515100" y="-196501"/>
            <a:ext cx="2777392" cy="378533"/>
          </a:xfrm>
          <a:prstGeom prst="roundRect">
            <a:avLst>
              <a:gd name="adj" fmla="val 50000"/>
            </a:avLst>
          </a:prstGeom>
          <a:solidFill>
            <a:schemeClr val="accent4"/>
          </a:solidFill>
          <a:ln>
            <a:noFill/>
          </a:ln>
        </p:spPr>
        <p:txBody>
          <a:bodyPr spcFirstLastPara="1" wrap="square" lIns="36000" tIns="180000" rIns="180000" bIns="0" anchor="ctr" anchorCtr="0">
            <a:noAutofit/>
          </a:bodyPr>
          <a:lstStyle/>
          <a:p>
            <a:pPr marL="0" marR="0" lvl="0" indent="0" algn="ctr" rtl="0">
              <a:spcBef>
                <a:spcPts val="0"/>
              </a:spcBef>
              <a:spcAft>
                <a:spcPts val="0"/>
              </a:spcAft>
              <a:buNone/>
            </a:pPr>
            <a:r>
              <a:rPr lang="en-GB" sz="750">
                <a:solidFill>
                  <a:schemeClr val="lt1"/>
                </a:solidFill>
                <a:latin typeface="Century Gothic"/>
                <a:ea typeface="Century Gothic"/>
                <a:cs typeface="Century Gothic"/>
                <a:sym typeface="Century Gothic"/>
              </a:rPr>
              <a:t>   Customer Lifecycle Management</a:t>
            </a:r>
            <a:endParaRPr sz="750">
              <a:solidFill>
                <a:schemeClr val="lt1"/>
              </a:solidFill>
              <a:latin typeface="Century Gothic"/>
              <a:ea typeface="Century Gothic"/>
              <a:cs typeface="Century Gothic"/>
              <a:sym typeface="Century Gothic"/>
            </a:endParaRPr>
          </a:p>
        </p:txBody>
      </p:sp>
      <p:grpSp>
        <p:nvGrpSpPr>
          <p:cNvPr id="1630" name="Google Shape;1630;p104"/>
          <p:cNvGrpSpPr/>
          <p:nvPr/>
        </p:nvGrpSpPr>
        <p:grpSpPr>
          <a:xfrm>
            <a:off x="7717533" y="4360377"/>
            <a:ext cx="1058348" cy="347375"/>
            <a:chOff x="7651698" y="4287227"/>
            <a:chExt cx="1058348" cy="347375"/>
          </a:xfrm>
        </p:grpSpPr>
        <p:grpSp>
          <p:nvGrpSpPr>
            <p:cNvPr id="1631" name="Google Shape;1631;p104"/>
            <p:cNvGrpSpPr/>
            <p:nvPr/>
          </p:nvGrpSpPr>
          <p:grpSpPr>
            <a:xfrm>
              <a:off x="7714163" y="4337598"/>
              <a:ext cx="995883" cy="297004"/>
              <a:chOff x="7711013" y="3986494"/>
              <a:chExt cx="995883" cy="297004"/>
            </a:xfrm>
          </p:grpSpPr>
          <p:sp>
            <p:nvSpPr>
              <p:cNvPr id="1632" name="Google Shape;1632;p104"/>
              <p:cNvSpPr txBox="1"/>
              <p:nvPr/>
            </p:nvSpPr>
            <p:spPr>
              <a:xfrm>
                <a:off x="7967591" y="3986494"/>
                <a:ext cx="739305" cy="297004"/>
              </a:xfrm>
              <a:prstGeom prst="rect">
                <a:avLst/>
              </a:prstGeom>
              <a:noFill/>
              <a:ln>
                <a:noFill/>
              </a:ln>
            </p:spPr>
            <p:txBody>
              <a:bodyPr spcFirstLastPara="1" wrap="square" lIns="91425" tIns="45700" rIns="91425" bIns="45700" anchor="t" anchorCtr="0">
                <a:noAutofit/>
              </a:bodyPr>
              <a:lstStyle/>
              <a:p>
                <a:pPr marL="0" marR="0" lvl="0" indent="0" algn="l" rtl="0">
                  <a:lnSpc>
                    <a:spcPct val="95000"/>
                  </a:lnSpc>
                  <a:spcBef>
                    <a:spcPts val="0"/>
                  </a:spcBef>
                  <a:spcAft>
                    <a:spcPts val="0"/>
                  </a:spcAft>
                  <a:buNone/>
                </a:pPr>
                <a:r>
                  <a:rPr lang="en-GB" sz="700">
                    <a:solidFill>
                      <a:srgbClr val="3C3C3B"/>
                    </a:solidFill>
                    <a:latin typeface="Century Gothic"/>
                    <a:ea typeface="Century Gothic"/>
                    <a:cs typeface="Century Gothic"/>
                    <a:sym typeface="Century Gothic"/>
                  </a:rPr>
                  <a:t>Use Cases &amp;</a:t>
                </a:r>
                <a:br>
                  <a:rPr lang="en-GB" sz="700">
                    <a:solidFill>
                      <a:srgbClr val="3C3C3B"/>
                    </a:solidFill>
                    <a:latin typeface="Century Gothic"/>
                    <a:ea typeface="Century Gothic"/>
                    <a:cs typeface="Century Gothic"/>
                    <a:sym typeface="Century Gothic"/>
                  </a:rPr>
                </a:br>
                <a:r>
                  <a:rPr lang="en-GB" sz="700">
                    <a:solidFill>
                      <a:srgbClr val="3C3C3B"/>
                    </a:solidFill>
                    <a:latin typeface="Century Gothic"/>
                    <a:ea typeface="Century Gothic"/>
                    <a:cs typeface="Century Gothic"/>
                    <a:sym typeface="Century Gothic"/>
                  </a:rPr>
                  <a:t>Case Studies</a:t>
                </a:r>
                <a:endParaRPr sz="700">
                  <a:solidFill>
                    <a:srgbClr val="3C3C3B"/>
                  </a:solidFill>
                  <a:latin typeface="Century Gothic"/>
                  <a:ea typeface="Century Gothic"/>
                  <a:cs typeface="Century Gothic"/>
                  <a:sym typeface="Century Gothic"/>
                </a:endParaRPr>
              </a:p>
            </p:txBody>
          </p:sp>
          <p:grpSp>
            <p:nvGrpSpPr>
              <p:cNvPr id="1633" name="Google Shape;1633;p104"/>
              <p:cNvGrpSpPr/>
              <p:nvPr/>
            </p:nvGrpSpPr>
            <p:grpSpPr>
              <a:xfrm>
                <a:off x="7711013" y="4002615"/>
                <a:ext cx="281520" cy="241973"/>
                <a:chOff x="5652748" y="4066000"/>
                <a:chExt cx="906498" cy="747974"/>
              </a:xfrm>
            </p:grpSpPr>
            <p:sp>
              <p:nvSpPr>
                <p:cNvPr id="1634" name="Google Shape;1634;p104"/>
                <p:cNvSpPr/>
                <p:nvPr/>
              </p:nvSpPr>
              <p:spPr>
                <a:xfrm>
                  <a:off x="6024179" y="4066000"/>
                  <a:ext cx="535067" cy="685800"/>
                </a:xfrm>
                <a:custGeom>
                  <a:avLst/>
                  <a:gdLst/>
                  <a:ahLst/>
                  <a:cxnLst/>
                  <a:rect l="l" t="t" r="r" b="b"/>
                  <a:pathLst>
                    <a:path w="347" h="445" extrusionOk="0">
                      <a:moveTo>
                        <a:pt x="235" y="136"/>
                      </a:moveTo>
                      <a:cubicBezTo>
                        <a:pt x="347" y="136"/>
                        <a:pt x="347" y="136"/>
                        <a:pt x="347" y="136"/>
                      </a:cubicBezTo>
                      <a:cubicBezTo>
                        <a:pt x="347" y="421"/>
                        <a:pt x="347" y="421"/>
                        <a:pt x="347" y="421"/>
                      </a:cubicBezTo>
                      <a:cubicBezTo>
                        <a:pt x="347" y="434"/>
                        <a:pt x="336" y="445"/>
                        <a:pt x="322" y="445"/>
                      </a:cubicBezTo>
                      <a:cubicBezTo>
                        <a:pt x="25" y="445"/>
                        <a:pt x="25" y="445"/>
                        <a:pt x="25" y="445"/>
                      </a:cubicBezTo>
                      <a:cubicBezTo>
                        <a:pt x="11" y="445"/>
                        <a:pt x="0" y="434"/>
                        <a:pt x="0" y="421"/>
                      </a:cubicBezTo>
                      <a:cubicBezTo>
                        <a:pt x="0" y="25"/>
                        <a:pt x="0" y="25"/>
                        <a:pt x="0" y="25"/>
                      </a:cubicBezTo>
                      <a:cubicBezTo>
                        <a:pt x="0" y="11"/>
                        <a:pt x="11" y="0"/>
                        <a:pt x="25" y="0"/>
                      </a:cubicBezTo>
                      <a:cubicBezTo>
                        <a:pt x="211" y="0"/>
                        <a:pt x="211" y="0"/>
                        <a:pt x="211" y="0"/>
                      </a:cubicBezTo>
                      <a:cubicBezTo>
                        <a:pt x="211" y="111"/>
                        <a:pt x="211" y="111"/>
                        <a:pt x="211" y="111"/>
                      </a:cubicBezTo>
                      <a:cubicBezTo>
                        <a:pt x="211" y="125"/>
                        <a:pt x="222" y="136"/>
                        <a:pt x="235" y="136"/>
                      </a:cubicBezTo>
                      <a:close/>
                      <a:moveTo>
                        <a:pt x="260" y="111"/>
                      </a:moveTo>
                      <a:cubicBezTo>
                        <a:pt x="347" y="111"/>
                        <a:pt x="347" y="111"/>
                        <a:pt x="347" y="111"/>
                      </a:cubicBezTo>
                      <a:cubicBezTo>
                        <a:pt x="235" y="0"/>
                        <a:pt x="235" y="0"/>
                        <a:pt x="235" y="0"/>
                      </a:cubicBezTo>
                      <a:cubicBezTo>
                        <a:pt x="235" y="86"/>
                        <a:pt x="235" y="86"/>
                        <a:pt x="235" y="86"/>
                      </a:cubicBezTo>
                      <a:cubicBezTo>
                        <a:pt x="235" y="100"/>
                        <a:pt x="246" y="111"/>
                        <a:pt x="260" y="111"/>
                      </a:cubicBezTo>
                      <a:close/>
                      <a:moveTo>
                        <a:pt x="293" y="219"/>
                      </a:moveTo>
                      <a:cubicBezTo>
                        <a:pt x="54" y="219"/>
                        <a:pt x="54" y="219"/>
                        <a:pt x="54" y="219"/>
                      </a:cubicBezTo>
                      <a:cubicBezTo>
                        <a:pt x="54" y="246"/>
                        <a:pt x="54" y="246"/>
                        <a:pt x="54" y="246"/>
                      </a:cubicBezTo>
                      <a:cubicBezTo>
                        <a:pt x="293" y="246"/>
                        <a:pt x="293" y="246"/>
                        <a:pt x="293" y="246"/>
                      </a:cubicBezTo>
                      <a:lnTo>
                        <a:pt x="293" y="219"/>
                      </a:lnTo>
                      <a:close/>
                      <a:moveTo>
                        <a:pt x="293" y="278"/>
                      </a:moveTo>
                      <a:cubicBezTo>
                        <a:pt x="54" y="278"/>
                        <a:pt x="54" y="278"/>
                        <a:pt x="54" y="278"/>
                      </a:cubicBezTo>
                      <a:cubicBezTo>
                        <a:pt x="54" y="306"/>
                        <a:pt x="54" y="306"/>
                        <a:pt x="54" y="306"/>
                      </a:cubicBezTo>
                      <a:cubicBezTo>
                        <a:pt x="293" y="306"/>
                        <a:pt x="293" y="306"/>
                        <a:pt x="293" y="306"/>
                      </a:cubicBezTo>
                      <a:lnTo>
                        <a:pt x="293" y="278"/>
                      </a:lnTo>
                      <a:close/>
                      <a:moveTo>
                        <a:pt x="293" y="338"/>
                      </a:moveTo>
                      <a:cubicBezTo>
                        <a:pt x="54" y="338"/>
                        <a:pt x="54" y="338"/>
                        <a:pt x="54" y="338"/>
                      </a:cubicBezTo>
                      <a:cubicBezTo>
                        <a:pt x="54" y="365"/>
                        <a:pt x="54" y="365"/>
                        <a:pt x="54" y="365"/>
                      </a:cubicBezTo>
                      <a:cubicBezTo>
                        <a:pt x="293" y="365"/>
                        <a:pt x="293" y="365"/>
                        <a:pt x="293" y="365"/>
                      </a:cubicBezTo>
                      <a:lnTo>
                        <a:pt x="293" y="338"/>
                      </a:lnTo>
                      <a:close/>
                    </a:path>
                  </a:pathLst>
                </a:custGeom>
                <a:solidFill>
                  <a:srgbClr val="5F6062"/>
                </a:solidFill>
                <a:ln>
                  <a:noFill/>
                </a:ln>
              </p:spPr>
              <p:txBody>
                <a:bodyPr spcFirstLastPara="1" wrap="square" lIns="91425" tIns="45700" rIns="91425" bIns="45700" anchor="t" anchorCtr="0">
                  <a:noAutofit/>
                </a:bodyPr>
                <a:lstStyle/>
                <a:p>
                  <a:pPr marL="0" marR="0" lvl="0" indent="0" algn="ctr"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635" name="Google Shape;1635;p104"/>
                <p:cNvSpPr/>
                <p:nvPr/>
              </p:nvSpPr>
              <p:spPr>
                <a:xfrm>
                  <a:off x="5842000" y="4222750"/>
                  <a:ext cx="412750" cy="412750"/>
                </a:xfrm>
                <a:prstGeom prst="ellipse">
                  <a:avLst/>
                </a:prstGeom>
                <a:solidFill>
                  <a:schemeClr val="accent1"/>
                </a:solidFill>
                <a:ln>
                  <a:noFill/>
                </a:ln>
              </p:spPr>
              <p:txBody>
                <a:bodyPr spcFirstLastPara="1" wrap="square" lIns="91425" tIns="91425" rIns="91425" bIns="91425" anchor="t" anchorCtr="0">
                  <a:noAutofit/>
                </a:bodyPr>
                <a:lstStyle/>
                <a:p>
                  <a:pPr marL="0" marR="0" lvl="0" indent="0" algn="ctr" rtl="0">
                    <a:spcBef>
                      <a:spcPts val="0"/>
                    </a:spcBef>
                    <a:spcAft>
                      <a:spcPts val="0"/>
                    </a:spcAft>
                    <a:buNone/>
                  </a:pPr>
                  <a:endParaRPr sz="1800">
                    <a:solidFill>
                      <a:srgbClr val="FFFFFF"/>
                    </a:solidFill>
                    <a:latin typeface="Century Gothic"/>
                    <a:ea typeface="Century Gothic"/>
                    <a:cs typeface="Century Gothic"/>
                    <a:sym typeface="Century Gothic"/>
                  </a:endParaRPr>
                </a:p>
              </p:txBody>
            </p:sp>
            <p:sp>
              <p:nvSpPr>
                <p:cNvPr id="1636" name="Google Shape;1636;p104"/>
                <p:cNvSpPr/>
                <p:nvPr/>
              </p:nvSpPr>
              <p:spPr>
                <a:xfrm>
                  <a:off x="5652748" y="4166436"/>
                  <a:ext cx="618134" cy="647538"/>
                </a:xfrm>
                <a:custGeom>
                  <a:avLst/>
                  <a:gdLst/>
                  <a:ahLst/>
                  <a:cxnLst/>
                  <a:rect l="l" t="t" r="r" b="b"/>
                  <a:pathLst>
                    <a:path w="383" h="401" extrusionOk="0">
                      <a:moveTo>
                        <a:pt x="380" y="144"/>
                      </a:moveTo>
                      <a:cubicBezTo>
                        <a:pt x="377" y="63"/>
                        <a:pt x="309" y="0"/>
                        <a:pt x="229" y="3"/>
                      </a:cubicBezTo>
                      <a:cubicBezTo>
                        <a:pt x="148" y="6"/>
                        <a:pt x="85" y="74"/>
                        <a:pt x="88" y="155"/>
                      </a:cubicBezTo>
                      <a:cubicBezTo>
                        <a:pt x="89" y="182"/>
                        <a:pt x="98" y="208"/>
                        <a:pt x="112" y="230"/>
                      </a:cubicBezTo>
                      <a:cubicBezTo>
                        <a:pt x="112" y="230"/>
                        <a:pt x="112" y="230"/>
                        <a:pt x="112" y="230"/>
                      </a:cubicBezTo>
                      <a:cubicBezTo>
                        <a:pt x="107" y="235"/>
                        <a:pt x="107" y="235"/>
                        <a:pt x="107" y="235"/>
                      </a:cubicBezTo>
                      <a:cubicBezTo>
                        <a:pt x="63" y="285"/>
                        <a:pt x="63" y="285"/>
                        <a:pt x="63" y="285"/>
                      </a:cubicBezTo>
                      <a:cubicBezTo>
                        <a:pt x="20" y="332"/>
                        <a:pt x="20" y="332"/>
                        <a:pt x="20" y="332"/>
                      </a:cubicBezTo>
                      <a:cubicBezTo>
                        <a:pt x="15" y="338"/>
                        <a:pt x="15" y="338"/>
                        <a:pt x="15" y="338"/>
                      </a:cubicBezTo>
                      <a:cubicBezTo>
                        <a:pt x="0" y="354"/>
                        <a:pt x="0" y="374"/>
                        <a:pt x="15" y="387"/>
                      </a:cubicBezTo>
                      <a:cubicBezTo>
                        <a:pt x="29" y="401"/>
                        <a:pt x="49" y="398"/>
                        <a:pt x="64" y="382"/>
                      </a:cubicBezTo>
                      <a:cubicBezTo>
                        <a:pt x="69" y="377"/>
                        <a:pt x="69" y="377"/>
                        <a:pt x="69" y="377"/>
                      </a:cubicBezTo>
                      <a:cubicBezTo>
                        <a:pt x="156" y="279"/>
                        <a:pt x="156" y="279"/>
                        <a:pt x="156" y="279"/>
                      </a:cubicBezTo>
                      <a:cubicBezTo>
                        <a:pt x="160" y="275"/>
                        <a:pt x="160" y="275"/>
                        <a:pt x="160" y="275"/>
                      </a:cubicBezTo>
                      <a:cubicBezTo>
                        <a:pt x="183" y="289"/>
                        <a:pt x="211" y="296"/>
                        <a:pt x="240" y="295"/>
                      </a:cubicBezTo>
                      <a:cubicBezTo>
                        <a:pt x="320" y="292"/>
                        <a:pt x="383" y="224"/>
                        <a:pt x="380" y="144"/>
                      </a:cubicBezTo>
                      <a:close/>
                      <a:moveTo>
                        <a:pt x="238" y="243"/>
                      </a:moveTo>
                      <a:cubicBezTo>
                        <a:pt x="186" y="245"/>
                        <a:pt x="142" y="205"/>
                        <a:pt x="140" y="153"/>
                      </a:cubicBezTo>
                      <a:cubicBezTo>
                        <a:pt x="139" y="101"/>
                        <a:pt x="179" y="57"/>
                        <a:pt x="231" y="56"/>
                      </a:cubicBezTo>
                      <a:cubicBezTo>
                        <a:pt x="282" y="54"/>
                        <a:pt x="326" y="94"/>
                        <a:pt x="328" y="146"/>
                      </a:cubicBezTo>
                      <a:cubicBezTo>
                        <a:pt x="330" y="198"/>
                        <a:pt x="289" y="241"/>
                        <a:pt x="238" y="243"/>
                      </a:cubicBezTo>
                      <a:close/>
                    </a:path>
                  </a:pathLst>
                </a:custGeom>
                <a:solidFill>
                  <a:schemeClr val="accent6"/>
                </a:solidFill>
                <a:ln w="9525"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ctr" rtl="0">
                    <a:spcBef>
                      <a:spcPts val="0"/>
                    </a:spcBef>
                    <a:spcAft>
                      <a:spcPts val="0"/>
                    </a:spcAft>
                    <a:buNone/>
                  </a:pPr>
                  <a:endParaRPr sz="1800">
                    <a:solidFill>
                      <a:schemeClr val="dk1"/>
                    </a:solidFill>
                    <a:latin typeface="Century Gothic"/>
                    <a:ea typeface="Century Gothic"/>
                    <a:cs typeface="Century Gothic"/>
                    <a:sym typeface="Century Gothic"/>
                  </a:endParaRPr>
                </a:p>
              </p:txBody>
            </p:sp>
          </p:grpSp>
        </p:grpSp>
        <p:sp>
          <p:nvSpPr>
            <p:cNvPr id="1637" name="Google Shape;1637;p104">
              <a:hlinkClick r:id="" action="ppaction://noaction"/>
            </p:cNvPr>
            <p:cNvSpPr/>
            <p:nvPr/>
          </p:nvSpPr>
          <p:spPr>
            <a:xfrm>
              <a:off x="7651698" y="4287227"/>
              <a:ext cx="1023242" cy="338668"/>
            </a:xfrm>
            <a:prstGeom prst="rect">
              <a:avLst/>
            </a:prstGeom>
            <a:solidFill>
              <a:schemeClr val="accent1">
                <a:alpha val="0"/>
              </a:schemeClr>
            </a:solidFill>
            <a:ln>
              <a:noFill/>
            </a:ln>
          </p:spPr>
          <p:txBody>
            <a:bodyPr spcFirstLastPara="1" wrap="square" lIns="91425" tIns="91425" rIns="91425" bIns="91425" anchor="t" anchorCtr="0">
              <a:noAutofit/>
            </a:bodyPr>
            <a:lstStyle/>
            <a:p>
              <a:pPr marL="0" marR="0" lvl="0" indent="0" algn="ctr" rtl="0">
                <a:spcBef>
                  <a:spcPts val="0"/>
                </a:spcBef>
                <a:spcAft>
                  <a:spcPts val="0"/>
                </a:spcAft>
                <a:buNone/>
              </a:pPr>
              <a:endParaRPr sz="1800">
                <a:solidFill>
                  <a:srgbClr val="FFFFFF"/>
                </a:solidFill>
                <a:latin typeface="Century Gothic"/>
                <a:ea typeface="Century Gothic"/>
                <a:cs typeface="Century Gothic"/>
                <a:sym typeface="Century Gothic"/>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642"/>
        <p:cNvGrpSpPr/>
        <p:nvPr/>
      </p:nvGrpSpPr>
      <p:grpSpPr>
        <a:xfrm>
          <a:off x="0" y="0"/>
          <a:ext cx="0" cy="0"/>
          <a:chOff x="0" y="0"/>
          <a:chExt cx="0" cy="0"/>
        </a:xfrm>
      </p:grpSpPr>
      <p:graphicFrame>
        <p:nvGraphicFramePr>
          <p:cNvPr id="1643" name="Google Shape;1643;p105"/>
          <p:cNvGraphicFramePr/>
          <p:nvPr/>
        </p:nvGraphicFramePr>
        <p:xfrm>
          <a:off x="469899" y="789217"/>
          <a:ext cx="3000000" cy="3000000"/>
        </p:xfrm>
        <a:graphic>
          <a:graphicData uri="http://schemas.openxmlformats.org/drawingml/2006/table">
            <a:tbl>
              <a:tblPr firstRow="1" bandRow="1">
                <a:noFill/>
                <a:tableStyleId>{D098BFCB-6916-41F2-A2A5-0DF0D5139B6F}</a:tableStyleId>
              </a:tblPr>
              <a:tblGrid>
                <a:gridCol w="130325">
                  <a:extLst>
                    <a:ext uri="{9D8B030D-6E8A-4147-A177-3AD203B41FA5}">
                      <a16:colId xmlns:a16="http://schemas.microsoft.com/office/drawing/2014/main" val="20000"/>
                    </a:ext>
                  </a:extLst>
                </a:gridCol>
                <a:gridCol w="556275">
                  <a:extLst>
                    <a:ext uri="{9D8B030D-6E8A-4147-A177-3AD203B41FA5}">
                      <a16:colId xmlns:a16="http://schemas.microsoft.com/office/drawing/2014/main" val="20001"/>
                    </a:ext>
                  </a:extLst>
                </a:gridCol>
                <a:gridCol w="367500">
                  <a:extLst>
                    <a:ext uri="{9D8B030D-6E8A-4147-A177-3AD203B41FA5}">
                      <a16:colId xmlns:a16="http://schemas.microsoft.com/office/drawing/2014/main" val="20002"/>
                    </a:ext>
                  </a:extLst>
                </a:gridCol>
                <a:gridCol w="3170075">
                  <a:extLst>
                    <a:ext uri="{9D8B030D-6E8A-4147-A177-3AD203B41FA5}">
                      <a16:colId xmlns:a16="http://schemas.microsoft.com/office/drawing/2014/main" val="20003"/>
                    </a:ext>
                  </a:extLst>
                </a:gridCol>
                <a:gridCol w="3276050">
                  <a:extLst>
                    <a:ext uri="{9D8B030D-6E8A-4147-A177-3AD203B41FA5}">
                      <a16:colId xmlns:a16="http://schemas.microsoft.com/office/drawing/2014/main" val="20004"/>
                    </a:ext>
                  </a:extLst>
                </a:gridCol>
                <a:gridCol w="477150">
                  <a:extLst>
                    <a:ext uri="{9D8B030D-6E8A-4147-A177-3AD203B41FA5}">
                      <a16:colId xmlns:a16="http://schemas.microsoft.com/office/drawing/2014/main" val="20005"/>
                    </a:ext>
                  </a:extLst>
                </a:gridCol>
                <a:gridCol w="477150">
                  <a:extLst>
                    <a:ext uri="{9D8B030D-6E8A-4147-A177-3AD203B41FA5}">
                      <a16:colId xmlns:a16="http://schemas.microsoft.com/office/drawing/2014/main" val="20006"/>
                    </a:ext>
                  </a:extLst>
                </a:gridCol>
              </a:tblGrid>
              <a:tr h="180850">
                <a:tc gridSpan="3">
                  <a:txBody>
                    <a:bodyPr/>
                    <a:lstStyle/>
                    <a:p>
                      <a:pPr marL="0" marR="0" lvl="0" indent="0" algn="ctr" rtl="0">
                        <a:spcBef>
                          <a:spcPts val="0"/>
                        </a:spcBef>
                        <a:spcAft>
                          <a:spcPts val="0"/>
                        </a:spcAft>
                        <a:buNone/>
                      </a:pPr>
                      <a:r>
                        <a:rPr lang="en-GB" sz="1200" b="1">
                          <a:solidFill>
                            <a:schemeClr val="dk2"/>
                          </a:solidFill>
                        </a:rPr>
                        <a:t>Level</a:t>
                      </a:r>
                      <a:endParaRPr sz="1200" b="1">
                        <a:solidFill>
                          <a:schemeClr val="dk2"/>
                        </a:solidFill>
                      </a:endParaRPr>
                    </a:p>
                  </a:txBody>
                  <a:tcPr marL="0" marR="0" marT="0" marB="0"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hMerge="1">
                  <a:txBody>
                    <a:bodyPr/>
                    <a:lstStyle/>
                    <a:p>
                      <a:endParaRPr/>
                    </a:p>
                  </a:txBody>
                  <a:tcPr/>
                </a:tc>
                <a:tc hMerge="1">
                  <a:txBody>
                    <a:bodyPr/>
                    <a:lstStyle/>
                    <a:p>
                      <a:endParaRPr/>
                    </a:p>
                  </a:txBody>
                  <a:tcPr/>
                </a:tc>
                <a:tc gridSpan="2">
                  <a:txBody>
                    <a:bodyPr/>
                    <a:lstStyle/>
                    <a:p>
                      <a:pPr marL="0" marR="0" lvl="0" indent="0" algn="ctr" rtl="0">
                        <a:lnSpc>
                          <a:spcPct val="100000"/>
                        </a:lnSpc>
                        <a:spcBef>
                          <a:spcPts val="0"/>
                        </a:spcBef>
                        <a:spcAft>
                          <a:spcPts val="0"/>
                        </a:spcAft>
                        <a:buClr>
                          <a:schemeClr val="dk2"/>
                        </a:buClr>
                        <a:buSzPts val="1200"/>
                        <a:buFont typeface="Century Gothic"/>
                        <a:buNone/>
                      </a:pPr>
                      <a:r>
                        <a:rPr lang="en-GB" sz="1200" b="1">
                          <a:solidFill>
                            <a:schemeClr val="dk2"/>
                          </a:solidFill>
                        </a:rPr>
                        <a:t>Maturity Statement</a:t>
                      </a:r>
                      <a:endParaRPr/>
                    </a:p>
                  </a:txBody>
                  <a:tcPr marL="0" marR="0" marT="0" marB="0"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hMerge="1">
                  <a:txBody>
                    <a:bodyPr/>
                    <a:lstStyle/>
                    <a:p>
                      <a:endParaRPr/>
                    </a:p>
                  </a:txBody>
                  <a:tcPr/>
                </a:tc>
                <a:tc>
                  <a:txBody>
                    <a:bodyPr/>
                    <a:lstStyle/>
                    <a:p>
                      <a:pPr marL="0" marR="0" lvl="0" indent="0" algn="ctr" rtl="0">
                        <a:spcBef>
                          <a:spcPts val="0"/>
                        </a:spcBef>
                        <a:spcAft>
                          <a:spcPts val="0"/>
                        </a:spcAft>
                        <a:buNone/>
                      </a:pPr>
                      <a:r>
                        <a:rPr lang="en-GB" sz="800" b="1">
                          <a:solidFill>
                            <a:schemeClr val="dk2"/>
                          </a:solidFill>
                        </a:rPr>
                        <a:t>Current</a:t>
                      </a:r>
                      <a:endParaRPr sz="800" b="1">
                        <a:solidFill>
                          <a:schemeClr val="dk2"/>
                        </a:solidFill>
                      </a:endParaRPr>
                    </a:p>
                  </a:txBody>
                  <a:tcPr marL="0" marR="0" marT="0" marB="0"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a:txBody>
                    <a:bodyPr/>
                    <a:lstStyle/>
                    <a:p>
                      <a:pPr marL="0" marR="0" lvl="0" indent="0" algn="ctr" rtl="0">
                        <a:spcBef>
                          <a:spcPts val="0"/>
                        </a:spcBef>
                        <a:spcAft>
                          <a:spcPts val="0"/>
                        </a:spcAft>
                        <a:buNone/>
                      </a:pPr>
                      <a:r>
                        <a:rPr lang="en-GB" sz="800" b="1">
                          <a:solidFill>
                            <a:schemeClr val="dk2"/>
                          </a:solidFill>
                        </a:rPr>
                        <a:t>Desired</a:t>
                      </a:r>
                      <a:endParaRPr sz="800" b="1">
                        <a:solidFill>
                          <a:schemeClr val="dk2"/>
                        </a:solidFill>
                      </a:endParaRPr>
                    </a:p>
                  </a:txBody>
                  <a:tcPr marL="0" marR="0" marT="0" marB="0"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extLst>
                  <a:ext uri="{0D108BD9-81ED-4DB2-BD59-A6C34878D82A}">
                    <a16:rowId xmlns:a16="http://schemas.microsoft.com/office/drawing/2014/main" val="10000"/>
                  </a:ext>
                </a:extLst>
              </a:tr>
              <a:tr h="553500">
                <a:tc>
                  <a:txBody>
                    <a:bodyPr/>
                    <a:lstStyle/>
                    <a:p>
                      <a:pPr marL="0" marR="0" lvl="0" indent="0" algn="ctr" rtl="0">
                        <a:spcBef>
                          <a:spcPts val="0"/>
                        </a:spcBef>
                        <a:spcAft>
                          <a:spcPts val="0"/>
                        </a:spcAft>
                        <a:buNone/>
                      </a:pPr>
                      <a:endParaRPr sz="1000" b="1">
                        <a:solidFill>
                          <a:schemeClr val="lt1"/>
                        </a:solidFill>
                        <a:latin typeface="Century Gothic"/>
                        <a:ea typeface="Century Gothic"/>
                        <a:cs typeface="Century Gothic"/>
                        <a:sym typeface="Century Gothic"/>
                      </a:endParaRPr>
                    </a:p>
                  </a:txBody>
                  <a:tcPr marL="46800" marR="46800" marT="46800" marB="46800"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C06C10"/>
                    </a:solidFill>
                  </a:tcPr>
                </a:tc>
                <a:tc gridSpan="2">
                  <a:txBody>
                    <a:bodyPr/>
                    <a:lstStyle/>
                    <a:p>
                      <a:pPr marL="0" marR="0" lvl="0" indent="0" algn="ctr" rtl="0">
                        <a:lnSpc>
                          <a:spcPct val="100000"/>
                        </a:lnSpc>
                        <a:spcBef>
                          <a:spcPts val="0"/>
                        </a:spcBef>
                        <a:spcAft>
                          <a:spcPts val="0"/>
                        </a:spcAft>
                        <a:buClr>
                          <a:schemeClr val="dk2"/>
                        </a:buClr>
                        <a:buSzPts val="1000"/>
                        <a:buFont typeface="Century Gothic"/>
                        <a:buNone/>
                      </a:pPr>
                      <a:r>
                        <a:rPr lang="en-GB" sz="1000" b="1">
                          <a:solidFill>
                            <a:schemeClr val="dk2"/>
                          </a:solidFill>
                          <a:latin typeface="Century Gothic"/>
                          <a:ea typeface="Century Gothic"/>
                          <a:cs typeface="Century Gothic"/>
                          <a:sym typeface="Century Gothic"/>
                        </a:rPr>
                        <a:t>Leading</a:t>
                      </a:r>
                      <a:endParaRPr/>
                    </a:p>
                  </a:txBody>
                  <a:tcPr marL="46800" marR="46800" marT="46800" marB="46800"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hMerge="1">
                  <a:txBody>
                    <a:bodyPr/>
                    <a:lstStyle/>
                    <a:p>
                      <a:endParaRPr/>
                    </a:p>
                  </a:txBody>
                  <a:tcPr/>
                </a:tc>
                <a:tc gridSpan="2">
                  <a:txBody>
                    <a:bodyPr/>
                    <a:lstStyle/>
                    <a:p>
                      <a:pPr marL="0" marR="0" lvl="0" indent="0" algn="l" rtl="0">
                        <a:lnSpc>
                          <a:spcPct val="100000"/>
                        </a:lnSpc>
                        <a:spcBef>
                          <a:spcPts val="0"/>
                        </a:spcBef>
                        <a:spcAft>
                          <a:spcPts val="0"/>
                        </a:spcAft>
                        <a:buClr>
                          <a:schemeClr val="dk1"/>
                        </a:buClr>
                        <a:buSzPts val="800"/>
                        <a:buFont typeface="Century Gothic"/>
                        <a:buNone/>
                      </a:pPr>
                      <a:r>
                        <a:rPr lang="en-GB" sz="800" b="0">
                          <a:solidFill>
                            <a:schemeClr val="dk1"/>
                          </a:solidFill>
                          <a:latin typeface="Century Gothic"/>
                          <a:ea typeface="Century Gothic"/>
                          <a:cs typeface="Century Gothic"/>
                          <a:sym typeface="Century Gothic"/>
                        </a:rPr>
                        <a:t>Detailed understanding of early warning signs of dormancy from a diverse range of data sources and large range of strategies operationally deployed to re-engage declining customer relationships. Appreciation of customer value used to determine amount invested in re-engaging the relationship. Test and learn activity refines successful treatment strategies and continuously ROI in this activity</a:t>
                      </a:r>
                      <a:endParaRPr/>
                    </a:p>
                  </a:txBody>
                  <a:tcPr marL="36000" marR="36000" marT="36000" marB="36000">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hMerge="1">
                  <a:txBody>
                    <a:bodyPr/>
                    <a:lstStyle/>
                    <a:p>
                      <a:endParaRPr/>
                    </a:p>
                  </a:txBody>
                  <a:tcPr/>
                </a:tc>
                <a:tc>
                  <a:txBody>
                    <a:bodyPr/>
                    <a:lstStyle/>
                    <a:p>
                      <a:pPr marL="0" marR="0" lvl="0" indent="0" algn="ctr" rtl="0">
                        <a:spcBef>
                          <a:spcPts val="0"/>
                        </a:spcBef>
                        <a:spcAft>
                          <a:spcPts val="0"/>
                        </a:spcAft>
                        <a:buNone/>
                      </a:pPr>
                      <a:endParaRPr sz="1400"/>
                    </a:p>
                  </a:txBody>
                  <a:tcPr marL="46800" marR="46800" marT="46800" marB="46800"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a:txBody>
                    <a:bodyPr/>
                    <a:lstStyle/>
                    <a:p>
                      <a:pPr marL="0" marR="0" lvl="0" indent="0" algn="ctr" rtl="0">
                        <a:spcBef>
                          <a:spcPts val="0"/>
                        </a:spcBef>
                        <a:spcAft>
                          <a:spcPts val="0"/>
                        </a:spcAft>
                        <a:buNone/>
                      </a:pPr>
                      <a:endParaRPr sz="1400">
                        <a:solidFill>
                          <a:schemeClr val="dk1"/>
                        </a:solidFill>
                        <a:latin typeface="Noto Sans Symbols"/>
                        <a:ea typeface="Noto Sans Symbols"/>
                        <a:cs typeface="Noto Sans Symbols"/>
                        <a:sym typeface="Noto Sans Symbols"/>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extLst>
                  <a:ext uri="{0D108BD9-81ED-4DB2-BD59-A6C34878D82A}">
                    <a16:rowId xmlns:a16="http://schemas.microsoft.com/office/drawing/2014/main" val="10001"/>
                  </a:ext>
                </a:extLst>
              </a:tr>
              <a:tr h="503725">
                <a:tc>
                  <a:txBody>
                    <a:bodyPr/>
                    <a:lstStyle/>
                    <a:p>
                      <a:pPr marL="0" marR="0" lvl="0" indent="0" algn="ctr" rtl="0">
                        <a:spcBef>
                          <a:spcPts val="0"/>
                        </a:spcBef>
                        <a:spcAft>
                          <a:spcPts val="0"/>
                        </a:spcAft>
                        <a:buNone/>
                      </a:pPr>
                      <a:endParaRPr sz="1000" b="1">
                        <a:solidFill>
                          <a:schemeClr val="lt1"/>
                        </a:solidFill>
                        <a:latin typeface="Century Gothic"/>
                        <a:ea typeface="Century Gothic"/>
                        <a:cs typeface="Century Gothic"/>
                        <a:sym typeface="Century Gothic"/>
                      </a:endParaRPr>
                    </a:p>
                  </a:txBody>
                  <a:tcPr marL="46800" marR="46800" marT="46800" marB="46800"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CF7513"/>
                    </a:solidFill>
                  </a:tcPr>
                </a:tc>
                <a:tc gridSpan="2">
                  <a:txBody>
                    <a:bodyPr/>
                    <a:lstStyle/>
                    <a:p>
                      <a:pPr marL="0" marR="0" lvl="0" indent="0" algn="ctr" rtl="0">
                        <a:lnSpc>
                          <a:spcPct val="100000"/>
                        </a:lnSpc>
                        <a:spcBef>
                          <a:spcPts val="0"/>
                        </a:spcBef>
                        <a:spcAft>
                          <a:spcPts val="0"/>
                        </a:spcAft>
                        <a:buClr>
                          <a:schemeClr val="dk2"/>
                        </a:buClr>
                        <a:buSzPts val="1000"/>
                        <a:buFont typeface="Century Gothic"/>
                        <a:buNone/>
                      </a:pPr>
                      <a:r>
                        <a:rPr lang="en-GB" sz="1000" b="1">
                          <a:solidFill>
                            <a:schemeClr val="dk2"/>
                          </a:solidFill>
                          <a:latin typeface="Century Gothic"/>
                          <a:ea typeface="Century Gothic"/>
                          <a:cs typeface="Century Gothic"/>
                          <a:sym typeface="Century Gothic"/>
                        </a:rPr>
                        <a:t>Innovating</a:t>
                      </a:r>
                      <a:endParaRPr/>
                    </a:p>
                    <a:p>
                      <a:pPr marL="0" marR="0" lvl="0" indent="0" algn="ctr" rtl="0">
                        <a:spcBef>
                          <a:spcPts val="0"/>
                        </a:spcBef>
                        <a:spcAft>
                          <a:spcPts val="0"/>
                        </a:spcAft>
                        <a:buNone/>
                      </a:pPr>
                      <a:endParaRPr sz="1000" b="1">
                        <a:solidFill>
                          <a:schemeClr val="dk2"/>
                        </a:solidFill>
                        <a:latin typeface="Century Gothic"/>
                        <a:ea typeface="Century Gothic"/>
                        <a:cs typeface="Century Gothic"/>
                        <a:sym typeface="Century Gothic"/>
                      </a:endParaRPr>
                    </a:p>
                  </a:txBody>
                  <a:tcPr marL="46800" marR="46800" marT="46800" marB="46800"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hMerge="1">
                  <a:txBody>
                    <a:bodyPr/>
                    <a:lstStyle/>
                    <a:p>
                      <a:endParaRPr/>
                    </a:p>
                  </a:txBody>
                  <a:tcPr/>
                </a:tc>
                <a:tc gridSpan="2">
                  <a:txBody>
                    <a:bodyPr/>
                    <a:lstStyle/>
                    <a:p>
                      <a:pPr marL="0" marR="0" lvl="0" indent="0" algn="l" rtl="0">
                        <a:lnSpc>
                          <a:spcPct val="100000"/>
                        </a:lnSpc>
                        <a:spcBef>
                          <a:spcPts val="0"/>
                        </a:spcBef>
                        <a:spcAft>
                          <a:spcPts val="0"/>
                        </a:spcAft>
                        <a:buClr>
                          <a:schemeClr val="dk1"/>
                        </a:buClr>
                        <a:buSzPts val="800"/>
                        <a:buFont typeface="Century Gothic"/>
                        <a:buNone/>
                      </a:pPr>
                      <a:r>
                        <a:rPr lang="en-GB" sz="800" b="0">
                          <a:solidFill>
                            <a:schemeClr val="dk1"/>
                          </a:solidFill>
                          <a:latin typeface="Century Gothic"/>
                          <a:ea typeface="Century Gothic"/>
                          <a:cs typeface="Century Gothic"/>
                          <a:sym typeface="Century Gothic"/>
                        </a:rPr>
                        <a:t>Detailed understanding of early warning signs of dormancy from a diverse range of data sources and growing range of strategies operationally deployed to re-engage declining customer relationships. Appreciation of customer value used to determine amount invested in re-engaging the relationship.</a:t>
                      </a:r>
                      <a:endParaRPr/>
                    </a:p>
                  </a:txBody>
                  <a:tcPr marL="36000" marR="36000" marT="36000" marB="36000">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hMerge="1">
                  <a:txBody>
                    <a:bodyPr/>
                    <a:lstStyle/>
                    <a:p>
                      <a:endParaRPr/>
                    </a:p>
                  </a:txBody>
                  <a:tcPr/>
                </a:tc>
                <a:tc>
                  <a:txBody>
                    <a:bodyPr/>
                    <a:lstStyle/>
                    <a:p>
                      <a:pPr marL="0" marR="0" lvl="0" indent="0" algn="ctr" rtl="0">
                        <a:spcBef>
                          <a:spcPts val="0"/>
                        </a:spcBef>
                        <a:spcAft>
                          <a:spcPts val="0"/>
                        </a:spcAft>
                        <a:buNone/>
                      </a:pPr>
                      <a:endParaRPr sz="1400"/>
                    </a:p>
                  </a:txBody>
                  <a:tcPr marL="46800" marR="46800" marT="46800" marB="46800"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400"/>
                        <a:buFont typeface="Noto Sans Symbols"/>
                        <a:buNone/>
                      </a:pPr>
                      <a:r>
                        <a:rPr lang="en-GB" sz="1400">
                          <a:solidFill>
                            <a:schemeClr val="dk1"/>
                          </a:solidFill>
                          <a:latin typeface="Noto Sans Symbols"/>
                          <a:ea typeface="Noto Sans Symbols"/>
                          <a:cs typeface="Noto Sans Symbols"/>
                          <a:sym typeface="Noto Sans Symbols"/>
                        </a:rPr>
                        <a:t>✔</a:t>
                      </a:r>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extLst>
                  <a:ext uri="{0D108BD9-81ED-4DB2-BD59-A6C34878D82A}">
                    <a16:rowId xmlns:a16="http://schemas.microsoft.com/office/drawing/2014/main" val="10002"/>
                  </a:ext>
                </a:extLst>
              </a:tr>
              <a:tr h="553500">
                <a:tc>
                  <a:txBody>
                    <a:bodyPr/>
                    <a:lstStyle/>
                    <a:p>
                      <a:pPr marL="0" marR="0" lvl="0" indent="0" algn="ctr" rtl="0">
                        <a:spcBef>
                          <a:spcPts val="0"/>
                        </a:spcBef>
                        <a:spcAft>
                          <a:spcPts val="0"/>
                        </a:spcAft>
                        <a:buNone/>
                      </a:pPr>
                      <a:endParaRPr sz="1000" b="1">
                        <a:solidFill>
                          <a:schemeClr val="lt1"/>
                        </a:solidFill>
                        <a:latin typeface="Century Gothic"/>
                        <a:ea typeface="Century Gothic"/>
                        <a:cs typeface="Century Gothic"/>
                        <a:sym typeface="Century Gothic"/>
                      </a:endParaRPr>
                    </a:p>
                  </a:txBody>
                  <a:tcPr marL="46800" marR="46800" marT="46800" marB="46800"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EC891C"/>
                    </a:solidFill>
                  </a:tcPr>
                </a:tc>
                <a:tc gridSpan="2">
                  <a:txBody>
                    <a:bodyPr/>
                    <a:lstStyle/>
                    <a:p>
                      <a:pPr marL="0" marR="0" lvl="0" indent="0" algn="ctr" rtl="0">
                        <a:lnSpc>
                          <a:spcPct val="100000"/>
                        </a:lnSpc>
                        <a:spcBef>
                          <a:spcPts val="0"/>
                        </a:spcBef>
                        <a:spcAft>
                          <a:spcPts val="0"/>
                        </a:spcAft>
                        <a:buClr>
                          <a:schemeClr val="dk2"/>
                        </a:buClr>
                        <a:buSzPts val="1000"/>
                        <a:buFont typeface="Century Gothic"/>
                        <a:buNone/>
                      </a:pPr>
                      <a:r>
                        <a:rPr lang="en-GB" sz="1000" b="1">
                          <a:solidFill>
                            <a:schemeClr val="dk2"/>
                          </a:solidFill>
                          <a:latin typeface="Century Gothic"/>
                          <a:ea typeface="Century Gothic"/>
                          <a:cs typeface="Century Gothic"/>
                          <a:sym typeface="Century Gothic"/>
                        </a:rPr>
                        <a:t>Practicing</a:t>
                      </a:r>
                      <a:endParaRPr/>
                    </a:p>
                  </a:txBody>
                  <a:tcPr marL="46800" marR="46800" marT="46800" marB="46800"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hMerge="1">
                  <a:txBody>
                    <a:bodyPr/>
                    <a:lstStyle/>
                    <a:p>
                      <a:endParaRPr/>
                    </a:p>
                  </a:txBody>
                  <a:tcPr/>
                </a:tc>
                <a:tc gridSpan="2">
                  <a:txBody>
                    <a:bodyPr/>
                    <a:lstStyle/>
                    <a:p>
                      <a:pPr marL="0" marR="0" lvl="0" indent="0" algn="l" rtl="0">
                        <a:lnSpc>
                          <a:spcPct val="100000"/>
                        </a:lnSpc>
                        <a:spcBef>
                          <a:spcPts val="0"/>
                        </a:spcBef>
                        <a:spcAft>
                          <a:spcPts val="0"/>
                        </a:spcAft>
                        <a:buClr>
                          <a:schemeClr val="dk1"/>
                        </a:buClr>
                        <a:buSzPts val="800"/>
                        <a:buFont typeface="Century Gothic"/>
                        <a:buNone/>
                      </a:pPr>
                      <a:r>
                        <a:rPr lang="en-GB" sz="800" b="0">
                          <a:solidFill>
                            <a:schemeClr val="dk1"/>
                          </a:solidFill>
                          <a:latin typeface="Century Gothic"/>
                          <a:ea typeface="Century Gothic"/>
                          <a:cs typeface="Century Gothic"/>
                          <a:sym typeface="Century Gothic"/>
                        </a:rPr>
                        <a:t>Good understanding of early warning signs of dormancy from a diverse range of data sources and small range of strategies operationally deployed to re-engage declining customer relationships </a:t>
                      </a:r>
                      <a:endParaRPr/>
                    </a:p>
                    <a:p>
                      <a:pPr marL="0" marR="0" lvl="0" indent="0" algn="l" rtl="0">
                        <a:lnSpc>
                          <a:spcPct val="100000"/>
                        </a:lnSpc>
                        <a:spcBef>
                          <a:spcPts val="0"/>
                        </a:spcBef>
                        <a:spcAft>
                          <a:spcPts val="0"/>
                        </a:spcAft>
                        <a:buClr>
                          <a:schemeClr val="dk1"/>
                        </a:buClr>
                        <a:buSzPts val="800"/>
                        <a:buFont typeface="Century Gothic"/>
                        <a:buNone/>
                      </a:pPr>
                      <a:endParaRPr sz="800" b="0">
                        <a:solidFill>
                          <a:schemeClr val="dk1"/>
                        </a:solidFill>
                        <a:latin typeface="Century Gothic"/>
                        <a:ea typeface="Century Gothic"/>
                        <a:cs typeface="Century Gothic"/>
                        <a:sym typeface="Century Gothic"/>
                      </a:endParaRPr>
                    </a:p>
                  </a:txBody>
                  <a:tcPr marL="36000" marR="36000" marT="36000" marB="36000">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hMerge="1">
                  <a:txBody>
                    <a:bodyPr/>
                    <a:lstStyle/>
                    <a:p>
                      <a:endParaRPr/>
                    </a:p>
                  </a:txBody>
                  <a:tcPr/>
                </a:tc>
                <a:tc>
                  <a:txBody>
                    <a:bodyPr/>
                    <a:lstStyle/>
                    <a:p>
                      <a:pPr marL="0" marR="0" lvl="0" indent="0" algn="ctr" rtl="0">
                        <a:lnSpc>
                          <a:spcPct val="100000"/>
                        </a:lnSpc>
                        <a:spcBef>
                          <a:spcPts val="0"/>
                        </a:spcBef>
                        <a:spcAft>
                          <a:spcPts val="0"/>
                        </a:spcAft>
                        <a:buClr>
                          <a:schemeClr val="dk1"/>
                        </a:buClr>
                        <a:buSzPts val="1400"/>
                        <a:buFont typeface="Century Gothic"/>
                        <a:buNone/>
                      </a:pPr>
                      <a:endParaRPr sz="1400">
                        <a:solidFill>
                          <a:schemeClr val="dk1"/>
                        </a:solidFill>
                        <a:latin typeface="Noto Sans Symbols"/>
                        <a:ea typeface="Noto Sans Symbols"/>
                        <a:cs typeface="Noto Sans Symbols"/>
                        <a:sym typeface="Noto Sans Symbols"/>
                      </a:endParaRPr>
                    </a:p>
                  </a:txBody>
                  <a:tcPr marL="46800" marR="46800" marT="46800" marB="46800"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a:txBody>
                    <a:bodyPr/>
                    <a:lstStyle/>
                    <a:p>
                      <a:pPr marL="0" marR="0" lvl="0" indent="0" algn="ctr" rtl="0">
                        <a:spcBef>
                          <a:spcPts val="0"/>
                        </a:spcBef>
                        <a:spcAft>
                          <a:spcPts val="0"/>
                        </a:spcAft>
                        <a:buNone/>
                      </a:pPr>
                      <a:endParaRPr sz="1400">
                        <a:solidFill>
                          <a:schemeClr val="dk1"/>
                        </a:solidFill>
                        <a:latin typeface="Noto Sans Symbols"/>
                        <a:ea typeface="Noto Sans Symbols"/>
                        <a:cs typeface="Noto Sans Symbols"/>
                        <a:sym typeface="Noto Sans Symbols"/>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extLst>
                  <a:ext uri="{0D108BD9-81ED-4DB2-BD59-A6C34878D82A}">
                    <a16:rowId xmlns:a16="http://schemas.microsoft.com/office/drawing/2014/main" val="10003"/>
                  </a:ext>
                </a:extLst>
              </a:tr>
              <a:tr h="553500">
                <a:tc>
                  <a:txBody>
                    <a:bodyPr/>
                    <a:lstStyle/>
                    <a:p>
                      <a:pPr marL="0" marR="0" lvl="0" indent="0" algn="ctr" rtl="0">
                        <a:spcBef>
                          <a:spcPts val="0"/>
                        </a:spcBef>
                        <a:spcAft>
                          <a:spcPts val="0"/>
                        </a:spcAft>
                        <a:buNone/>
                      </a:pPr>
                      <a:endParaRPr sz="1000" b="1">
                        <a:solidFill>
                          <a:schemeClr val="lt1"/>
                        </a:solidFill>
                        <a:latin typeface="Century Gothic"/>
                        <a:ea typeface="Century Gothic"/>
                        <a:cs typeface="Century Gothic"/>
                        <a:sym typeface="Century Gothic"/>
                      </a:endParaRPr>
                    </a:p>
                  </a:txBody>
                  <a:tcPr marL="46800" marR="46800" marT="46800" marB="46800"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EE9B40"/>
                    </a:solidFill>
                  </a:tcPr>
                </a:tc>
                <a:tc gridSpan="2">
                  <a:txBody>
                    <a:bodyPr/>
                    <a:lstStyle/>
                    <a:p>
                      <a:pPr marL="0" marR="0" lvl="0" indent="0" algn="ctr" rtl="0">
                        <a:lnSpc>
                          <a:spcPct val="100000"/>
                        </a:lnSpc>
                        <a:spcBef>
                          <a:spcPts val="0"/>
                        </a:spcBef>
                        <a:spcAft>
                          <a:spcPts val="0"/>
                        </a:spcAft>
                        <a:buClr>
                          <a:schemeClr val="dk2"/>
                        </a:buClr>
                        <a:buSzPts val="1000"/>
                        <a:buFont typeface="Century Gothic"/>
                        <a:buNone/>
                      </a:pPr>
                      <a:r>
                        <a:rPr lang="en-GB" sz="1000" b="1">
                          <a:solidFill>
                            <a:schemeClr val="dk2"/>
                          </a:solidFill>
                          <a:latin typeface="Century Gothic"/>
                          <a:ea typeface="Century Gothic"/>
                          <a:cs typeface="Century Gothic"/>
                          <a:sym typeface="Century Gothic"/>
                        </a:rPr>
                        <a:t>Developing</a:t>
                      </a:r>
                      <a:endParaRPr/>
                    </a:p>
                  </a:txBody>
                  <a:tcPr marL="46800" marR="46800" marT="46800" marB="46800"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hMerge="1">
                  <a:txBody>
                    <a:bodyPr/>
                    <a:lstStyle/>
                    <a:p>
                      <a:endParaRPr/>
                    </a:p>
                  </a:txBody>
                  <a:tcPr/>
                </a:tc>
                <a:tc gridSpan="2">
                  <a:txBody>
                    <a:bodyPr/>
                    <a:lstStyle/>
                    <a:p>
                      <a:pPr marL="0" marR="0" lvl="0" indent="0" algn="l" rtl="0">
                        <a:lnSpc>
                          <a:spcPct val="100000"/>
                        </a:lnSpc>
                        <a:spcBef>
                          <a:spcPts val="0"/>
                        </a:spcBef>
                        <a:spcAft>
                          <a:spcPts val="0"/>
                        </a:spcAft>
                        <a:buClr>
                          <a:schemeClr val="dk1"/>
                        </a:buClr>
                        <a:buSzPts val="800"/>
                        <a:buFont typeface="Century Gothic"/>
                        <a:buNone/>
                      </a:pPr>
                      <a:r>
                        <a:rPr lang="en-GB" sz="800" b="0">
                          <a:solidFill>
                            <a:schemeClr val="dk1"/>
                          </a:solidFill>
                          <a:latin typeface="Century Gothic"/>
                          <a:ea typeface="Century Gothic"/>
                          <a:cs typeface="Century Gothic"/>
                          <a:sym typeface="Century Gothic"/>
                        </a:rPr>
                        <a:t>Rudimentary understanding of early warning signs of dormancy from a limited range of data sources but no operational deployment specify strategies deployed to re-engage declining customer relationships </a:t>
                      </a:r>
                      <a:endParaRPr/>
                    </a:p>
                  </a:txBody>
                  <a:tcPr marL="36000" marR="36000" marT="36000" marB="36000">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hMerge="1">
                  <a:txBody>
                    <a:bodyPr/>
                    <a:lstStyle/>
                    <a:p>
                      <a:endParaRPr/>
                    </a:p>
                  </a:txBody>
                  <a:tcPr/>
                </a:tc>
                <a:tc>
                  <a:txBody>
                    <a:bodyPr/>
                    <a:lstStyle/>
                    <a:p>
                      <a:pPr marL="0" marR="0" lvl="0" indent="0" algn="ctr" rtl="0">
                        <a:lnSpc>
                          <a:spcPct val="100000"/>
                        </a:lnSpc>
                        <a:spcBef>
                          <a:spcPts val="0"/>
                        </a:spcBef>
                        <a:spcAft>
                          <a:spcPts val="0"/>
                        </a:spcAft>
                        <a:buClr>
                          <a:schemeClr val="dk1"/>
                        </a:buClr>
                        <a:buSzPts val="1400"/>
                        <a:buFont typeface="Noto Sans Symbols"/>
                        <a:buNone/>
                      </a:pPr>
                      <a:r>
                        <a:rPr lang="en-GB" sz="1400">
                          <a:solidFill>
                            <a:schemeClr val="dk1"/>
                          </a:solidFill>
                          <a:latin typeface="Noto Sans Symbols"/>
                          <a:ea typeface="Noto Sans Symbols"/>
                          <a:cs typeface="Noto Sans Symbols"/>
                          <a:sym typeface="Noto Sans Symbols"/>
                        </a:rPr>
                        <a:t>✔</a:t>
                      </a:r>
                      <a:endParaRPr/>
                    </a:p>
                  </a:txBody>
                  <a:tcPr marL="46800" marR="46800" marT="46800" marB="46800"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a:txBody>
                    <a:bodyPr/>
                    <a:lstStyle/>
                    <a:p>
                      <a:pPr marL="0" marR="0" lvl="0" indent="0" algn="ctr" rtl="0">
                        <a:spcBef>
                          <a:spcPts val="0"/>
                        </a:spcBef>
                        <a:spcAft>
                          <a:spcPts val="0"/>
                        </a:spcAft>
                        <a:buNone/>
                      </a:pPr>
                      <a:endParaRPr sz="1400">
                        <a:solidFill>
                          <a:schemeClr val="dk1"/>
                        </a:solidFill>
                        <a:latin typeface="Noto Sans Symbols"/>
                        <a:ea typeface="Noto Sans Symbols"/>
                        <a:cs typeface="Noto Sans Symbols"/>
                        <a:sym typeface="Noto Sans Symbols"/>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extLst>
                  <a:ext uri="{0D108BD9-81ED-4DB2-BD59-A6C34878D82A}">
                    <a16:rowId xmlns:a16="http://schemas.microsoft.com/office/drawing/2014/main" val="10004"/>
                  </a:ext>
                </a:extLst>
              </a:tr>
              <a:tr h="503725">
                <a:tc>
                  <a:txBody>
                    <a:bodyPr/>
                    <a:lstStyle/>
                    <a:p>
                      <a:pPr marL="0" marR="0" lvl="0" indent="0" algn="ctr" rtl="0">
                        <a:spcBef>
                          <a:spcPts val="0"/>
                        </a:spcBef>
                        <a:spcAft>
                          <a:spcPts val="0"/>
                        </a:spcAft>
                        <a:buNone/>
                      </a:pPr>
                      <a:endParaRPr sz="1000" b="1">
                        <a:solidFill>
                          <a:schemeClr val="lt1"/>
                        </a:solidFill>
                        <a:latin typeface="Century Gothic"/>
                        <a:ea typeface="Century Gothic"/>
                        <a:cs typeface="Century Gothic"/>
                        <a:sym typeface="Century Gothic"/>
                      </a:endParaRPr>
                    </a:p>
                  </a:txBody>
                  <a:tcPr marL="46800" marR="46800" marT="46800" marB="46800"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1AE65"/>
                    </a:solidFill>
                  </a:tcPr>
                </a:tc>
                <a:tc gridSpan="2">
                  <a:txBody>
                    <a:bodyPr/>
                    <a:lstStyle/>
                    <a:p>
                      <a:pPr marL="0" marR="0" lvl="0" indent="0" algn="ctr" rtl="0">
                        <a:lnSpc>
                          <a:spcPct val="100000"/>
                        </a:lnSpc>
                        <a:spcBef>
                          <a:spcPts val="0"/>
                        </a:spcBef>
                        <a:spcAft>
                          <a:spcPts val="0"/>
                        </a:spcAft>
                        <a:buClr>
                          <a:schemeClr val="dk2"/>
                        </a:buClr>
                        <a:buSzPts val="1000"/>
                        <a:buFont typeface="Century Gothic"/>
                        <a:buNone/>
                      </a:pPr>
                      <a:r>
                        <a:rPr lang="en-GB" sz="1000" b="1">
                          <a:solidFill>
                            <a:schemeClr val="dk2"/>
                          </a:solidFill>
                          <a:latin typeface="Century Gothic"/>
                          <a:ea typeface="Century Gothic"/>
                          <a:cs typeface="Century Gothic"/>
                          <a:sym typeface="Century Gothic"/>
                        </a:rPr>
                        <a:t>Emerging</a:t>
                      </a:r>
                      <a:endParaRPr/>
                    </a:p>
                  </a:txBody>
                  <a:tcPr marL="46800" marR="46800" marT="46800" marB="46800"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hMerge="1">
                  <a:txBody>
                    <a:bodyPr/>
                    <a:lstStyle/>
                    <a:p>
                      <a:endParaRPr/>
                    </a:p>
                  </a:txBody>
                  <a:tcPr/>
                </a:tc>
                <a:tc gridSpan="2">
                  <a:txBody>
                    <a:bodyPr/>
                    <a:lstStyle/>
                    <a:p>
                      <a:pPr marL="0" marR="0" lvl="0" indent="0" algn="l" rtl="0">
                        <a:lnSpc>
                          <a:spcPct val="100000"/>
                        </a:lnSpc>
                        <a:spcBef>
                          <a:spcPts val="0"/>
                        </a:spcBef>
                        <a:spcAft>
                          <a:spcPts val="0"/>
                        </a:spcAft>
                        <a:buClr>
                          <a:schemeClr val="dk1"/>
                        </a:buClr>
                        <a:buSzPts val="800"/>
                        <a:buFont typeface="Century Gothic"/>
                        <a:buNone/>
                      </a:pPr>
                      <a:r>
                        <a:rPr lang="en-GB" sz="800" b="0">
                          <a:solidFill>
                            <a:schemeClr val="dk1"/>
                          </a:solidFill>
                          <a:latin typeface="Century Gothic"/>
                          <a:ea typeface="Century Gothic"/>
                          <a:cs typeface="Century Gothic"/>
                          <a:sym typeface="Century Gothic"/>
                        </a:rPr>
                        <a:t>No specific targeted customer re-engagement activities performed</a:t>
                      </a:r>
                      <a:endParaRPr/>
                    </a:p>
                    <a:p>
                      <a:pPr marL="0" marR="0" lvl="0" indent="0" algn="l" rtl="0">
                        <a:lnSpc>
                          <a:spcPct val="100000"/>
                        </a:lnSpc>
                        <a:spcBef>
                          <a:spcPts val="0"/>
                        </a:spcBef>
                        <a:spcAft>
                          <a:spcPts val="0"/>
                        </a:spcAft>
                        <a:buClr>
                          <a:schemeClr val="dk1"/>
                        </a:buClr>
                        <a:buSzPts val="800"/>
                        <a:buFont typeface="Century Gothic"/>
                        <a:buNone/>
                      </a:pPr>
                      <a:endParaRPr sz="800" b="0">
                        <a:solidFill>
                          <a:schemeClr val="dk1"/>
                        </a:solidFill>
                        <a:latin typeface="Century Gothic"/>
                        <a:ea typeface="Century Gothic"/>
                        <a:cs typeface="Century Gothic"/>
                        <a:sym typeface="Century Gothic"/>
                      </a:endParaRPr>
                    </a:p>
                    <a:p>
                      <a:pPr marL="0" marR="0" lvl="0" indent="0" algn="l" rtl="0">
                        <a:lnSpc>
                          <a:spcPct val="100000"/>
                        </a:lnSpc>
                        <a:spcBef>
                          <a:spcPts val="0"/>
                        </a:spcBef>
                        <a:spcAft>
                          <a:spcPts val="0"/>
                        </a:spcAft>
                        <a:buClr>
                          <a:schemeClr val="dk1"/>
                        </a:buClr>
                        <a:buSzPts val="800"/>
                        <a:buFont typeface="Century Gothic"/>
                        <a:buNone/>
                      </a:pPr>
                      <a:endParaRPr sz="800" b="0">
                        <a:solidFill>
                          <a:schemeClr val="dk1"/>
                        </a:solidFill>
                        <a:latin typeface="Century Gothic"/>
                        <a:ea typeface="Century Gothic"/>
                        <a:cs typeface="Century Gothic"/>
                        <a:sym typeface="Century Gothic"/>
                      </a:endParaRPr>
                    </a:p>
                  </a:txBody>
                  <a:tcPr marL="36000" marR="36000" marT="36000" marB="36000">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hMerge="1">
                  <a:txBody>
                    <a:bodyPr/>
                    <a:lstStyle/>
                    <a:p>
                      <a:endParaRPr/>
                    </a:p>
                  </a:txBody>
                  <a:tcPr/>
                </a:tc>
                <a:tc>
                  <a:txBody>
                    <a:bodyPr/>
                    <a:lstStyle/>
                    <a:p>
                      <a:pPr marL="0" marR="0" lvl="0" indent="0" algn="ctr" rtl="0">
                        <a:spcBef>
                          <a:spcPts val="0"/>
                        </a:spcBef>
                        <a:spcAft>
                          <a:spcPts val="0"/>
                        </a:spcAft>
                        <a:buNone/>
                      </a:pPr>
                      <a:endParaRPr sz="1400"/>
                    </a:p>
                  </a:txBody>
                  <a:tcPr marL="46800" marR="46800" marT="46800" marB="46800"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a:txBody>
                    <a:bodyPr/>
                    <a:lstStyle/>
                    <a:p>
                      <a:pPr marL="0" marR="0" lvl="0" indent="0" algn="ctr" rtl="0">
                        <a:spcBef>
                          <a:spcPts val="0"/>
                        </a:spcBef>
                        <a:spcAft>
                          <a:spcPts val="0"/>
                        </a:spcAft>
                        <a:buNone/>
                      </a:pPr>
                      <a:endParaRPr sz="1400">
                        <a:solidFill>
                          <a:schemeClr val="dk1"/>
                        </a:solidFill>
                        <a:latin typeface="Noto Sans Symbols"/>
                        <a:ea typeface="Noto Sans Symbols"/>
                        <a:cs typeface="Noto Sans Symbols"/>
                        <a:sym typeface="Noto Sans Symbols"/>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extLst>
                  <a:ext uri="{0D108BD9-81ED-4DB2-BD59-A6C34878D82A}">
                    <a16:rowId xmlns:a16="http://schemas.microsoft.com/office/drawing/2014/main" val="10005"/>
                  </a:ext>
                </a:extLst>
              </a:tr>
              <a:tr h="178750">
                <a:tc gridSpan="3">
                  <a:txBody>
                    <a:bodyPr/>
                    <a:lstStyle/>
                    <a:p>
                      <a:pPr marL="0" marR="0" lvl="0" indent="0" algn="ctr" rtl="0">
                        <a:lnSpc>
                          <a:spcPct val="100000"/>
                        </a:lnSpc>
                        <a:spcBef>
                          <a:spcPts val="0"/>
                        </a:spcBef>
                        <a:spcAft>
                          <a:spcPts val="0"/>
                        </a:spcAft>
                        <a:buClr>
                          <a:schemeClr val="dk2"/>
                        </a:buClr>
                        <a:buSzPts val="1000"/>
                        <a:buFont typeface="Century Gothic"/>
                        <a:buNone/>
                      </a:pPr>
                      <a:r>
                        <a:rPr lang="en-GB" sz="1000" b="1">
                          <a:solidFill>
                            <a:schemeClr val="dk2"/>
                          </a:solidFill>
                        </a:rPr>
                        <a:t>Priority</a:t>
                      </a:r>
                      <a:endParaRPr/>
                    </a:p>
                  </a:txBody>
                  <a:tcPr marL="46800" marR="46800" marT="0" marB="0"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hMerge="1">
                  <a:txBody>
                    <a:bodyPr/>
                    <a:lstStyle/>
                    <a:p>
                      <a:endParaRPr/>
                    </a:p>
                  </a:txBody>
                  <a:tcPr/>
                </a:tc>
                <a:tc hMerge="1">
                  <a:txBody>
                    <a:bodyPr/>
                    <a:lstStyle/>
                    <a:p>
                      <a:endParaRPr/>
                    </a:p>
                  </a:txBody>
                  <a:tcPr/>
                </a:tc>
                <a:tc>
                  <a:txBody>
                    <a:bodyPr/>
                    <a:lstStyle/>
                    <a:p>
                      <a:pPr marL="0" marR="0" lvl="0" indent="0" algn="ctr" rtl="0">
                        <a:lnSpc>
                          <a:spcPct val="100000"/>
                        </a:lnSpc>
                        <a:spcBef>
                          <a:spcPts val="0"/>
                        </a:spcBef>
                        <a:spcAft>
                          <a:spcPts val="0"/>
                        </a:spcAft>
                        <a:buClr>
                          <a:schemeClr val="dk2"/>
                        </a:buClr>
                        <a:buSzPts val="1000"/>
                        <a:buFont typeface="Century Gothic"/>
                        <a:buNone/>
                      </a:pPr>
                      <a:r>
                        <a:rPr lang="en-GB" sz="1000" b="1">
                          <a:solidFill>
                            <a:schemeClr val="dk2"/>
                          </a:solidFill>
                          <a:latin typeface="Century Gothic"/>
                          <a:ea typeface="Century Gothic"/>
                          <a:cs typeface="Century Gothic"/>
                          <a:sym typeface="Century Gothic"/>
                        </a:rPr>
                        <a:t>Key areas for improvement</a:t>
                      </a:r>
                      <a:endParaRPr/>
                    </a:p>
                  </a:txBody>
                  <a:tcPr marL="46800" marR="46800" marT="0" marB="0"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2"/>
                        </a:buClr>
                        <a:buSzPts val="1000"/>
                        <a:buFont typeface="Century Gothic"/>
                        <a:buNone/>
                      </a:pPr>
                      <a:r>
                        <a:rPr lang="en-GB" sz="1000" b="1">
                          <a:solidFill>
                            <a:schemeClr val="dk2"/>
                          </a:solidFill>
                        </a:rPr>
                        <a:t>Benefits from uplift</a:t>
                      </a:r>
                      <a:endParaRPr sz="1000" b="1">
                        <a:solidFill>
                          <a:schemeClr val="dk2"/>
                        </a:solidFill>
                        <a:latin typeface="Century Gothic"/>
                        <a:ea typeface="Century Gothic"/>
                        <a:cs typeface="Century Gothic"/>
                        <a:sym typeface="Century Gothic"/>
                      </a:endParaRPr>
                    </a:p>
                  </a:txBody>
                  <a:tcPr marL="46800" marR="46800" marT="0" marB="0"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gridSpan="2">
                  <a:txBody>
                    <a:bodyPr/>
                    <a:lstStyle/>
                    <a:p>
                      <a:pPr marL="0" marR="0" lvl="0" indent="0" algn="ctr" rtl="0">
                        <a:spcBef>
                          <a:spcPts val="0"/>
                        </a:spcBef>
                        <a:spcAft>
                          <a:spcPts val="0"/>
                        </a:spcAft>
                        <a:buNone/>
                      </a:pPr>
                      <a:r>
                        <a:rPr lang="en-GB" sz="1000" b="1">
                          <a:solidFill>
                            <a:schemeClr val="dk2"/>
                          </a:solidFill>
                        </a:rPr>
                        <a:t>Timeframe</a:t>
                      </a:r>
                      <a:endParaRPr sz="1000" b="1">
                        <a:solidFill>
                          <a:schemeClr val="dk2"/>
                        </a:solidFill>
                      </a:endParaRPr>
                    </a:p>
                  </a:txBody>
                  <a:tcPr marL="46800" marR="46800" marT="0" marB="0"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hMerge="1">
                  <a:txBody>
                    <a:bodyPr/>
                    <a:lstStyle/>
                    <a:p>
                      <a:endParaRPr/>
                    </a:p>
                  </a:txBody>
                  <a:tcPr/>
                </a:tc>
                <a:extLst>
                  <a:ext uri="{0D108BD9-81ED-4DB2-BD59-A6C34878D82A}">
                    <a16:rowId xmlns:a16="http://schemas.microsoft.com/office/drawing/2014/main" val="10006"/>
                  </a:ext>
                </a:extLst>
              </a:tr>
              <a:tr h="243275">
                <a:tc gridSpan="2">
                  <a:txBody>
                    <a:bodyPr/>
                    <a:lstStyle/>
                    <a:p>
                      <a:pPr marL="0" marR="0" lvl="0" indent="0" algn="ctr" rtl="0">
                        <a:spcBef>
                          <a:spcPts val="0"/>
                        </a:spcBef>
                        <a:spcAft>
                          <a:spcPts val="0"/>
                        </a:spcAft>
                        <a:buNone/>
                      </a:pPr>
                      <a:r>
                        <a:rPr lang="en-GB" sz="800" b="1">
                          <a:solidFill>
                            <a:schemeClr val="dk1"/>
                          </a:solidFill>
                        </a:rPr>
                        <a:t>High</a:t>
                      </a:r>
                      <a:endParaRPr sz="800" b="1">
                        <a:solidFill>
                          <a:schemeClr val="dk1"/>
                        </a:solidFill>
                      </a:endParaRPr>
                    </a:p>
                  </a:txBody>
                  <a:tcPr marL="46800" marR="46800" marT="46800" marB="46800"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hMerge="1">
                  <a:txBody>
                    <a:bodyPr/>
                    <a:lstStyle/>
                    <a:p>
                      <a:endParaRPr/>
                    </a:p>
                  </a:txBody>
                  <a:tcPr/>
                </a:tc>
                <a:tc>
                  <a:txBody>
                    <a:bodyPr/>
                    <a:lstStyle/>
                    <a:p>
                      <a:pPr marL="0" marR="0" lvl="0" indent="0" algn="ctr" rtl="0">
                        <a:spcBef>
                          <a:spcPts val="0"/>
                        </a:spcBef>
                        <a:spcAft>
                          <a:spcPts val="0"/>
                        </a:spcAft>
                        <a:buNone/>
                      </a:pPr>
                      <a:r>
                        <a:rPr lang="en-GB" sz="1000">
                          <a:solidFill>
                            <a:schemeClr val="dk1"/>
                          </a:solidFill>
                          <a:latin typeface="Noto Sans Symbols"/>
                          <a:ea typeface="Noto Sans Symbols"/>
                          <a:cs typeface="Noto Sans Symbols"/>
                          <a:sym typeface="Noto Sans Symbols"/>
                        </a:rPr>
                        <a:t>✔</a:t>
                      </a:r>
                      <a:endParaRPr sz="1000" b="1">
                        <a:solidFill>
                          <a:schemeClr val="dk1"/>
                        </a:solidFill>
                      </a:endParaRPr>
                    </a:p>
                  </a:txBody>
                  <a:tcPr marL="46800" marR="46800" marT="46800" marB="46800"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rowSpan="3">
                  <a:txBody>
                    <a:bodyPr/>
                    <a:lstStyle/>
                    <a:p>
                      <a:pPr marL="0" marR="0" lvl="0" indent="0" algn="l" rtl="0">
                        <a:lnSpc>
                          <a:spcPct val="100000"/>
                        </a:lnSpc>
                        <a:spcBef>
                          <a:spcPts val="0"/>
                        </a:spcBef>
                        <a:spcAft>
                          <a:spcPts val="0"/>
                        </a:spcAft>
                        <a:buClr>
                          <a:schemeClr val="dk1"/>
                        </a:buClr>
                        <a:buSzPts val="800"/>
                        <a:buFont typeface="Arial"/>
                        <a:buNone/>
                      </a:pPr>
                      <a:r>
                        <a:rPr lang="en-GB" sz="800" b="0">
                          <a:solidFill>
                            <a:schemeClr val="dk1"/>
                          </a:solidFill>
                          <a:latin typeface="Century Gothic"/>
                          <a:ea typeface="Century Gothic"/>
                          <a:cs typeface="Century Gothic"/>
                          <a:sym typeface="Century Gothic"/>
                        </a:rPr>
                        <a:t>Client’s view of key areas for improvement e.g. </a:t>
                      </a:r>
                      <a:endParaRPr/>
                    </a:p>
                    <a:p>
                      <a:pPr marL="171450" marR="0" lvl="0" indent="-171450" algn="l" rtl="0">
                        <a:lnSpc>
                          <a:spcPct val="100000"/>
                        </a:lnSpc>
                        <a:spcBef>
                          <a:spcPts val="0"/>
                        </a:spcBef>
                        <a:spcAft>
                          <a:spcPts val="0"/>
                        </a:spcAft>
                        <a:buClr>
                          <a:schemeClr val="dk1"/>
                        </a:buClr>
                        <a:buSzPts val="800"/>
                        <a:buFont typeface="Arial"/>
                        <a:buChar char="•"/>
                      </a:pPr>
                      <a:r>
                        <a:rPr lang="en-GB" sz="800" b="0">
                          <a:solidFill>
                            <a:schemeClr val="dk1"/>
                          </a:solidFill>
                          <a:latin typeface="Century Gothic"/>
                          <a:ea typeface="Century Gothic"/>
                          <a:cs typeface="Century Gothic"/>
                          <a:sym typeface="Century Gothic"/>
                        </a:rPr>
                        <a:t>Analytical capability (sophistication, resourcing)</a:t>
                      </a:r>
                      <a:endParaRPr/>
                    </a:p>
                    <a:p>
                      <a:pPr marL="171450" marR="0" lvl="0" indent="-171450" algn="l" rtl="0">
                        <a:lnSpc>
                          <a:spcPct val="100000"/>
                        </a:lnSpc>
                        <a:spcBef>
                          <a:spcPts val="0"/>
                        </a:spcBef>
                        <a:spcAft>
                          <a:spcPts val="0"/>
                        </a:spcAft>
                        <a:buClr>
                          <a:schemeClr val="dk1"/>
                        </a:buClr>
                        <a:buSzPts val="800"/>
                        <a:buFont typeface="Arial"/>
                        <a:buChar char="•"/>
                      </a:pPr>
                      <a:r>
                        <a:rPr lang="en-GB" sz="800" b="0">
                          <a:solidFill>
                            <a:schemeClr val="dk1"/>
                          </a:solidFill>
                          <a:latin typeface="Century Gothic"/>
                          <a:ea typeface="Century Gothic"/>
                          <a:cs typeface="Century Gothic"/>
                          <a:sym typeface="Century Gothic"/>
                        </a:rPr>
                        <a:t>Analytical agility, time to market, automation</a:t>
                      </a:r>
                      <a:endParaRPr/>
                    </a:p>
                    <a:p>
                      <a:pPr marL="171450" marR="0" lvl="0" indent="-171450" algn="l" rtl="0">
                        <a:lnSpc>
                          <a:spcPct val="100000"/>
                        </a:lnSpc>
                        <a:spcBef>
                          <a:spcPts val="0"/>
                        </a:spcBef>
                        <a:spcAft>
                          <a:spcPts val="0"/>
                        </a:spcAft>
                        <a:buClr>
                          <a:schemeClr val="dk1"/>
                        </a:buClr>
                        <a:buSzPts val="800"/>
                        <a:buFont typeface="Arial"/>
                        <a:buChar char="•"/>
                      </a:pPr>
                      <a:r>
                        <a:rPr lang="en-GB" sz="800" b="0">
                          <a:solidFill>
                            <a:schemeClr val="dk1"/>
                          </a:solidFill>
                          <a:latin typeface="Century Gothic"/>
                          <a:ea typeface="Century Gothic"/>
                          <a:cs typeface="Century Gothic"/>
                          <a:sym typeface="Century Gothic"/>
                        </a:rPr>
                        <a:t>Data completeness, latency, extent of integration</a:t>
                      </a:r>
                      <a:endParaRPr/>
                    </a:p>
                  </a:txBody>
                  <a:tcPr marL="36000" marR="36000" marT="36000" marB="36000">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rowSpan="3">
                  <a:txBody>
                    <a:bodyPr/>
                    <a:lstStyle/>
                    <a:p>
                      <a:pPr marL="285750" marR="0" lvl="0" indent="-285750" algn="l" rtl="0">
                        <a:spcBef>
                          <a:spcPts val="0"/>
                        </a:spcBef>
                        <a:spcAft>
                          <a:spcPts val="0"/>
                        </a:spcAft>
                        <a:buClr>
                          <a:schemeClr val="dk1"/>
                        </a:buClr>
                        <a:buSzPts val="800"/>
                        <a:buFont typeface="Arial"/>
                        <a:buChar char="•"/>
                      </a:pPr>
                      <a:r>
                        <a:rPr lang="en-GB" sz="800">
                          <a:solidFill>
                            <a:schemeClr val="dk1"/>
                          </a:solidFill>
                          <a:latin typeface="Century Gothic"/>
                          <a:ea typeface="Century Gothic"/>
                          <a:cs typeface="Century Gothic"/>
                          <a:sym typeface="Century Gothic"/>
                        </a:rPr>
                        <a:t>Accurate customer count for SBP regulatory reporting
Reduced duplicate communications and offer conflicts
Complete relationship view enabling holistic customer management
Foundation for profitability, segmentation, and campaign analytics</a:t>
                      </a:r>
                      <a:endParaRPr/>
                    </a:p>
                    <a:p>
                      <a:pPr marL="285750" marR="0" lvl="0" indent="-285750" algn="l" rtl="0">
                        <a:spcBef>
                          <a:spcPts val="0"/>
                        </a:spcBef>
                        <a:spcAft>
                          <a:spcPts val="0"/>
                        </a:spcAft>
                        <a:buClr>
                          <a:schemeClr val="dk1"/>
                        </a:buClr>
                        <a:buSzPts val="800"/>
                        <a:buFont typeface="Arial"/>
                        <a:buChar char="•"/>
                      </a:pPr>
                      <a:r>
                        <a:rPr lang="en-GB" sz="800">
                          <a:solidFill>
                            <a:schemeClr val="dk1"/>
                          </a:solidFill>
                          <a:latin typeface="Century Gothic"/>
                          <a:ea typeface="Century Gothic"/>
                          <a:cs typeface="Century Gothic"/>
                          <a:sym typeface="Century Gothic"/>
                        </a:rPr>
                        <a:t>Consider how improving maturity level will impact these</a:t>
                      </a:r>
                      <a:endParaRPr/>
                    </a:p>
                    <a:p>
                      <a:pPr marL="285750" marR="0" lvl="0" indent="-285750" algn="l" rtl="0">
                        <a:spcBef>
                          <a:spcPts val="0"/>
                        </a:spcBef>
                        <a:spcAft>
                          <a:spcPts val="0"/>
                        </a:spcAft>
                        <a:buClr>
                          <a:schemeClr val="dk1"/>
                        </a:buClr>
                        <a:buSzPts val="800"/>
                        <a:buFont typeface="Arial"/>
                        <a:buChar char="•"/>
                      </a:pPr>
                      <a:r>
                        <a:rPr lang="en-GB" sz="800">
                          <a:solidFill>
                            <a:schemeClr val="dk1"/>
                          </a:solidFill>
                          <a:latin typeface="Century Gothic"/>
                          <a:ea typeface="Century Gothic"/>
                          <a:cs typeface="Century Gothic"/>
                          <a:sym typeface="Century Gothic"/>
                        </a:rPr>
                        <a:t>Balance these against client strategic priorities</a:t>
                      </a:r>
                      <a:endParaRPr sz="800">
                        <a:solidFill>
                          <a:schemeClr val="dk1"/>
                        </a:solidFill>
                        <a:latin typeface="Century Gothic"/>
                        <a:ea typeface="Century Gothic"/>
                        <a:cs typeface="Century Gothic"/>
                        <a:sym typeface="Century Gothic"/>
                      </a:endParaRPr>
                    </a:p>
                  </a:txBody>
                  <a:tcPr marL="36000" marR="36000" marT="36000" marB="36000">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rowSpan="3" gridSpan="2">
                  <a:txBody>
                    <a:bodyPr/>
                    <a:lstStyle/>
                    <a:p>
                      <a:pPr marL="0" marR="0" lvl="0" indent="0" algn="ctr" rtl="0">
                        <a:lnSpc>
                          <a:spcPct val="100000"/>
                        </a:lnSpc>
                        <a:spcBef>
                          <a:spcPts val="0"/>
                        </a:spcBef>
                        <a:spcAft>
                          <a:spcPts val="0"/>
                        </a:spcAft>
                        <a:buClr>
                          <a:schemeClr val="dk1"/>
                        </a:buClr>
                        <a:buSzPts val="800"/>
                        <a:buFont typeface="Century Gothic"/>
                        <a:buNone/>
                      </a:pPr>
                      <a:r>
                        <a:rPr lang="en-GB" sz="800" b="0">
                          <a:solidFill>
                            <a:schemeClr val="dk1"/>
                          </a:solidFill>
                        </a:rPr>
                        <a:t>2025-2027</a:t>
                      </a:r>
                      <a:endParaRPr/>
                    </a:p>
                  </a:txBody>
                  <a:tcPr marL="46800" marR="46800" marT="46800" marB="46800"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rowSpan="3" hMerge="1">
                  <a:txBody>
                    <a:bodyPr/>
                    <a:lstStyle/>
                    <a:p>
                      <a:endParaRPr/>
                    </a:p>
                  </a:txBody>
                  <a:tcPr/>
                </a:tc>
                <a:extLst>
                  <a:ext uri="{0D108BD9-81ED-4DB2-BD59-A6C34878D82A}">
                    <a16:rowId xmlns:a16="http://schemas.microsoft.com/office/drawing/2014/main" val="10007"/>
                  </a:ext>
                </a:extLst>
              </a:tr>
              <a:tr h="243275">
                <a:tc gridSpan="2">
                  <a:txBody>
                    <a:bodyPr/>
                    <a:lstStyle/>
                    <a:p>
                      <a:pPr marL="0" marR="0" lvl="0" indent="0" algn="ctr" rtl="0">
                        <a:spcBef>
                          <a:spcPts val="0"/>
                        </a:spcBef>
                        <a:spcAft>
                          <a:spcPts val="0"/>
                        </a:spcAft>
                        <a:buNone/>
                      </a:pPr>
                      <a:r>
                        <a:rPr lang="en-GB" sz="800" b="1">
                          <a:solidFill>
                            <a:schemeClr val="dk1"/>
                          </a:solidFill>
                        </a:rPr>
                        <a:t>Medium</a:t>
                      </a:r>
                      <a:endParaRPr sz="800" b="1">
                        <a:solidFill>
                          <a:schemeClr val="dk1"/>
                        </a:solidFill>
                      </a:endParaRPr>
                    </a:p>
                  </a:txBody>
                  <a:tcPr marL="46800" marR="46800" marT="46800" marB="46800"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hMerge="1">
                  <a:txBody>
                    <a:bodyPr/>
                    <a:lstStyle/>
                    <a:p>
                      <a:endParaRPr/>
                    </a:p>
                  </a:txBody>
                  <a:tcPr/>
                </a:tc>
                <a:tc>
                  <a:txBody>
                    <a:bodyPr/>
                    <a:lstStyle/>
                    <a:p>
                      <a:pPr marL="0" marR="0" lvl="0" indent="0" algn="l" rtl="0">
                        <a:spcBef>
                          <a:spcPts val="0"/>
                        </a:spcBef>
                        <a:spcAft>
                          <a:spcPts val="0"/>
                        </a:spcAft>
                        <a:buNone/>
                      </a:pPr>
                      <a:endParaRPr sz="1000"/>
                    </a:p>
                  </a:txBody>
                  <a:tcPr marL="46800" marR="46800" marT="46800" marB="46800"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vMerge="1">
                  <a:txBody>
                    <a:bodyPr/>
                    <a:lstStyle/>
                    <a:p>
                      <a:endParaRPr/>
                    </a:p>
                  </a:txBody>
                  <a:tcPr/>
                </a:tc>
                <a:tc vMerge="1">
                  <a:txBody>
                    <a:bodyPr/>
                    <a:lstStyle/>
                    <a:p>
                      <a:endParaRPr/>
                    </a:p>
                  </a:txBody>
                  <a:tcPr/>
                </a:tc>
                <a:tc gridSpan="2" vMerge="1">
                  <a:txBody>
                    <a:bodyPr/>
                    <a:lstStyle/>
                    <a:p>
                      <a:endParaRPr/>
                    </a:p>
                  </a:txBody>
                  <a:tcPr/>
                </a:tc>
                <a:tc hMerge="1" vMerge="1">
                  <a:txBody>
                    <a:bodyPr/>
                    <a:lstStyle/>
                    <a:p>
                      <a:endParaRPr/>
                    </a:p>
                  </a:txBody>
                  <a:tcPr/>
                </a:tc>
                <a:extLst>
                  <a:ext uri="{0D108BD9-81ED-4DB2-BD59-A6C34878D82A}">
                    <a16:rowId xmlns:a16="http://schemas.microsoft.com/office/drawing/2014/main" val="10008"/>
                  </a:ext>
                </a:extLst>
              </a:tr>
              <a:tr h="243275">
                <a:tc gridSpan="2">
                  <a:txBody>
                    <a:bodyPr/>
                    <a:lstStyle/>
                    <a:p>
                      <a:pPr marL="0" marR="0" lvl="0" indent="0" algn="ctr" rtl="0">
                        <a:spcBef>
                          <a:spcPts val="0"/>
                        </a:spcBef>
                        <a:spcAft>
                          <a:spcPts val="0"/>
                        </a:spcAft>
                        <a:buNone/>
                      </a:pPr>
                      <a:r>
                        <a:rPr lang="en-GB" sz="800" b="1">
                          <a:solidFill>
                            <a:schemeClr val="dk1"/>
                          </a:solidFill>
                        </a:rPr>
                        <a:t>Low</a:t>
                      </a:r>
                      <a:endParaRPr sz="800" b="1">
                        <a:solidFill>
                          <a:schemeClr val="dk1"/>
                        </a:solidFill>
                      </a:endParaRPr>
                    </a:p>
                  </a:txBody>
                  <a:tcPr marL="46800" marR="46800" marT="46800" marB="46800"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hMerge="1">
                  <a:txBody>
                    <a:bodyPr/>
                    <a:lstStyle/>
                    <a:p>
                      <a:endParaRPr/>
                    </a:p>
                  </a:txBody>
                  <a:tcPr/>
                </a:tc>
                <a:tc>
                  <a:txBody>
                    <a:bodyPr/>
                    <a:lstStyle/>
                    <a:p>
                      <a:pPr marL="0" marR="0" lvl="0" indent="0" algn="l" rtl="0">
                        <a:spcBef>
                          <a:spcPts val="0"/>
                        </a:spcBef>
                        <a:spcAft>
                          <a:spcPts val="0"/>
                        </a:spcAft>
                        <a:buNone/>
                      </a:pPr>
                      <a:endParaRPr sz="1000"/>
                    </a:p>
                  </a:txBody>
                  <a:tcPr marL="46800" marR="46800" marT="46800" marB="46800"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vMerge="1">
                  <a:txBody>
                    <a:bodyPr/>
                    <a:lstStyle/>
                    <a:p>
                      <a:endParaRPr/>
                    </a:p>
                  </a:txBody>
                  <a:tcPr/>
                </a:tc>
                <a:tc vMerge="1">
                  <a:txBody>
                    <a:bodyPr/>
                    <a:lstStyle/>
                    <a:p>
                      <a:endParaRPr/>
                    </a:p>
                  </a:txBody>
                  <a:tcPr/>
                </a:tc>
                <a:tc gridSpan="2" vMerge="1">
                  <a:txBody>
                    <a:bodyPr/>
                    <a:lstStyle/>
                    <a:p>
                      <a:endParaRPr/>
                    </a:p>
                  </a:txBody>
                  <a:tcPr/>
                </a:tc>
                <a:tc hMerge="1" vMerge="1">
                  <a:txBody>
                    <a:bodyPr/>
                    <a:lstStyle/>
                    <a:p>
                      <a:endParaRPr/>
                    </a:p>
                  </a:txBody>
                  <a:tcPr/>
                </a:tc>
                <a:extLst>
                  <a:ext uri="{0D108BD9-81ED-4DB2-BD59-A6C34878D82A}">
                    <a16:rowId xmlns:a16="http://schemas.microsoft.com/office/drawing/2014/main" val="10009"/>
                  </a:ext>
                </a:extLst>
              </a:tr>
            </a:tbl>
          </a:graphicData>
        </a:graphic>
      </p:graphicFrame>
      <p:grpSp>
        <p:nvGrpSpPr>
          <p:cNvPr id="1644" name="Google Shape;1644;p105"/>
          <p:cNvGrpSpPr/>
          <p:nvPr/>
        </p:nvGrpSpPr>
        <p:grpSpPr>
          <a:xfrm>
            <a:off x="469900" y="3839136"/>
            <a:ext cx="8455025" cy="732866"/>
            <a:chOff x="211138" y="3972860"/>
            <a:chExt cx="8713787" cy="642437"/>
          </a:xfrm>
        </p:grpSpPr>
        <p:sp>
          <p:nvSpPr>
            <p:cNvPr id="1645" name="Google Shape;1645;p105"/>
            <p:cNvSpPr/>
            <p:nvPr/>
          </p:nvSpPr>
          <p:spPr>
            <a:xfrm>
              <a:off x="211138" y="3972860"/>
              <a:ext cx="8713787" cy="642437"/>
            </a:xfrm>
            <a:prstGeom prst="rect">
              <a:avLst/>
            </a:prstGeom>
            <a:solidFill>
              <a:schemeClr val="lt1"/>
            </a:solidFill>
            <a:ln>
              <a:noFill/>
            </a:ln>
          </p:spPr>
          <p:txBody>
            <a:bodyPr spcFirstLastPara="1" wrap="square" lIns="91425" tIns="91425" rIns="91425" bIns="91425" anchor="ctr" anchorCtr="0">
              <a:noAutofit/>
            </a:bodyPr>
            <a:lstStyle/>
            <a:p>
              <a:pPr marL="0" marR="0" lvl="0" indent="0" algn="ctr" rtl="0">
                <a:spcBef>
                  <a:spcPts val="0"/>
                </a:spcBef>
                <a:spcAft>
                  <a:spcPts val="0"/>
                </a:spcAft>
                <a:buNone/>
              </a:pPr>
              <a:endParaRPr sz="1000">
                <a:solidFill>
                  <a:schemeClr val="dk1"/>
                </a:solidFill>
                <a:latin typeface="Century Gothic"/>
                <a:ea typeface="Century Gothic"/>
                <a:cs typeface="Century Gothic"/>
                <a:sym typeface="Century Gothic"/>
              </a:endParaRPr>
            </a:p>
          </p:txBody>
        </p:sp>
        <p:sp>
          <p:nvSpPr>
            <p:cNvPr id="1646" name="Google Shape;1646;p105"/>
            <p:cNvSpPr/>
            <p:nvPr/>
          </p:nvSpPr>
          <p:spPr>
            <a:xfrm>
              <a:off x="3692726" y="3982349"/>
              <a:ext cx="1753883" cy="632948"/>
            </a:xfrm>
            <a:prstGeom prst="rect">
              <a:avLst/>
            </a:prstGeom>
            <a:noFill/>
            <a:ln>
              <a:noFill/>
            </a:ln>
          </p:spPr>
          <p:txBody>
            <a:bodyPr spcFirstLastPara="1" wrap="square" lIns="91425" tIns="91425" rIns="91425" bIns="91425" anchor="ctr" anchorCtr="0">
              <a:noAutofit/>
            </a:bodyPr>
            <a:lstStyle/>
            <a:p>
              <a:pPr marL="0" marR="0" lvl="0" indent="0" algn="ctr" rtl="0">
                <a:spcBef>
                  <a:spcPts val="0"/>
                </a:spcBef>
                <a:spcAft>
                  <a:spcPts val="0"/>
                </a:spcAft>
                <a:buNone/>
              </a:pPr>
              <a:r>
                <a:rPr lang="en-GB" sz="800">
                  <a:solidFill>
                    <a:schemeClr val="dk1"/>
                  </a:solidFill>
                  <a:latin typeface="Century Gothic"/>
                  <a:ea typeface="Century Gothic"/>
                  <a:cs typeface="Century Gothic"/>
                  <a:sym typeface="Century Gothic"/>
                </a:rPr>
                <a:t>For use in Maturity Assessment &amp; Roadmap Engagements</a:t>
              </a:r>
              <a:endParaRPr/>
            </a:p>
          </p:txBody>
        </p:sp>
      </p:grpSp>
      <p:grpSp>
        <p:nvGrpSpPr>
          <p:cNvPr id="1647" name="Google Shape;1647;p105"/>
          <p:cNvGrpSpPr/>
          <p:nvPr/>
        </p:nvGrpSpPr>
        <p:grpSpPr>
          <a:xfrm>
            <a:off x="7971865" y="980278"/>
            <a:ext cx="949325" cy="2867825"/>
            <a:chOff x="7941888" y="1062037"/>
            <a:chExt cx="983037" cy="2695575"/>
          </a:xfrm>
        </p:grpSpPr>
        <p:sp>
          <p:nvSpPr>
            <p:cNvPr id="1648" name="Google Shape;1648;p105"/>
            <p:cNvSpPr/>
            <p:nvPr/>
          </p:nvSpPr>
          <p:spPr>
            <a:xfrm>
              <a:off x="7941889" y="1062037"/>
              <a:ext cx="983036" cy="2695575"/>
            </a:xfrm>
            <a:prstGeom prst="rect">
              <a:avLst/>
            </a:prstGeom>
            <a:solidFill>
              <a:schemeClr val="lt1"/>
            </a:solidFill>
            <a:ln>
              <a:noFill/>
            </a:ln>
          </p:spPr>
          <p:txBody>
            <a:bodyPr spcFirstLastPara="1" wrap="square" lIns="91425" tIns="91425" rIns="91425" bIns="91425" anchor="ctr" anchorCtr="0">
              <a:noAutofit/>
            </a:bodyPr>
            <a:lstStyle/>
            <a:p>
              <a:pPr marL="0" marR="0" lvl="0" indent="0" algn="ctr" rtl="0">
                <a:spcBef>
                  <a:spcPts val="0"/>
                </a:spcBef>
                <a:spcAft>
                  <a:spcPts val="0"/>
                </a:spcAft>
                <a:buNone/>
              </a:pPr>
              <a:endParaRPr sz="1000">
                <a:solidFill>
                  <a:schemeClr val="dk1"/>
                </a:solidFill>
                <a:latin typeface="Century Gothic"/>
                <a:ea typeface="Century Gothic"/>
                <a:cs typeface="Century Gothic"/>
                <a:sym typeface="Century Gothic"/>
              </a:endParaRPr>
            </a:p>
          </p:txBody>
        </p:sp>
        <p:sp>
          <p:nvSpPr>
            <p:cNvPr id="1649" name="Google Shape;1649;p105"/>
            <p:cNvSpPr/>
            <p:nvPr/>
          </p:nvSpPr>
          <p:spPr>
            <a:xfrm>
              <a:off x="7941888" y="2052586"/>
              <a:ext cx="983037" cy="714476"/>
            </a:xfrm>
            <a:prstGeom prst="rect">
              <a:avLst/>
            </a:prstGeom>
            <a:noFill/>
            <a:ln>
              <a:noFill/>
            </a:ln>
          </p:spPr>
          <p:txBody>
            <a:bodyPr spcFirstLastPara="1" wrap="square" lIns="91425" tIns="91425" rIns="91425" bIns="91425" anchor="ctr" anchorCtr="0">
              <a:noAutofit/>
            </a:bodyPr>
            <a:lstStyle/>
            <a:p>
              <a:pPr marL="0" marR="0" lvl="0" indent="0" algn="ctr" rtl="0">
                <a:spcBef>
                  <a:spcPts val="0"/>
                </a:spcBef>
                <a:spcAft>
                  <a:spcPts val="0"/>
                </a:spcAft>
                <a:buNone/>
              </a:pPr>
              <a:r>
                <a:rPr lang="en-GB" sz="800">
                  <a:solidFill>
                    <a:schemeClr val="dk1"/>
                  </a:solidFill>
                  <a:latin typeface="Century Gothic"/>
                  <a:ea typeface="Century Gothic"/>
                  <a:cs typeface="Century Gothic"/>
                  <a:sym typeface="Century Gothic"/>
                </a:rPr>
                <a:t>For use in Maturity Assessment &amp; Roadmap</a:t>
              </a:r>
              <a:endParaRPr/>
            </a:p>
            <a:p>
              <a:pPr marL="0" marR="0" lvl="0" indent="0" algn="ctr" rtl="0">
                <a:spcBef>
                  <a:spcPts val="0"/>
                </a:spcBef>
                <a:spcAft>
                  <a:spcPts val="0"/>
                </a:spcAft>
                <a:buNone/>
              </a:pPr>
              <a:r>
                <a:rPr lang="en-GB" sz="800">
                  <a:solidFill>
                    <a:schemeClr val="dk1"/>
                  </a:solidFill>
                  <a:latin typeface="Century Gothic"/>
                  <a:ea typeface="Century Gothic"/>
                  <a:cs typeface="Century Gothic"/>
                  <a:sym typeface="Century Gothic"/>
                </a:rPr>
                <a:t>Engagements</a:t>
              </a:r>
              <a:endParaRPr/>
            </a:p>
          </p:txBody>
        </p:sp>
      </p:grpSp>
      <p:sp>
        <p:nvSpPr>
          <p:cNvPr id="1650" name="Google Shape;1650;p105"/>
          <p:cNvSpPr txBox="1">
            <a:spLocks noGrp="1"/>
          </p:cNvSpPr>
          <p:nvPr>
            <p:ph type="title"/>
          </p:nvPr>
        </p:nvSpPr>
        <p:spPr>
          <a:xfrm>
            <a:off x="381000" y="296096"/>
            <a:ext cx="8543925" cy="360308"/>
          </a:xfrm>
          <a:prstGeom prst="rect">
            <a:avLst/>
          </a:prstGeom>
          <a:noFill/>
          <a:ln>
            <a:noFill/>
          </a:ln>
        </p:spPr>
        <p:txBody>
          <a:bodyPr spcFirstLastPara="1" wrap="square" lIns="90000" tIns="0" rIns="0" bIns="0" anchor="ctr" anchorCtr="0">
            <a:noAutofit/>
          </a:bodyPr>
          <a:lstStyle/>
          <a:p>
            <a:pPr marL="0" lvl="0" indent="0" algn="l" rtl="0">
              <a:lnSpc>
                <a:spcPct val="95000"/>
              </a:lnSpc>
              <a:spcBef>
                <a:spcPts val="0"/>
              </a:spcBef>
              <a:spcAft>
                <a:spcPts val="0"/>
              </a:spcAft>
              <a:buClr>
                <a:schemeClr val="accent1"/>
              </a:buClr>
              <a:buSzPts val="2200"/>
              <a:buFont typeface="Century Gothic"/>
              <a:buNone/>
            </a:pPr>
            <a:r>
              <a:rPr lang="en-GB"/>
              <a:t>Customer Re-engagement</a:t>
            </a:r>
            <a:endParaRPr>
              <a:solidFill>
                <a:schemeClr val="accent6"/>
              </a:solidFill>
            </a:endParaRPr>
          </a:p>
        </p:txBody>
      </p:sp>
      <p:sp>
        <p:nvSpPr>
          <p:cNvPr id="1651" name="Google Shape;1651;p105">
            <a:hlinkClick r:id="rId3" action="ppaction://hlinksldjump"/>
          </p:cNvPr>
          <p:cNvSpPr/>
          <p:nvPr/>
        </p:nvSpPr>
        <p:spPr>
          <a:xfrm>
            <a:off x="6515100" y="-196501"/>
            <a:ext cx="2777392" cy="378533"/>
          </a:xfrm>
          <a:prstGeom prst="roundRect">
            <a:avLst>
              <a:gd name="adj" fmla="val 50000"/>
            </a:avLst>
          </a:prstGeom>
          <a:solidFill>
            <a:schemeClr val="accent4"/>
          </a:solidFill>
          <a:ln>
            <a:noFill/>
          </a:ln>
        </p:spPr>
        <p:txBody>
          <a:bodyPr spcFirstLastPara="1" wrap="square" lIns="36000" tIns="180000" rIns="180000" bIns="0" anchor="ctr" anchorCtr="0">
            <a:noAutofit/>
          </a:bodyPr>
          <a:lstStyle/>
          <a:p>
            <a:pPr marL="0" marR="0" lvl="0" indent="0" algn="ctr" rtl="0">
              <a:spcBef>
                <a:spcPts val="0"/>
              </a:spcBef>
              <a:spcAft>
                <a:spcPts val="0"/>
              </a:spcAft>
              <a:buNone/>
            </a:pPr>
            <a:r>
              <a:rPr lang="en-GB" sz="750">
                <a:solidFill>
                  <a:schemeClr val="lt1"/>
                </a:solidFill>
                <a:latin typeface="Century Gothic"/>
                <a:ea typeface="Century Gothic"/>
                <a:cs typeface="Century Gothic"/>
                <a:sym typeface="Century Gothic"/>
              </a:rPr>
              <a:t>   Customer Lifecycle Management</a:t>
            </a:r>
            <a:endParaRPr sz="750">
              <a:solidFill>
                <a:schemeClr val="lt1"/>
              </a:solidFill>
              <a:latin typeface="Century Gothic"/>
              <a:ea typeface="Century Gothic"/>
              <a:cs typeface="Century Gothic"/>
              <a:sym typeface="Century Gothic"/>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656"/>
        <p:cNvGrpSpPr/>
        <p:nvPr/>
      </p:nvGrpSpPr>
      <p:grpSpPr>
        <a:xfrm>
          <a:off x="0" y="0"/>
          <a:ext cx="0" cy="0"/>
          <a:chOff x="0" y="0"/>
          <a:chExt cx="0" cy="0"/>
        </a:xfrm>
      </p:grpSpPr>
      <p:cxnSp>
        <p:nvCxnSpPr>
          <p:cNvPr id="1657" name="Google Shape;1657;p106"/>
          <p:cNvCxnSpPr/>
          <p:nvPr/>
        </p:nvCxnSpPr>
        <p:spPr>
          <a:xfrm>
            <a:off x="4665503" y="858364"/>
            <a:ext cx="3239" cy="3906719"/>
          </a:xfrm>
          <a:prstGeom prst="straightConnector1">
            <a:avLst/>
          </a:prstGeom>
          <a:noFill/>
          <a:ln w="12700" cap="flat" cmpd="sng">
            <a:solidFill>
              <a:schemeClr val="lt2"/>
            </a:solidFill>
            <a:prstDash val="solid"/>
            <a:round/>
            <a:headEnd type="none" w="sm" len="sm"/>
            <a:tailEnd type="none" w="sm" len="sm"/>
          </a:ln>
        </p:spPr>
      </p:cxnSp>
      <p:graphicFrame>
        <p:nvGraphicFramePr>
          <p:cNvPr id="1658" name="Google Shape;1658;p106"/>
          <p:cNvGraphicFramePr/>
          <p:nvPr/>
        </p:nvGraphicFramePr>
        <p:xfrm>
          <a:off x="330929" y="865187"/>
          <a:ext cx="3000000" cy="3000000"/>
        </p:xfrm>
        <a:graphic>
          <a:graphicData uri="http://schemas.openxmlformats.org/drawingml/2006/table">
            <a:tbl>
              <a:tblPr firstRow="1" bandRow="1">
                <a:noFill/>
                <a:tableStyleId>{D098BFCB-6916-41F2-A2A5-0DF0D5139B6F}</a:tableStyleId>
              </a:tblPr>
              <a:tblGrid>
                <a:gridCol w="4166250">
                  <a:extLst>
                    <a:ext uri="{9D8B030D-6E8A-4147-A177-3AD203B41FA5}">
                      <a16:colId xmlns:a16="http://schemas.microsoft.com/office/drawing/2014/main" val="20000"/>
                    </a:ext>
                  </a:extLst>
                </a:gridCol>
                <a:gridCol w="175800">
                  <a:extLst>
                    <a:ext uri="{9D8B030D-6E8A-4147-A177-3AD203B41FA5}">
                      <a16:colId xmlns:a16="http://schemas.microsoft.com/office/drawing/2014/main" val="20001"/>
                    </a:ext>
                  </a:extLst>
                </a:gridCol>
                <a:gridCol w="4166250">
                  <a:extLst>
                    <a:ext uri="{9D8B030D-6E8A-4147-A177-3AD203B41FA5}">
                      <a16:colId xmlns:a16="http://schemas.microsoft.com/office/drawing/2014/main" val="20002"/>
                    </a:ext>
                  </a:extLst>
                </a:gridCol>
              </a:tblGrid>
              <a:tr h="216000">
                <a:tc>
                  <a:txBody>
                    <a:bodyPr/>
                    <a:lstStyle/>
                    <a:p>
                      <a:pPr marL="0" marR="0" lvl="0" indent="0" algn="l" rtl="0">
                        <a:spcBef>
                          <a:spcPts val="0"/>
                        </a:spcBef>
                        <a:spcAft>
                          <a:spcPts val="0"/>
                        </a:spcAft>
                        <a:buNone/>
                      </a:pPr>
                      <a:r>
                        <a:rPr lang="en-GB" sz="1400" b="1">
                          <a:solidFill>
                            <a:schemeClr val="dk2"/>
                          </a:solidFill>
                        </a:rPr>
                        <a:t>Business Objectives</a:t>
                      </a:r>
                      <a:endParaRPr sz="1400" b="1">
                        <a:solidFill>
                          <a:schemeClr val="dk2"/>
                        </a:solidFill>
                      </a:endParaRPr>
                    </a:p>
                  </a:txBody>
                  <a:tcPr marL="46800" marR="46800" marT="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rowSpan="2">
                  <a:txBody>
                    <a:bodyPr/>
                    <a:lstStyle/>
                    <a:p>
                      <a:pPr marL="0" marR="0" lvl="0" indent="0" algn="l" rtl="0">
                        <a:lnSpc>
                          <a:spcPct val="100000"/>
                        </a:lnSpc>
                        <a:spcBef>
                          <a:spcPts val="0"/>
                        </a:spcBef>
                        <a:spcAft>
                          <a:spcPts val="0"/>
                        </a:spcAft>
                        <a:buClr>
                          <a:schemeClr val="dk1"/>
                        </a:buClr>
                        <a:buSzPts val="1600"/>
                        <a:buFont typeface="Century Gothic"/>
                        <a:buNone/>
                      </a:pPr>
                      <a:endParaRPr sz="1600" b="1">
                        <a:solidFill>
                          <a:schemeClr val="accent6"/>
                        </a:solidFill>
                      </a:endParaRPr>
                    </a:p>
                  </a:txBody>
                  <a:tcPr marL="46800" marR="46800" marT="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rowSpan="2">
                  <a:txBody>
                    <a:bodyPr/>
                    <a:lstStyle/>
                    <a:p>
                      <a:pPr marL="0" marR="0" lvl="0" indent="0" algn="l" rtl="0">
                        <a:lnSpc>
                          <a:spcPct val="100000"/>
                        </a:lnSpc>
                        <a:spcBef>
                          <a:spcPts val="0"/>
                        </a:spcBef>
                        <a:spcAft>
                          <a:spcPts val="0"/>
                        </a:spcAft>
                        <a:buClr>
                          <a:schemeClr val="dk1"/>
                        </a:buClr>
                        <a:buSzPts val="1600"/>
                        <a:buFont typeface="Century Gothic"/>
                        <a:buNone/>
                      </a:pPr>
                      <a:endParaRPr sz="1600" b="1">
                        <a:solidFill>
                          <a:schemeClr val="accent6"/>
                        </a:solidFill>
                      </a:endParaRPr>
                    </a:p>
                  </a:txBody>
                  <a:tcPr marL="46800" marR="46800" marT="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1636575">
                <a:tc>
                  <a:txBody>
                    <a:bodyPr/>
                    <a:lstStyle/>
                    <a:p>
                      <a:pPr marL="0" marR="0" lvl="0" indent="0" algn="l" rtl="0">
                        <a:lnSpc>
                          <a:spcPct val="100000"/>
                        </a:lnSpc>
                        <a:spcBef>
                          <a:spcPts val="0"/>
                        </a:spcBef>
                        <a:spcAft>
                          <a:spcPts val="0"/>
                        </a:spcAft>
                        <a:buClr>
                          <a:schemeClr val="dk1"/>
                        </a:buClr>
                        <a:buSzPts val="900"/>
                        <a:buFont typeface="Arial"/>
                        <a:buNone/>
                      </a:pPr>
                      <a:r>
                        <a:rPr lang="en-GB" sz="900" b="1">
                          <a:solidFill>
                            <a:schemeClr val="dk1"/>
                          </a:solidFill>
                        </a:rPr>
                        <a:t>Attract profitable members and create long term brand engagement</a:t>
                      </a:r>
                      <a:endParaRPr/>
                    </a:p>
                    <a:p>
                      <a:pPr marL="171450" marR="0" lvl="0" indent="-171450" algn="l" rtl="0">
                        <a:lnSpc>
                          <a:spcPct val="100000"/>
                        </a:lnSpc>
                        <a:spcBef>
                          <a:spcPts val="0"/>
                        </a:spcBef>
                        <a:spcAft>
                          <a:spcPts val="0"/>
                        </a:spcAft>
                        <a:buClr>
                          <a:schemeClr val="dk1"/>
                        </a:buClr>
                        <a:buSzPts val="900"/>
                        <a:buFont typeface="Arial"/>
                        <a:buChar char="•"/>
                      </a:pPr>
                      <a:r>
                        <a:rPr lang="en-GB" sz="900" b="0">
                          <a:solidFill>
                            <a:schemeClr val="dk1"/>
                          </a:solidFill>
                        </a:rPr>
                        <a:t>Loyalty programs  are focused on achieving the ideal balance between incremental earnings (revenues) and incremental redemptions (costs)</a:t>
                      </a:r>
                      <a:endParaRPr/>
                    </a:p>
                    <a:p>
                      <a:pPr marL="171450" marR="0" lvl="0" indent="-171450" algn="l" rtl="0">
                        <a:lnSpc>
                          <a:spcPct val="100000"/>
                        </a:lnSpc>
                        <a:spcBef>
                          <a:spcPts val="0"/>
                        </a:spcBef>
                        <a:spcAft>
                          <a:spcPts val="0"/>
                        </a:spcAft>
                        <a:buClr>
                          <a:schemeClr val="dk1"/>
                        </a:buClr>
                        <a:buSzPts val="900"/>
                        <a:buFont typeface="Arial"/>
                        <a:buChar char="•"/>
                      </a:pPr>
                      <a:r>
                        <a:rPr lang="en-GB" sz="900" b="0">
                          <a:solidFill>
                            <a:schemeClr val="dk1"/>
                          </a:solidFill>
                        </a:rPr>
                        <a:t>Influence customer interactions and purchasing</a:t>
                      </a:r>
                      <a:endParaRPr/>
                    </a:p>
                    <a:p>
                      <a:pPr marL="171450" marR="0" lvl="0" indent="-171450" algn="l" rtl="0">
                        <a:lnSpc>
                          <a:spcPct val="100000"/>
                        </a:lnSpc>
                        <a:spcBef>
                          <a:spcPts val="0"/>
                        </a:spcBef>
                        <a:spcAft>
                          <a:spcPts val="0"/>
                        </a:spcAft>
                        <a:buClr>
                          <a:schemeClr val="dk1"/>
                        </a:buClr>
                        <a:buSzPts val="900"/>
                        <a:buFont typeface="Arial"/>
                        <a:buChar char="•"/>
                      </a:pPr>
                      <a:r>
                        <a:rPr lang="en-GB" sz="900" b="0">
                          <a:solidFill>
                            <a:schemeClr val="dk1"/>
                          </a:solidFill>
                        </a:rPr>
                        <a:t>Drive higher customer brand engagement</a:t>
                      </a:r>
                      <a:endParaRPr/>
                    </a:p>
                    <a:p>
                      <a:pPr marL="171450" marR="0" lvl="0" indent="-171450" algn="l" rtl="0">
                        <a:lnSpc>
                          <a:spcPct val="100000"/>
                        </a:lnSpc>
                        <a:spcBef>
                          <a:spcPts val="0"/>
                        </a:spcBef>
                        <a:spcAft>
                          <a:spcPts val="0"/>
                        </a:spcAft>
                        <a:buClr>
                          <a:schemeClr val="dk1"/>
                        </a:buClr>
                        <a:buSzPts val="900"/>
                        <a:buFont typeface="Arial"/>
                        <a:buChar char="•"/>
                      </a:pPr>
                      <a:r>
                        <a:rPr lang="en-GB" sz="900" b="0">
                          <a:solidFill>
                            <a:schemeClr val="dk1"/>
                          </a:solidFill>
                        </a:rPr>
                        <a:t>Generate maximum incremental profits </a:t>
                      </a:r>
                      <a:endParaRPr/>
                    </a:p>
                    <a:p>
                      <a:pPr marL="0" marR="0" lvl="0" indent="0" algn="l" rtl="0">
                        <a:spcBef>
                          <a:spcPts val="0"/>
                        </a:spcBef>
                        <a:spcAft>
                          <a:spcPts val="0"/>
                        </a:spcAft>
                        <a:buNone/>
                      </a:pPr>
                      <a:endParaRPr sz="900" b="0">
                        <a:solidFill>
                          <a:schemeClr val="dk1"/>
                        </a:solidFill>
                      </a:endParaRPr>
                    </a:p>
                    <a:p>
                      <a:pPr marL="171450" marR="0" lvl="0" indent="-171450" algn="l" rtl="0">
                        <a:lnSpc>
                          <a:spcPct val="100000"/>
                        </a:lnSpc>
                        <a:spcBef>
                          <a:spcPts val="0"/>
                        </a:spcBef>
                        <a:spcAft>
                          <a:spcPts val="0"/>
                        </a:spcAft>
                        <a:buClr>
                          <a:schemeClr val="dk1"/>
                        </a:buClr>
                        <a:buSzPts val="900"/>
                        <a:buFont typeface="Arial"/>
                        <a:buChar char="•"/>
                      </a:pPr>
                      <a:r>
                        <a:rPr lang="en-GB" sz="900" b="0">
                          <a:solidFill>
                            <a:schemeClr val="dk1"/>
                          </a:solidFill>
                        </a:rPr>
                        <a:t>Compete with fintech cashback and zero-fee propositions (SadaPay, NayaPay) incremental profits </a:t>
                      </a:r>
                      <a:endParaRPr/>
                    </a:p>
                    <a:p>
                      <a:pPr marL="171450" marR="0" lvl="0" indent="-171450" algn="l" rtl="0">
                        <a:lnSpc>
                          <a:spcPct val="100000"/>
                        </a:lnSpc>
                        <a:spcBef>
                          <a:spcPts val="0"/>
                        </a:spcBef>
                        <a:spcAft>
                          <a:spcPts val="0"/>
                        </a:spcAft>
                        <a:buClr>
                          <a:schemeClr val="dk1"/>
                        </a:buClr>
                        <a:buSzPts val="900"/>
                        <a:buFont typeface="Arial"/>
                        <a:buChar char="•"/>
                      </a:pPr>
                      <a:r>
                        <a:rPr lang="en-GB" sz="900" b="0">
                          <a:solidFill>
                            <a:schemeClr val="dk1"/>
                          </a:solidFill>
                        </a:rPr>
                        <a:t>Design Islamic-compliant loyalty (avoid interest-based reward structures; Hajj/Umrah rewards) incremental profits </a:t>
                      </a:r>
                      <a:endParaRPr/>
                    </a:p>
                    <a:p>
                      <a:pPr marL="171450" marR="0" lvl="0" indent="-171450" algn="l" rtl="0">
                        <a:lnSpc>
                          <a:spcPct val="100000"/>
                        </a:lnSpc>
                        <a:spcBef>
                          <a:spcPts val="0"/>
                        </a:spcBef>
                        <a:spcAft>
                          <a:spcPts val="0"/>
                        </a:spcAft>
                        <a:buClr>
                          <a:schemeClr val="dk1"/>
                        </a:buClr>
                        <a:buSzPts val="900"/>
                        <a:buFont typeface="Arial"/>
                        <a:buChar char="•"/>
                      </a:pPr>
                      <a:r>
                        <a:rPr lang="en-GB" sz="900" b="0">
                          <a:solidFill>
                            <a:schemeClr val="dk1"/>
                          </a:solidFill>
                        </a:rPr>
                        <a:t>Create tiered loyalty: Mass, Emerging, Priority, HNW with differentiated benefits incremental profits </a:t>
                      </a:r>
                      <a:endParaRPr/>
                    </a:p>
                    <a:p>
                      <a:pPr marL="171450" marR="0" lvl="0" indent="-171450" algn="l" rtl="0">
                        <a:lnSpc>
                          <a:spcPct val="100000"/>
                        </a:lnSpc>
                        <a:spcBef>
                          <a:spcPts val="0"/>
                        </a:spcBef>
                        <a:spcAft>
                          <a:spcPts val="0"/>
                        </a:spcAft>
                        <a:buClr>
                          <a:schemeClr val="dk1"/>
                        </a:buClr>
                        <a:buSzPts val="900"/>
                        <a:buFont typeface="Arial"/>
                        <a:buChar char="•"/>
                      </a:pPr>
                      <a:r>
                        <a:rPr lang="en-GB" sz="900" b="0">
                          <a:solidFill>
                            <a:schemeClr val="dk1"/>
                          </a:solidFill>
                        </a:rPr>
                        <a:t>Integrate loyalty across conventional and Islamic products within unified program incremental profits </a:t>
                      </a:r>
                      <a:endParaRPr/>
                    </a:p>
                  </a:txBody>
                  <a:tcPr marL="46800" marR="4680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vMerge="1">
                  <a:txBody>
                    <a:bodyPr/>
                    <a:lstStyle/>
                    <a:p>
                      <a:endParaRPr/>
                    </a:p>
                  </a:txBody>
                  <a:tcPr/>
                </a:tc>
                <a:tc vMerge="1">
                  <a:txBody>
                    <a:bodyPr/>
                    <a:lstStyle/>
                    <a:p>
                      <a:endParaRPr/>
                    </a:p>
                  </a:txBody>
                  <a:tcPr/>
                </a:tc>
                <a:extLst>
                  <a:ext uri="{0D108BD9-81ED-4DB2-BD59-A6C34878D82A}">
                    <a16:rowId xmlns:a16="http://schemas.microsoft.com/office/drawing/2014/main" val="10001"/>
                  </a:ext>
                </a:extLst>
              </a:tr>
              <a:tr h="216000">
                <a:tc>
                  <a:txBody>
                    <a:bodyPr/>
                    <a:lstStyle/>
                    <a:p>
                      <a:pPr marL="0" marR="0" lvl="0" indent="0" algn="l" rtl="0">
                        <a:spcBef>
                          <a:spcPts val="0"/>
                        </a:spcBef>
                        <a:spcAft>
                          <a:spcPts val="0"/>
                        </a:spcAft>
                        <a:buNone/>
                      </a:pPr>
                      <a:r>
                        <a:rPr lang="en-GB" sz="1400" b="1">
                          <a:solidFill>
                            <a:schemeClr val="dk2"/>
                          </a:solidFill>
                          <a:latin typeface="Century Gothic"/>
                          <a:ea typeface="Century Gothic"/>
                          <a:cs typeface="Century Gothic"/>
                          <a:sym typeface="Century Gothic"/>
                        </a:rPr>
                        <a:t>Data &amp; Solution</a:t>
                      </a:r>
                      <a:endParaRPr sz="1400" b="1">
                        <a:solidFill>
                          <a:schemeClr val="dk2"/>
                        </a:solidFill>
                        <a:latin typeface="Century Gothic"/>
                        <a:ea typeface="Century Gothic"/>
                        <a:cs typeface="Century Gothic"/>
                        <a:sym typeface="Century Gothic"/>
                      </a:endParaRPr>
                    </a:p>
                    <a:p>
                      <a:r>
                        <a:rPr sz="800" b="1">
                          <a:solidFill>
                            <a:srgbClr val="006699"/>
                          </a:solidFill>
                        </a:rPr>
                        <a:t>FSDM: Party_Event, Event_Type, Event_Trigger, Behavioral_Event, Life_Event, Financial_Event</a:t>
                      </a:r>
                    </a:p>
                    <a:p>
                      <a:r>
                        <a:rPr sz="800" i="1">
                          <a:solidFill>
                            <a:srgbClr val="008040"/>
                          </a:solidFill>
                        </a:rPr>
                        <a:t>Pakistan: Salary credit events, utility payment patterns, Eid/Ramadan spending spikes, tax filing season triggers, CNIC expiry alerts, maturity renewal events</a:t>
                      </a:r>
                    </a:p>
                  </a:txBody>
                  <a:tcPr marL="46800" marR="46800" marT="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400"/>
                        <a:buFont typeface="Century Gothic"/>
                        <a:buNone/>
                      </a:pPr>
                      <a:endParaRPr sz="1400" b="1">
                        <a:solidFill>
                          <a:schemeClr val="dk2"/>
                        </a:solidFill>
                        <a:latin typeface="Century Gothic"/>
                        <a:ea typeface="Century Gothic"/>
                        <a:cs typeface="Century Gothic"/>
                        <a:sym typeface="Century Gothic"/>
                      </a:endParaRPr>
                    </a:p>
                  </a:txBody>
                  <a:tcPr marL="46800" marR="46800" marT="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2"/>
                        </a:buClr>
                        <a:buSzPts val="1400"/>
                        <a:buFont typeface="Century Gothic"/>
                        <a:buNone/>
                      </a:pPr>
                      <a:r>
                        <a:rPr lang="en-GB" sz="1400" b="1">
                          <a:solidFill>
                            <a:schemeClr val="dk2"/>
                          </a:solidFill>
                          <a:latin typeface="Century Gothic"/>
                          <a:ea typeface="Century Gothic"/>
                          <a:cs typeface="Century Gothic"/>
                          <a:sym typeface="Century Gothic"/>
                        </a:rPr>
                        <a:t>Outcome</a:t>
                      </a:r>
                      <a:endParaRPr/>
                    </a:p>
                  </a:txBody>
                  <a:tcPr marL="46800" marR="46800" marT="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1636575">
                <a:tc>
                  <a:txBody>
                    <a:bodyPr/>
                    <a:lstStyle/>
                    <a:p>
                      <a:pPr marL="0" marR="0" lvl="0" indent="0" algn="l" rtl="0">
                        <a:spcBef>
                          <a:spcPts val="0"/>
                        </a:spcBef>
                        <a:spcAft>
                          <a:spcPts val="0"/>
                        </a:spcAft>
                        <a:buNone/>
                      </a:pPr>
                      <a:r>
                        <a:rPr lang="en-GB" sz="900" b="1">
                          <a:solidFill>
                            <a:schemeClr val="dk1"/>
                          </a:solidFill>
                        </a:rPr>
                        <a:t>Data</a:t>
                      </a:r>
                      <a:endParaRPr/>
                    </a:p>
                    <a:p>
                      <a:pPr marL="179388" marR="0" lvl="0" indent="-179388" algn="l" rtl="0">
                        <a:spcBef>
                          <a:spcPts val="0"/>
                        </a:spcBef>
                        <a:spcAft>
                          <a:spcPts val="0"/>
                        </a:spcAft>
                        <a:buClr>
                          <a:schemeClr val="dk1"/>
                        </a:buClr>
                        <a:buSzPts val="900"/>
                        <a:buFont typeface="Arial"/>
                        <a:buChar char="•"/>
                      </a:pPr>
                      <a:r>
                        <a:rPr lang="en-GB" sz="900">
                          <a:solidFill>
                            <a:schemeClr val="dk1"/>
                          </a:solidFill>
                        </a:rPr>
                        <a:t>Customer profile, demographics, transactions, events</a:t>
                      </a:r>
                      <a:endParaRPr/>
                    </a:p>
                    <a:p>
                      <a:pPr marL="179388" marR="0" lvl="0" indent="-179388" algn="l" rtl="0">
                        <a:spcBef>
                          <a:spcPts val="0"/>
                        </a:spcBef>
                        <a:spcAft>
                          <a:spcPts val="0"/>
                        </a:spcAft>
                        <a:buClr>
                          <a:schemeClr val="dk1"/>
                        </a:buClr>
                        <a:buSzPts val="900"/>
                        <a:buFont typeface="Arial"/>
                        <a:buChar char="•"/>
                      </a:pPr>
                      <a:r>
                        <a:rPr lang="en-GB" sz="900">
                          <a:solidFill>
                            <a:schemeClr val="dk1"/>
                          </a:solidFill>
                        </a:rPr>
                        <a:t>Type/level of membership</a:t>
                      </a:r>
                      <a:endParaRPr/>
                    </a:p>
                    <a:p>
                      <a:pPr marL="179388" marR="0" lvl="0" indent="-179388" algn="l" rtl="0">
                        <a:spcBef>
                          <a:spcPts val="0"/>
                        </a:spcBef>
                        <a:spcAft>
                          <a:spcPts val="0"/>
                        </a:spcAft>
                        <a:buClr>
                          <a:schemeClr val="dk1"/>
                        </a:buClr>
                        <a:buSzPts val="900"/>
                        <a:buFont typeface="Arial"/>
                        <a:buChar char="•"/>
                      </a:pPr>
                      <a:r>
                        <a:rPr lang="en-GB" sz="900">
                          <a:solidFill>
                            <a:schemeClr val="dk1"/>
                          </a:solidFill>
                        </a:rPr>
                        <a:t>Enrolment date/tenure in program</a:t>
                      </a:r>
                      <a:endParaRPr/>
                    </a:p>
                    <a:p>
                      <a:pPr marL="179388" marR="0" lvl="0" indent="-179388" algn="l" rtl="0">
                        <a:spcBef>
                          <a:spcPts val="0"/>
                        </a:spcBef>
                        <a:spcAft>
                          <a:spcPts val="0"/>
                        </a:spcAft>
                        <a:buClr>
                          <a:schemeClr val="dk1"/>
                        </a:buClr>
                        <a:buSzPts val="900"/>
                        <a:buFont typeface="Arial"/>
                        <a:buChar char="•"/>
                      </a:pPr>
                      <a:r>
                        <a:rPr lang="en-GB" sz="900">
                          <a:solidFill>
                            <a:schemeClr val="dk1"/>
                          </a:solidFill>
                        </a:rPr>
                        <a:t>Amount/timing of points earned and redeemed</a:t>
                      </a:r>
                      <a:endParaRPr/>
                    </a:p>
                    <a:p>
                      <a:pPr marL="179388" marR="0" lvl="0" indent="-179388" algn="l" rtl="0">
                        <a:lnSpc>
                          <a:spcPct val="100000"/>
                        </a:lnSpc>
                        <a:spcBef>
                          <a:spcPts val="0"/>
                        </a:spcBef>
                        <a:spcAft>
                          <a:spcPts val="0"/>
                        </a:spcAft>
                        <a:buClr>
                          <a:schemeClr val="dk1"/>
                        </a:buClr>
                        <a:buSzPts val="900"/>
                        <a:buFont typeface="Arial"/>
                        <a:buChar char="•"/>
                      </a:pPr>
                      <a:r>
                        <a:rPr lang="en-GB" sz="900">
                          <a:solidFill>
                            <a:schemeClr val="dk1"/>
                          </a:solidFill>
                        </a:rPr>
                        <a:t>Customer data profiles and transaction history</a:t>
                      </a:r>
                      <a:endParaRPr/>
                    </a:p>
                    <a:p>
                      <a:pPr marL="179388" marR="0" lvl="0" indent="-179388" algn="l" rtl="0">
                        <a:lnSpc>
                          <a:spcPct val="100000"/>
                        </a:lnSpc>
                        <a:spcBef>
                          <a:spcPts val="0"/>
                        </a:spcBef>
                        <a:spcAft>
                          <a:spcPts val="0"/>
                        </a:spcAft>
                        <a:buClr>
                          <a:schemeClr val="dk1"/>
                        </a:buClr>
                        <a:buSzPts val="900"/>
                        <a:buFont typeface="Arial"/>
                        <a:buChar char="•"/>
                      </a:pPr>
                      <a:r>
                        <a:rPr lang="en-GB" sz="900">
                          <a:solidFill>
                            <a:schemeClr val="dk1"/>
                          </a:solidFill>
                        </a:rPr>
                        <a:t>Marketing programs, costs and response</a:t>
                      </a:r>
                      <a:endParaRPr/>
                    </a:p>
                    <a:p>
                      <a:pPr marL="0" marR="0" lvl="0" indent="0" algn="l" rtl="0">
                        <a:spcBef>
                          <a:spcPts val="0"/>
                        </a:spcBef>
                        <a:spcAft>
                          <a:spcPts val="0"/>
                        </a:spcAft>
                        <a:buClr>
                          <a:schemeClr val="dk1"/>
                        </a:buClr>
                        <a:buSzPts val="900"/>
                        <a:buFont typeface="Arial"/>
                        <a:buNone/>
                      </a:pPr>
                      <a:r>
                        <a:rPr lang="en-GB" sz="900" b="1">
                          <a:solidFill>
                            <a:schemeClr val="dk1"/>
                          </a:solidFill>
                        </a:rPr>
                        <a:t>Analytics</a:t>
                      </a:r>
                      <a:endParaRPr/>
                    </a:p>
                    <a:p>
                      <a:pPr marL="171450" marR="0" lvl="0" indent="-171450" algn="l" rtl="0">
                        <a:lnSpc>
                          <a:spcPct val="100000"/>
                        </a:lnSpc>
                        <a:spcBef>
                          <a:spcPts val="0"/>
                        </a:spcBef>
                        <a:spcAft>
                          <a:spcPts val="0"/>
                        </a:spcAft>
                        <a:buClr>
                          <a:schemeClr val="dk1"/>
                        </a:buClr>
                        <a:buSzPts val="900"/>
                        <a:buFont typeface="Arial"/>
                        <a:buChar char="•"/>
                      </a:pPr>
                      <a:r>
                        <a:rPr lang="en-GB" sz="900">
                          <a:solidFill>
                            <a:schemeClr val="dk1"/>
                          </a:solidFill>
                        </a:rPr>
                        <a:t>Statistical methods</a:t>
                      </a:r>
                      <a:endParaRPr/>
                    </a:p>
                    <a:p>
                      <a:pPr marL="171450" marR="0" lvl="0" indent="-171450" algn="l" rtl="0">
                        <a:lnSpc>
                          <a:spcPct val="100000"/>
                        </a:lnSpc>
                        <a:spcBef>
                          <a:spcPts val="0"/>
                        </a:spcBef>
                        <a:spcAft>
                          <a:spcPts val="0"/>
                        </a:spcAft>
                        <a:buClr>
                          <a:schemeClr val="dk1"/>
                        </a:buClr>
                        <a:buSzPts val="900"/>
                        <a:buFont typeface="Arial"/>
                        <a:buChar char="•"/>
                      </a:pPr>
                      <a:r>
                        <a:rPr lang="en-GB" sz="900">
                          <a:solidFill>
                            <a:schemeClr val="dk1"/>
                          </a:solidFill>
                        </a:rPr>
                        <a:t>Behavioral analytics</a:t>
                      </a:r>
                      <a:endParaRPr/>
                    </a:p>
                    <a:p>
                      <a:pPr marL="171450" marR="0" lvl="0" indent="-171450" algn="l" rtl="0">
                        <a:lnSpc>
                          <a:spcPct val="100000"/>
                        </a:lnSpc>
                        <a:spcBef>
                          <a:spcPts val="0"/>
                        </a:spcBef>
                        <a:spcAft>
                          <a:spcPts val="0"/>
                        </a:spcAft>
                        <a:buClr>
                          <a:schemeClr val="dk1"/>
                        </a:buClr>
                        <a:buSzPts val="900"/>
                        <a:buFont typeface="Arial"/>
                        <a:buChar char="•"/>
                      </a:pPr>
                      <a:r>
                        <a:rPr lang="en-GB" sz="900">
                          <a:solidFill>
                            <a:schemeClr val="dk1"/>
                          </a:solidFill>
                        </a:rPr>
                        <a:t>Path analysis</a:t>
                      </a:r>
                      <a:endParaRPr/>
                    </a:p>
                    <a:p>
                      <a:r>
                        <a:rPr sz="800" b="1">
                          <a:solidFill>
                            <a:srgbClr val="006699"/>
                          </a:solidFill>
                        </a:rPr>
                        <a:t>FSDM: Party_Event, Event_Type, Event_Trigger, Behavioral_Event, Life_Event, Financial_Event</a:t>
                      </a:r>
                    </a:p>
                    <a:p>
                      <a:r>
                        <a:rPr sz="800" i="1">
                          <a:solidFill>
                            <a:srgbClr val="008040"/>
                          </a:solidFill>
                        </a:rPr>
                        <a:t>Pakistan: Salary credit events, utility payment patterns, Eid/Ramadan spending spikes, tax filing season triggers, CNIC expiry alerts, maturity renewal events</a:t>
                      </a:r>
                    </a:p>
                  </a:txBody>
                  <a:tcPr marL="46800" marR="4680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171450" marR="0" lvl="0" indent="-114300" algn="l" rtl="0">
                        <a:lnSpc>
                          <a:spcPct val="100000"/>
                        </a:lnSpc>
                        <a:spcBef>
                          <a:spcPts val="0"/>
                        </a:spcBef>
                        <a:spcAft>
                          <a:spcPts val="0"/>
                        </a:spcAft>
                        <a:buClr>
                          <a:schemeClr val="dk1"/>
                        </a:buClr>
                        <a:buSzPts val="900"/>
                        <a:buFont typeface="Arial"/>
                        <a:buNone/>
                      </a:pPr>
                      <a:endParaRPr sz="900">
                        <a:solidFill>
                          <a:schemeClr val="dk1"/>
                        </a:solidFill>
                        <a:latin typeface="Century Gothic"/>
                        <a:ea typeface="Century Gothic"/>
                        <a:cs typeface="Century Gothic"/>
                        <a:sym typeface="Century Gothic"/>
                      </a:endParaRPr>
                    </a:p>
                  </a:txBody>
                  <a:tcPr marL="46800" marR="4680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171450" marR="0" lvl="0" indent="-171450" algn="l" rtl="0">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Expanded acquisition of profitable customers</a:t>
                      </a:r>
                      <a:endParaRPr/>
                    </a:p>
                    <a:p>
                      <a:pPr marL="171450" marR="0" lvl="0" indent="-171450" algn="l" rtl="0">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Increased customer spending</a:t>
                      </a:r>
                      <a:endParaRPr/>
                    </a:p>
                    <a:p>
                      <a:pPr marL="171450" marR="0" lvl="0" indent="-171450" algn="l" rtl="0">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Incremental cross sales of additional products</a:t>
                      </a:r>
                      <a:endParaRPr/>
                    </a:p>
                    <a:p>
                      <a:pPr marL="171450" marR="0" lvl="0" indent="-171450" algn="l" rtl="0">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Improved pricing models</a:t>
                      </a:r>
                      <a:endParaRPr/>
                    </a:p>
                    <a:p>
                      <a:pPr marL="171450" marR="0" lvl="0" indent="-171450" algn="l" rtl="0">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Increased customer engagement and satisfaction</a:t>
                      </a:r>
                      <a:endParaRPr/>
                    </a:p>
                    <a:p>
                      <a:pPr marL="171450" marR="0" lvl="0" indent="-171450" algn="l" rtl="0">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Maximized customer lifetime value</a:t>
                      </a:r>
                      <a:endParaRPr/>
                    </a:p>
                  </a:txBody>
                  <a:tcPr marL="46800" marR="4680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
        <p:nvSpPr>
          <p:cNvPr id="1659" name="Google Shape;1659;p106"/>
          <p:cNvSpPr txBox="1">
            <a:spLocks noGrp="1"/>
          </p:cNvSpPr>
          <p:nvPr>
            <p:ph type="title"/>
          </p:nvPr>
        </p:nvSpPr>
        <p:spPr>
          <a:xfrm>
            <a:off x="381000" y="285750"/>
            <a:ext cx="8543925" cy="381000"/>
          </a:xfrm>
          <a:prstGeom prst="rect">
            <a:avLst/>
          </a:prstGeom>
          <a:noFill/>
          <a:ln>
            <a:noFill/>
          </a:ln>
        </p:spPr>
        <p:txBody>
          <a:bodyPr spcFirstLastPara="1" wrap="square" lIns="90000" tIns="0" rIns="0" bIns="0" anchor="ctr" anchorCtr="0">
            <a:noAutofit/>
          </a:bodyPr>
          <a:lstStyle/>
          <a:p>
            <a:pPr marL="0" lvl="0" indent="0" algn="l" rtl="0">
              <a:lnSpc>
                <a:spcPct val="95000"/>
              </a:lnSpc>
              <a:spcBef>
                <a:spcPts val="0"/>
              </a:spcBef>
              <a:spcAft>
                <a:spcPts val="0"/>
              </a:spcAft>
              <a:buClr>
                <a:schemeClr val="accent1"/>
              </a:buClr>
              <a:buSzPts val="2200"/>
              <a:buFont typeface="Century Gothic"/>
              <a:buNone/>
            </a:pPr>
            <a:r>
              <a:rPr lang="en-GB"/>
              <a:t>Customer Loyalty</a:t>
            </a:r>
            <a:endParaRPr sz="1600"/>
          </a:p>
        </p:txBody>
      </p:sp>
      <p:grpSp>
        <p:nvGrpSpPr>
          <p:cNvPr id="1660" name="Google Shape;1660;p106"/>
          <p:cNvGrpSpPr/>
          <p:nvPr/>
        </p:nvGrpSpPr>
        <p:grpSpPr>
          <a:xfrm>
            <a:off x="6681181" y="227746"/>
            <a:ext cx="2432605" cy="1508418"/>
            <a:chOff x="3241483" y="678377"/>
            <a:chExt cx="2432605" cy="1508418"/>
          </a:xfrm>
        </p:grpSpPr>
        <p:sp>
          <p:nvSpPr>
            <p:cNvPr id="1661" name="Google Shape;1661;p106"/>
            <p:cNvSpPr/>
            <p:nvPr/>
          </p:nvSpPr>
          <p:spPr>
            <a:xfrm>
              <a:off x="3241483" y="678377"/>
              <a:ext cx="2432605" cy="1508418"/>
            </a:xfrm>
            <a:prstGeom prst="rect">
              <a:avLst/>
            </a:prstGeom>
            <a:solidFill>
              <a:srgbClr val="FFFFFF"/>
            </a:solidFill>
            <a:ln w="22225" cap="flat" cmpd="sng">
              <a:solidFill>
                <a:srgbClr val="FFFFFF"/>
              </a:solidFill>
              <a:prstDash val="dot"/>
              <a:miter lim="800000"/>
              <a:headEnd type="none" w="sm" len="sm"/>
              <a:tailEnd type="none" w="sm" len="sm"/>
            </a:ln>
          </p:spPr>
          <p:txBody>
            <a:bodyPr spcFirstLastPara="1" wrap="square" lIns="36000" tIns="36000" rIns="36000" bIns="36000" anchor="t" anchorCtr="0">
              <a:noAutofit/>
            </a:bodyPr>
            <a:lstStyle/>
            <a:p>
              <a:pPr marL="0" marR="0" lvl="0" indent="0" algn="ctr" rtl="0">
                <a:lnSpc>
                  <a:spcPct val="95000"/>
                </a:lnSpc>
                <a:spcBef>
                  <a:spcPts val="0"/>
                </a:spcBef>
                <a:spcAft>
                  <a:spcPts val="0"/>
                </a:spcAft>
                <a:buClr>
                  <a:srgbClr val="FFFFFF"/>
                </a:buClr>
                <a:buSzPts val="1200"/>
                <a:buFont typeface="Century Gothic"/>
                <a:buNone/>
              </a:pPr>
              <a:br>
                <a:rPr lang="en-GB" sz="1200" b="1" i="0" u="none" strike="noStrike" cap="none">
                  <a:solidFill>
                    <a:srgbClr val="3C3C3B"/>
                  </a:solidFill>
                  <a:latin typeface="Century Gothic"/>
                  <a:ea typeface="Century Gothic"/>
                  <a:cs typeface="Century Gothic"/>
                  <a:sym typeface="Century Gothic"/>
                </a:rPr>
              </a:br>
              <a:endParaRPr sz="1200" b="1" i="0" u="none" strike="noStrike" cap="none">
                <a:solidFill>
                  <a:srgbClr val="3C3C3B"/>
                </a:solidFill>
                <a:latin typeface="Century Gothic"/>
                <a:ea typeface="Century Gothic"/>
                <a:cs typeface="Century Gothic"/>
                <a:sym typeface="Century Gothic"/>
              </a:endParaRPr>
            </a:p>
            <a:p>
              <a:pPr marL="0" marR="0" lvl="0" indent="0" algn="l" rtl="0">
                <a:lnSpc>
                  <a:spcPct val="95000"/>
                </a:lnSpc>
                <a:spcBef>
                  <a:spcPts val="0"/>
                </a:spcBef>
                <a:spcAft>
                  <a:spcPts val="0"/>
                </a:spcAft>
                <a:buClr>
                  <a:srgbClr val="FFFFFF"/>
                </a:buClr>
                <a:buSzPts val="1200"/>
                <a:buFont typeface="Century Gothic"/>
                <a:buNone/>
              </a:pPr>
              <a:br>
                <a:rPr lang="en-GB" sz="1200" b="1" i="0" u="none" strike="noStrike" cap="none">
                  <a:solidFill>
                    <a:srgbClr val="3C3C3B"/>
                  </a:solidFill>
                  <a:latin typeface="Century Gothic"/>
                  <a:ea typeface="Century Gothic"/>
                  <a:cs typeface="Century Gothic"/>
                  <a:sym typeface="Century Gothic"/>
                </a:rPr>
              </a:br>
              <a:endParaRPr sz="1000" b="1" i="0" u="none" strike="noStrike" cap="none">
                <a:solidFill>
                  <a:srgbClr val="3C3C3B"/>
                </a:solidFill>
                <a:latin typeface="Century Gothic"/>
                <a:ea typeface="Century Gothic"/>
                <a:cs typeface="Century Gothic"/>
                <a:sym typeface="Century Gothic"/>
              </a:endParaRPr>
            </a:p>
          </p:txBody>
        </p:sp>
        <p:grpSp>
          <p:nvGrpSpPr>
            <p:cNvPr id="1662" name="Google Shape;1662;p106"/>
            <p:cNvGrpSpPr/>
            <p:nvPr/>
          </p:nvGrpSpPr>
          <p:grpSpPr>
            <a:xfrm>
              <a:off x="3430680" y="814892"/>
              <a:ext cx="2230757" cy="1257815"/>
              <a:chOff x="6269745" y="1818918"/>
              <a:chExt cx="2825275" cy="1593033"/>
            </a:xfrm>
          </p:grpSpPr>
          <p:grpSp>
            <p:nvGrpSpPr>
              <p:cNvPr id="1663" name="Google Shape;1663;p106"/>
              <p:cNvGrpSpPr/>
              <p:nvPr/>
            </p:nvGrpSpPr>
            <p:grpSpPr>
              <a:xfrm>
                <a:off x="7216189" y="1999143"/>
                <a:ext cx="992955" cy="399680"/>
                <a:chOff x="1795630" y="3780481"/>
                <a:chExt cx="992955" cy="399680"/>
              </a:xfrm>
            </p:grpSpPr>
            <p:sp>
              <p:nvSpPr>
                <p:cNvPr id="1664" name="Google Shape;1664;p106"/>
                <p:cNvSpPr/>
                <p:nvPr/>
              </p:nvSpPr>
              <p:spPr>
                <a:xfrm>
                  <a:off x="1941288" y="3941602"/>
                  <a:ext cx="283523" cy="128647"/>
                </a:xfrm>
                <a:custGeom>
                  <a:avLst/>
                  <a:gdLst/>
                  <a:ahLst/>
                  <a:cxnLst/>
                  <a:rect l="l" t="t" r="r" b="b"/>
                  <a:pathLst>
                    <a:path w="246" h="111" extrusionOk="0">
                      <a:moveTo>
                        <a:pt x="225" y="0"/>
                      </a:moveTo>
                      <a:cubicBezTo>
                        <a:pt x="214" y="0"/>
                        <a:pt x="204" y="10"/>
                        <a:pt x="204" y="21"/>
                      </a:cubicBezTo>
                      <a:cubicBezTo>
                        <a:pt x="204" y="25"/>
                        <a:pt x="206" y="29"/>
                        <a:pt x="208" y="33"/>
                      </a:cubicBezTo>
                      <a:cubicBezTo>
                        <a:pt x="157" y="74"/>
                        <a:pt x="157" y="74"/>
                        <a:pt x="157" y="74"/>
                      </a:cubicBezTo>
                      <a:cubicBezTo>
                        <a:pt x="153" y="71"/>
                        <a:pt x="148" y="69"/>
                        <a:pt x="143" y="69"/>
                      </a:cubicBezTo>
                      <a:cubicBezTo>
                        <a:pt x="137" y="69"/>
                        <a:pt x="131" y="71"/>
                        <a:pt x="128" y="75"/>
                      </a:cubicBezTo>
                      <a:cubicBezTo>
                        <a:pt x="86" y="46"/>
                        <a:pt x="86" y="46"/>
                        <a:pt x="86" y="46"/>
                      </a:cubicBezTo>
                      <a:cubicBezTo>
                        <a:pt x="87" y="43"/>
                        <a:pt x="88" y="40"/>
                        <a:pt x="88" y="37"/>
                      </a:cubicBezTo>
                      <a:cubicBezTo>
                        <a:pt x="88" y="25"/>
                        <a:pt x="78" y="16"/>
                        <a:pt x="67" y="16"/>
                      </a:cubicBezTo>
                      <a:cubicBezTo>
                        <a:pt x="55" y="16"/>
                        <a:pt x="46" y="25"/>
                        <a:pt x="46" y="37"/>
                      </a:cubicBezTo>
                      <a:cubicBezTo>
                        <a:pt x="46" y="40"/>
                        <a:pt x="46" y="42"/>
                        <a:pt x="47" y="45"/>
                      </a:cubicBezTo>
                      <a:cubicBezTo>
                        <a:pt x="0" y="74"/>
                        <a:pt x="0" y="74"/>
                        <a:pt x="0" y="74"/>
                      </a:cubicBezTo>
                      <a:cubicBezTo>
                        <a:pt x="4" y="80"/>
                        <a:pt x="4" y="80"/>
                        <a:pt x="4" y="80"/>
                      </a:cubicBezTo>
                      <a:cubicBezTo>
                        <a:pt x="51" y="51"/>
                        <a:pt x="51" y="51"/>
                        <a:pt x="51" y="51"/>
                      </a:cubicBezTo>
                      <a:cubicBezTo>
                        <a:pt x="55" y="55"/>
                        <a:pt x="61" y="58"/>
                        <a:pt x="67" y="58"/>
                      </a:cubicBezTo>
                      <a:cubicBezTo>
                        <a:pt x="73" y="58"/>
                        <a:pt x="78" y="55"/>
                        <a:pt x="82" y="51"/>
                      </a:cubicBezTo>
                      <a:cubicBezTo>
                        <a:pt x="124" y="81"/>
                        <a:pt x="124" y="81"/>
                        <a:pt x="124" y="81"/>
                      </a:cubicBezTo>
                      <a:cubicBezTo>
                        <a:pt x="122" y="84"/>
                        <a:pt x="122" y="87"/>
                        <a:pt x="122" y="90"/>
                      </a:cubicBezTo>
                      <a:cubicBezTo>
                        <a:pt x="122" y="102"/>
                        <a:pt x="131" y="111"/>
                        <a:pt x="143" y="111"/>
                      </a:cubicBezTo>
                      <a:cubicBezTo>
                        <a:pt x="154" y="111"/>
                        <a:pt x="164" y="102"/>
                        <a:pt x="164" y="90"/>
                      </a:cubicBezTo>
                      <a:cubicBezTo>
                        <a:pt x="164" y="86"/>
                        <a:pt x="163" y="83"/>
                        <a:pt x="161" y="80"/>
                      </a:cubicBezTo>
                      <a:cubicBezTo>
                        <a:pt x="212" y="38"/>
                        <a:pt x="212" y="38"/>
                        <a:pt x="212" y="38"/>
                      </a:cubicBezTo>
                      <a:cubicBezTo>
                        <a:pt x="216" y="40"/>
                        <a:pt x="220" y="42"/>
                        <a:pt x="225" y="42"/>
                      </a:cubicBezTo>
                      <a:cubicBezTo>
                        <a:pt x="237" y="42"/>
                        <a:pt x="246" y="33"/>
                        <a:pt x="246" y="21"/>
                      </a:cubicBezTo>
                      <a:cubicBezTo>
                        <a:pt x="246" y="10"/>
                        <a:pt x="237" y="0"/>
                        <a:pt x="225" y="0"/>
                      </a:cubicBezTo>
                      <a:close/>
                    </a:path>
                  </a:pathLst>
                </a:custGeom>
                <a:solidFill>
                  <a:srgbClr val="CD391F">
                    <a:alpha val="69803"/>
                  </a:srgbClr>
                </a:solid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Century Gothic"/>
                    <a:buNone/>
                  </a:pPr>
                  <a:endParaRPr sz="1800" b="0" i="0" u="none" strike="noStrike" cap="none">
                    <a:solidFill>
                      <a:srgbClr val="3C3C3B"/>
                    </a:solidFill>
                    <a:latin typeface="Century Gothic"/>
                    <a:ea typeface="Century Gothic"/>
                    <a:cs typeface="Century Gothic"/>
                    <a:sym typeface="Century Gothic"/>
                  </a:endParaRPr>
                </a:p>
              </p:txBody>
            </p:sp>
            <p:sp>
              <p:nvSpPr>
                <p:cNvPr id="1665" name="Google Shape;1665;p106"/>
                <p:cNvSpPr/>
                <p:nvPr/>
              </p:nvSpPr>
              <p:spPr>
                <a:xfrm>
                  <a:off x="1795630" y="3780481"/>
                  <a:ext cx="992955" cy="399680"/>
                </a:xfrm>
                <a:custGeom>
                  <a:avLst/>
                  <a:gdLst/>
                  <a:ahLst/>
                  <a:cxnLst/>
                  <a:rect l="l" t="t" r="r" b="b"/>
                  <a:pathLst>
                    <a:path w="863" h="346" extrusionOk="0">
                      <a:moveTo>
                        <a:pt x="835" y="130"/>
                      </a:moveTo>
                      <a:cubicBezTo>
                        <a:pt x="814" y="55"/>
                        <a:pt x="739" y="0"/>
                        <a:pt x="651" y="0"/>
                      </a:cubicBezTo>
                      <a:cubicBezTo>
                        <a:pt x="592" y="0"/>
                        <a:pt x="540" y="24"/>
                        <a:pt x="505" y="61"/>
                      </a:cubicBezTo>
                      <a:cubicBezTo>
                        <a:pt x="505" y="61"/>
                        <a:pt x="470" y="90"/>
                        <a:pt x="431" y="90"/>
                      </a:cubicBezTo>
                      <a:cubicBezTo>
                        <a:pt x="393" y="90"/>
                        <a:pt x="358" y="61"/>
                        <a:pt x="358" y="61"/>
                      </a:cubicBezTo>
                      <a:cubicBezTo>
                        <a:pt x="323" y="24"/>
                        <a:pt x="271" y="0"/>
                        <a:pt x="212" y="0"/>
                      </a:cubicBezTo>
                      <a:cubicBezTo>
                        <a:pt x="123" y="0"/>
                        <a:pt x="49" y="55"/>
                        <a:pt x="28" y="130"/>
                      </a:cubicBezTo>
                      <a:cubicBezTo>
                        <a:pt x="0" y="130"/>
                        <a:pt x="0" y="130"/>
                        <a:pt x="0" y="130"/>
                      </a:cubicBezTo>
                      <a:cubicBezTo>
                        <a:pt x="0" y="215"/>
                        <a:pt x="0" y="215"/>
                        <a:pt x="0" y="215"/>
                      </a:cubicBezTo>
                      <a:cubicBezTo>
                        <a:pt x="28" y="215"/>
                        <a:pt x="28" y="215"/>
                        <a:pt x="28" y="215"/>
                      </a:cubicBezTo>
                      <a:cubicBezTo>
                        <a:pt x="49" y="290"/>
                        <a:pt x="123" y="346"/>
                        <a:pt x="212" y="346"/>
                      </a:cubicBezTo>
                      <a:cubicBezTo>
                        <a:pt x="289" y="346"/>
                        <a:pt x="355" y="305"/>
                        <a:pt x="385" y="246"/>
                      </a:cubicBezTo>
                      <a:cubicBezTo>
                        <a:pt x="400" y="217"/>
                        <a:pt x="430" y="212"/>
                        <a:pt x="431" y="211"/>
                      </a:cubicBezTo>
                      <a:cubicBezTo>
                        <a:pt x="433" y="212"/>
                        <a:pt x="463" y="217"/>
                        <a:pt x="478" y="246"/>
                      </a:cubicBezTo>
                      <a:cubicBezTo>
                        <a:pt x="508" y="305"/>
                        <a:pt x="574" y="346"/>
                        <a:pt x="651" y="346"/>
                      </a:cubicBezTo>
                      <a:cubicBezTo>
                        <a:pt x="739" y="346"/>
                        <a:pt x="814" y="290"/>
                        <a:pt x="835" y="215"/>
                      </a:cubicBezTo>
                      <a:cubicBezTo>
                        <a:pt x="863" y="215"/>
                        <a:pt x="863" y="215"/>
                        <a:pt x="863" y="215"/>
                      </a:cubicBezTo>
                      <a:cubicBezTo>
                        <a:pt x="863" y="130"/>
                        <a:pt x="863" y="130"/>
                        <a:pt x="863" y="130"/>
                      </a:cubicBezTo>
                      <a:lnTo>
                        <a:pt x="835" y="130"/>
                      </a:lnTo>
                      <a:close/>
                      <a:moveTo>
                        <a:pt x="212" y="309"/>
                      </a:moveTo>
                      <a:cubicBezTo>
                        <a:pt x="127" y="309"/>
                        <a:pt x="59" y="248"/>
                        <a:pt x="59" y="173"/>
                      </a:cubicBezTo>
                      <a:cubicBezTo>
                        <a:pt x="59" y="98"/>
                        <a:pt x="127" y="36"/>
                        <a:pt x="212" y="36"/>
                      </a:cubicBezTo>
                      <a:cubicBezTo>
                        <a:pt x="297" y="36"/>
                        <a:pt x="366" y="98"/>
                        <a:pt x="366" y="173"/>
                      </a:cubicBezTo>
                      <a:cubicBezTo>
                        <a:pt x="366" y="248"/>
                        <a:pt x="297" y="309"/>
                        <a:pt x="212" y="309"/>
                      </a:cubicBezTo>
                      <a:close/>
                      <a:moveTo>
                        <a:pt x="761" y="268"/>
                      </a:moveTo>
                      <a:cubicBezTo>
                        <a:pt x="761" y="111"/>
                        <a:pt x="761" y="111"/>
                        <a:pt x="761" y="111"/>
                      </a:cubicBezTo>
                      <a:cubicBezTo>
                        <a:pt x="703" y="111"/>
                        <a:pt x="703" y="111"/>
                        <a:pt x="703" y="111"/>
                      </a:cubicBezTo>
                      <a:cubicBezTo>
                        <a:pt x="703" y="301"/>
                        <a:pt x="703" y="301"/>
                        <a:pt x="703" y="301"/>
                      </a:cubicBezTo>
                      <a:cubicBezTo>
                        <a:pt x="696" y="304"/>
                        <a:pt x="688" y="306"/>
                        <a:pt x="680" y="307"/>
                      </a:cubicBezTo>
                      <a:cubicBezTo>
                        <a:pt x="680" y="165"/>
                        <a:pt x="680" y="165"/>
                        <a:pt x="680" y="165"/>
                      </a:cubicBezTo>
                      <a:cubicBezTo>
                        <a:pt x="622" y="165"/>
                        <a:pt x="622" y="165"/>
                        <a:pt x="622" y="165"/>
                      </a:cubicBezTo>
                      <a:cubicBezTo>
                        <a:pt x="622" y="307"/>
                        <a:pt x="622" y="307"/>
                        <a:pt x="622" y="307"/>
                      </a:cubicBezTo>
                      <a:cubicBezTo>
                        <a:pt x="614" y="306"/>
                        <a:pt x="606" y="304"/>
                        <a:pt x="598" y="301"/>
                      </a:cubicBezTo>
                      <a:cubicBezTo>
                        <a:pt x="598" y="235"/>
                        <a:pt x="598" y="235"/>
                        <a:pt x="598" y="235"/>
                      </a:cubicBezTo>
                      <a:cubicBezTo>
                        <a:pt x="541" y="235"/>
                        <a:pt x="541" y="235"/>
                        <a:pt x="541" y="235"/>
                      </a:cubicBezTo>
                      <a:cubicBezTo>
                        <a:pt x="541" y="269"/>
                        <a:pt x="541" y="269"/>
                        <a:pt x="541" y="269"/>
                      </a:cubicBezTo>
                      <a:cubicBezTo>
                        <a:pt x="514" y="244"/>
                        <a:pt x="497" y="210"/>
                        <a:pt x="497" y="173"/>
                      </a:cubicBezTo>
                      <a:cubicBezTo>
                        <a:pt x="497" y="98"/>
                        <a:pt x="566" y="36"/>
                        <a:pt x="651" y="36"/>
                      </a:cubicBezTo>
                      <a:cubicBezTo>
                        <a:pt x="736" y="36"/>
                        <a:pt x="804" y="98"/>
                        <a:pt x="804" y="173"/>
                      </a:cubicBezTo>
                      <a:cubicBezTo>
                        <a:pt x="804" y="210"/>
                        <a:pt x="788" y="244"/>
                        <a:pt x="761" y="268"/>
                      </a:cubicBezTo>
                      <a:close/>
                    </a:path>
                  </a:pathLst>
                </a:custGeom>
                <a:solidFill>
                  <a:srgbClr val="CD391F">
                    <a:alpha val="69803"/>
                  </a:srgbClr>
                </a:solid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Century Gothic"/>
                    <a:buNone/>
                  </a:pPr>
                  <a:endParaRPr sz="1800" b="0" i="0" u="none" strike="noStrike" cap="none">
                    <a:solidFill>
                      <a:srgbClr val="3C3C3B"/>
                    </a:solidFill>
                    <a:latin typeface="Century Gothic"/>
                    <a:ea typeface="Century Gothic"/>
                    <a:cs typeface="Century Gothic"/>
                    <a:sym typeface="Century Gothic"/>
                  </a:endParaRPr>
                </a:p>
              </p:txBody>
            </p:sp>
          </p:grpSp>
          <p:grpSp>
            <p:nvGrpSpPr>
              <p:cNvPr id="1666" name="Google Shape;1666;p106"/>
              <p:cNvGrpSpPr/>
              <p:nvPr/>
            </p:nvGrpSpPr>
            <p:grpSpPr>
              <a:xfrm>
                <a:off x="8395782" y="1818918"/>
                <a:ext cx="582035" cy="745654"/>
                <a:chOff x="6632575" y="6389688"/>
                <a:chExt cx="739775" cy="947737"/>
              </a:xfrm>
            </p:grpSpPr>
            <p:sp>
              <p:nvSpPr>
                <p:cNvPr id="1667" name="Google Shape;1667;p106"/>
                <p:cNvSpPr/>
                <p:nvPr/>
              </p:nvSpPr>
              <p:spPr>
                <a:xfrm>
                  <a:off x="6632575" y="6389688"/>
                  <a:ext cx="739775" cy="947737"/>
                </a:xfrm>
                <a:custGeom>
                  <a:avLst/>
                  <a:gdLst/>
                  <a:ahLst/>
                  <a:cxnLst/>
                  <a:rect l="l" t="t" r="r" b="b"/>
                  <a:pathLst>
                    <a:path w="613" h="784" extrusionOk="0">
                      <a:moveTo>
                        <a:pt x="307" y="784"/>
                      </a:moveTo>
                      <a:cubicBezTo>
                        <a:pt x="158" y="784"/>
                        <a:pt x="0" y="746"/>
                        <a:pt x="0" y="675"/>
                      </a:cubicBezTo>
                      <a:cubicBezTo>
                        <a:pt x="0" y="109"/>
                        <a:pt x="0" y="109"/>
                        <a:pt x="0" y="109"/>
                      </a:cubicBezTo>
                      <a:cubicBezTo>
                        <a:pt x="0" y="38"/>
                        <a:pt x="158" y="0"/>
                        <a:pt x="307" y="0"/>
                      </a:cubicBezTo>
                      <a:cubicBezTo>
                        <a:pt x="455" y="0"/>
                        <a:pt x="613" y="38"/>
                        <a:pt x="613" y="109"/>
                      </a:cubicBezTo>
                      <a:cubicBezTo>
                        <a:pt x="613" y="675"/>
                        <a:pt x="613" y="675"/>
                        <a:pt x="613" y="675"/>
                      </a:cubicBezTo>
                      <a:cubicBezTo>
                        <a:pt x="613" y="746"/>
                        <a:pt x="455" y="784"/>
                        <a:pt x="307" y="784"/>
                      </a:cubicBezTo>
                      <a:close/>
                      <a:moveTo>
                        <a:pt x="307" y="26"/>
                      </a:moveTo>
                      <a:cubicBezTo>
                        <a:pt x="230" y="26"/>
                        <a:pt x="157" y="36"/>
                        <a:pt x="103" y="54"/>
                      </a:cubicBezTo>
                      <a:cubicBezTo>
                        <a:pt x="55" y="69"/>
                        <a:pt x="27" y="90"/>
                        <a:pt x="27" y="109"/>
                      </a:cubicBezTo>
                      <a:cubicBezTo>
                        <a:pt x="27" y="675"/>
                        <a:pt x="27" y="675"/>
                        <a:pt x="27" y="675"/>
                      </a:cubicBezTo>
                      <a:cubicBezTo>
                        <a:pt x="27" y="693"/>
                        <a:pt x="55" y="714"/>
                        <a:pt x="103" y="730"/>
                      </a:cubicBezTo>
                      <a:cubicBezTo>
                        <a:pt x="157" y="747"/>
                        <a:pt x="230" y="757"/>
                        <a:pt x="307" y="757"/>
                      </a:cubicBezTo>
                      <a:cubicBezTo>
                        <a:pt x="384" y="757"/>
                        <a:pt x="456" y="747"/>
                        <a:pt x="510" y="730"/>
                      </a:cubicBezTo>
                      <a:cubicBezTo>
                        <a:pt x="558" y="714"/>
                        <a:pt x="587" y="693"/>
                        <a:pt x="587" y="675"/>
                      </a:cubicBezTo>
                      <a:cubicBezTo>
                        <a:pt x="587" y="109"/>
                        <a:pt x="587" y="109"/>
                        <a:pt x="587" y="109"/>
                      </a:cubicBezTo>
                      <a:cubicBezTo>
                        <a:pt x="587" y="90"/>
                        <a:pt x="558" y="69"/>
                        <a:pt x="510" y="54"/>
                      </a:cubicBezTo>
                      <a:cubicBezTo>
                        <a:pt x="456" y="36"/>
                        <a:pt x="384" y="26"/>
                        <a:pt x="307" y="26"/>
                      </a:cubicBezTo>
                      <a:close/>
                    </a:path>
                  </a:pathLst>
                </a:custGeom>
                <a:solidFill>
                  <a:srgbClr val="CD391F">
                    <a:alpha val="69803"/>
                  </a:srgbClr>
                </a:solid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Century Gothic"/>
                    <a:buNone/>
                  </a:pPr>
                  <a:endParaRPr sz="1800" b="0" i="0" u="none" strike="noStrike" cap="none">
                    <a:solidFill>
                      <a:srgbClr val="3C3C3B"/>
                    </a:solidFill>
                    <a:latin typeface="Century Gothic"/>
                    <a:ea typeface="Century Gothic"/>
                    <a:cs typeface="Century Gothic"/>
                    <a:sym typeface="Century Gothic"/>
                  </a:endParaRPr>
                </a:p>
              </p:txBody>
            </p:sp>
            <p:sp>
              <p:nvSpPr>
                <p:cNvPr id="1668" name="Google Shape;1668;p106"/>
                <p:cNvSpPr/>
                <p:nvPr/>
              </p:nvSpPr>
              <p:spPr>
                <a:xfrm>
                  <a:off x="6732588" y="6604000"/>
                  <a:ext cx="530225" cy="509587"/>
                </a:xfrm>
                <a:custGeom>
                  <a:avLst/>
                  <a:gdLst/>
                  <a:ahLst/>
                  <a:cxnLst/>
                  <a:rect l="l" t="t" r="r" b="b"/>
                  <a:pathLst>
                    <a:path w="439" h="422" extrusionOk="0">
                      <a:moveTo>
                        <a:pt x="408" y="140"/>
                      </a:moveTo>
                      <a:cubicBezTo>
                        <a:pt x="391" y="140"/>
                        <a:pt x="377" y="154"/>
                        <a:pt x="377" y="171"/>
                      </a:cubicBezTo>
                      <a:cubicBezTo>
                        <a:pt x="377" y="173"/>
                        <a:pt x="378" y="174"/>
                        <a:pt x="378" y="176"/>
                      </a:cubicBezTo>
                      <a:cubicBezTo>
                        <a:pt x="272" y="217"/>
                        <a:pt x="272" y="217"/>
                        <a:pt x="272" y="217"/>
                      </a:cubicBezTo>
                      <a:cubicBezTo>
                        <a:pt x="259" y="193"/>
                        <a:pt x="234" y="176"/>
                        <a:pt x="205" y="175"/>
                      </a:cubicBezTo>
                      <a:cubicBezTo>
                        <a:pt x="201" y="119"/>
                        <a:pt x="201" y="119"/>
                        <a:pt x="201" y="119"/>
                      </a:cubicBezTo>
                      <a:cubicBezTo>
                        <a:pt x="229" y="114"/>
                        <a:pt x="250" y="90"/>
                        <a:pt x="250" y="60"/>
                      </a:cubicBezTo>
                      <a:cubicBezTo>
                        <a:pt x="250" y="27"/>
                        <a:pt x="223" y="0"/>
                        <a:pt x="190" y="0"/>
                      </a:cubicBezTo>
                      <a:cubicBezTo>
                        <a:pt x="157" y="0"/>
                        <a:pt x="130" y="27"/>
                        <a:pt x="130" y="60"/>
                      </a:cubicBezTo>
                      <a:cubicBezTo>
                        <a:pt x="130" y="68"/>
                        <a:pt x="132" y="75"/>
                        <a:pt x="134" y="82"/>
                      </a:cubicBezTo>
                      <a:cubicBezTo>
                        <a:pt x="55" y="123"/>
                        <a:pt x="55" y="123"/>
                        <a:pt x="55" y="123"/>
                      </a:cubicBezTo>
                      <a:cubicBezTo>
                        <a:pt x="49" y="116"/>
                        <a:pt x="41" y="112"/>
                        <a:pt x="31" y="112"/>
                      </a:cubicBezTo>
                      <a:cubicBezTo>
                        <a:pt x="14" y="112"/>
                        <a:pt x="0" y="125"/>
                        <a:pt x="0" y="142"/>
                      </a:cubicBezTo>
                      <a:cubicBezTo>
                        <a:pt x="0" y="160"/>
                        <a:pt x="14" y="173"/>
                        <a:pt x="31" y="173"/>
                      </a:cubicBezTo>
                      <a:cubicBezTo>
                        <a:pt x="48" y="173"/>
                        <a:pt x="62" y="160"/>
                        <a:pt x="62" y="142"/>
                      </a:cubicBezTo>
                      <a:cubicBezTo>
                        <a:pt x="62" y="140"/>
                        <a:pt x="62" y="137"/>
                        <a:pt x="61" y="135"/>
                      </a:cubicBezTo>
                      <a:cubicBezTo>
                        <a:pt x="140" y="94"/>
                        <a:pt x="140" y="94"/>
                        <a:pt x="140" y="94"/>
                      </a:cubicBezTo>
                      <a:cubicBezTo>
                        <a:pt x="151" y="109"/>
                        <a:pt x="168" y="119"/>
                        <a:pt x="188" y="120"/>
                      </a:cubicBezTo>
                      <a:cubicBezTo>
                        <a:pt x="192" y="176"/>
                        <a:pt x="192" y="176"/>
                        <a:pt x="192" y="176"/>
                      </a:cubicBezTo>
                      <a:cubicBezTo>
                        <a:pt x="156" y="182"/>
                        <a:pt x="128" y="213"/>
                        <a:pt x="128" y="251"/>
                      </a:cubicBezTo>
                      <a:cubicBezTo>
                        <a:pt x="128" y="293"/>
                        <a:pt x="162" y="327"/>
                        <a:pt x="204" y="327"/>
                      </a:cubicBezTo>
                      <a:cubicBezTo>
                        <a:pt x="225" y="327"/>
                        <a:pt x="244" y="318"/>
                        <a:pt x="258" y="304"/>
                      </a:cubicBezTo>
                      <a:cubicBezTo>
                        <a:pt x="321" y="356"/>
                        <a:pt x="321" y="356"/>
                        <a:pt x="321" y="356"/>
                      </a:cubicBezTo>
                      <a:cubicBezTo>
                        <a:pt x="317" y="362"/>
                        <a:pt x="315" y="370"/>
                        <a:pt x="315" y="378"/>
                      </a:cubicBezTo>
                      <a:cubicBezTo>
                        <a:pt x="315" y="402"/>
                        <a:pt x="334" y="422"/>
                        <a:pt x="358" y="422"/>
                      </a:cubicBezTo>
                      <a:cubicBezTo>
                        <a:pt x="382" y="422"/>
                        <a:pt x="402" y="402"/>
                        <a:pt x="402" y="378"/>
                      </a:cubicBezTo>
                      <a:cubicBezTo>
                        <a:pt x="402" y="354"/>
                        <a:pt x="382" y="335"/>
                        <a:pt x="358" y="335"/>
                      </a:cubicBezTo>
                      <a:cubicBezTo>
                        <a:pt x="347" y="335"/>
                        <a:pt x="337" y="339"/>
                        <a:pt x="329" y="346"/>
                      </a:cubicBezTo>
                      <a:cubicBezTo>
                        <a:pt x="266" y="294"/>
                        <a:pt x="266" y="294"/>
                        <a:pt x="266" y="294"/>
                      </a:cubicBezTo>
                      <a:cubicBezTo>
                        <a:pt x="275" y="282"/>
                        <a:pt x="280" y="267"/>
                        <a:pt x="280" y="251"/>
                      </a:cubicBezTo>
                      <a:cubicBezTo>
                        <a:pt x="280" y="244"/>
                        <a:pt x="279" y="237"/>
                        <a:pt x="277" y="230"/>
                      </a:cubicBezTo>
                      <a:cubicBezTo>
                        <a:pt x="383" y="188"/>
                        <a:pt x="383" y="188"/>
                        <a:pt x="383" y="188"/>
                      </a:cubicBezTo>
                      <a:cubicBezTo>
                        <a:pt x="388" y="197"/>
                        <a:pt x="398" y="202"/>
                        <a:pt x="408" y="202"/>
                      </a:cubicBezTo>
                      <a:cubicBezTo>
                        <a:pt x="425" y="202"/>
                        <a:pt x="439" y="188"/>
                        <a:pt x="439" y="171"/>
                      </a:cubicBezTo>
                      <a:cubicBezTo>
                        <a:pt x="439" y="154"/>
                        <a:pt x="425" y="140"/>
                        <a:pt x="408" y="140"/>
                      </a:cubicBezTo>
                      <a:close/>
                    </a:path>
                  </a:pathLst>
                </a:custGeom>
                <a:solidFill>
                  <a:srgbClr val="CD391F">
                    <a:alpha val="69803"/>
                  </a:srgbClr>
                </a:solid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Century Gothic"/>
                    <a:buNone/>
                  </a:pPr>
                  <a:endParaRPr sz="1800" b="0" i="0" u="none" strike="noStrike" cap="none">
                    <a:solidFill>
                      <a:srgbClr val="3C3C3B"/>
                    </a:solidFill>
                    <a:latin typeface="Century Gothic"/>
                    <a:ea typeface="Century Gothic"/>
                    <a:cs typeface="Century Gothic"/>
                    <a:sym typeface="Century Gothic"/>
                  </a:endParaRPr>
                </a:p>
              </p:txBody>
            </p:sp>
          </p:grpSp>
          <p:sp>
            <p:nvSpPr>
              <p:cNvPr id="1669" name="Google Shape;1669;p106"/>
              <p:cNvSpPr/>
              <p:nvPr/>
            </p:nvSpPr>
            <p:spPr>
              <a:xfrm>
                <a:off x="8278580" y="2640132"/>
                <a:ext cx="816440" cy="751329"/>
              </a:xfrm>
              <a:custGeom>
                <a:avLst/>
                <a:gdLst/>
                <a:ahLst/>
                <a:cxnLst/>
                <a:rect l="l" t="t" r="r" b="b"/>
                <a:pathLst>
                  <a:path w="805" h="733" extrusionOk="0">
                    <a:moveTo>
                      <a:pt x="456" y="617"/>
                    </a:moveTo>
                    <a:cubicBezTo>
                      <a:pt x="415" y="635"/>
                      <a:pt x="371" y="645"/>
                      <a:pt x="323" y="645"/>
                    </a:cubicBezTo>
                    <a:cubicBezTo>
                      <a:pt x="145" y="645"/>
                      <a:pt x="0" y="501"/>
                      <a:pt x="0" y="323"/>
                    </a:cubicBezTo>
                    <a:cubicBezTo>
                      <a:pt x="0" y="145"/>
                      <a:pt x="145" y="0"/>
                      <a:pt x="323" y="0"/>
                    </a:cubicBezTo>
                    <a:cubicBezTo>
                      <a:pt x="501" y="0"/>
                      <a:pt x="646" y="145"/>
                      <a:pt x="646" y="323"/>
                    </a:cubicBezTo>
                    <a:cubicBezTo>
                      <a:pt x="646" y="341"/>
                      <a:pt x="644" y="359"/>
                      <a:pt x="641" y="377"/>
                    </a:cubicBezTo>
                    <a:cubicBezTo>
                      <a:pt x="639" y="377"/>
                      <a:pt x="637" y="376"/>
                      <a:pt x="635" y="376"/>
                    </a:cubicBezTo>
                    <a:cubicBezTo>
                      <a:pt x="559" y="376"/>
                      <a:pt x="494" y="422"/>
                      <a:pt x="464" y="487"/>
                    </a:cubicBezTo>
                    <a:cubicBezTo>
                      <a:pt x="418" y="388"/>
                      <a:pt x="418" y="388"/>
                      <a:pt x="418" y="388"/>
                    </a:cubicBezTo>
                    <a:cubicBezTo>
                      <a:pt x="414" y="378"/>
                      <a:pt x="407" y="368"/>
                      <a:pt x="399" y="359"/>
                    </a:cubicBezTo>
                    <a:cubicBezTo>
                      <a:pt x="391" y="350"/>
                      <a:pt x="383" y="344"/>
                      <a:pt x="375" y="341"/>
                    </a:cubicBezTo>
                    <a:cubicBezTo>
                      <a:pt x="375" y="340"/>
                      <a:pt x="375" y="340"/>
                      <a:pt x="375" y="340"/>
                    </a:cubicBezTo>
                    <a:cubicBezTo>
                      <a:pt x="401" y="333"/>
                      <a:pt x="422" y="321"/>
                      <a:pt x="436" y="303"/>
                    </a:cubicBezTo>
                    <a:cubicBezTo>
                      <a:pt x="451" y="284"/>
                      <a:pt x="458" y="262"/>
                      <a:pt x="458" y="236"/>
                    </a:cubicBezTo>
                    <a:cubicBezTo>
                      <a:pt x="458" y="204"/>
                      <a:pt x="448" y="179"/>
                      <a:pt x="426" y="161"/>
                    </a:cubicBezTo>
                    <a:cubicBezTo>
                      <a:pt x="404" y="143"/>
                      <a:pt x="373" y="134"/>
                      <a:pt x="334" y="134"/>
                    </a:cubicBezTo>
                    <a:cubicBezTo>
                      <a:pt x="212" y="134"/>
                      <a:pt x="212" y="134"/>
                      <a:pt x="212" y="134"/>
                    </a:cubicBezTo>
                    <a:cubicBezTo>
                      <a:pt x="212" y="511"/>
                      <a:pt x="212" y="511"/>
                      <a:pt x="212" y="511"/>
                    </a:cubicBezTo>
                    <a:cubicBezTo>
                      <a:pt x="275" y="511"/>
                      <a:pt x="275" y="511"/>
                      <a:pt x="275" y="511"/>
                    </a:cubicBezTo>
                    <a:cubicBezTo>
                      <a:pt x="275" y="358"/>
                      <a:pt x="275" y="358"/>
                      <a:pt x="275" y="358"/>
                    </a:cubicBezTo>
                    <a:cubicBezTo>
                      <a:pt x="304" y="358"/>
                      <a:pt x="304" y="358"/>
                      <a:pt x="304" y="358"/>
                    </a:cubicBezTo>
                    <a:cubicBezTo>
                      <a:pt x="326" y="358"/>
                      <a:pt x="343" y="373"/>
                      <a:pt x="355" y="402"/>
                    </a:cubicBezTo>
                    <a:cubicBezTo>
                      <a:pt x="401" y="511"/>
                      <a:pt x="401" y="511"/>
                      <a:pt x="401" y="511"/>
                    </a:cubicBezTo>
                    <a:cubicBezTo>
                      <a:pt x="456" y="511"/>
                      <a:pt x="456" y="511"/>
                      <a:pt x="456" y="511"/>
                    </a:cubicBezTo>
                    <a:cubicBezTo>
                      <a:pt x="451" y="528"/>
                      <a:pt x="448" y="545"/>
                      <a:pt x="448" y="563"/>
                    </a:cubicBezTo>
                    <a:cubicBezTo>
                      <a:pt x="448" y="582"/>
                      <a:pt x="451" y="600"/>
                      <a:pt x="456" y="617"/>
                    </a:cubicBezTo>
                    <a:moveTo>
                      <a:pt x="375" y="201"/>
                    </a:moveTo>
                    <a:cubicBezTo>
                      <a:pt x="363" y="191"/>
                      <a:pt x="346" y="186"/>
                      <a:pt x="325" y="186"/>
                    </a:cubicBezTo>
                    <a:cubicBezTo>
                      <a:pt x="275" y="186"/>
                      <a:pt x="275" y="186"/>
                      <a:pt x="275" y="186"/>
                    </a:cubicBezTo>
                    <a:cubicBezTo>
                      <a:pt x="275" y="306"/>
                      <a:pt x="275" y="306"/>
                      <a:pt x="275" y="306"/>
                    </a:cubicBezTo>
                    <a:cubicBezTo>
                      <a:pt x="324" y="306"/>
                      <a:pt x="324" y="306"/>
                      <a:pt x="324" y="306"/>
                    </a:cubicBezTo>
                    <a:cubicBezTo>
                      <a:pt x="344" y="306"/>
                      <a:pt x="360" y="300"/>
                      <a:pt x="373" y="288"/>
                    </a:cubicBezTo>
                    <a:cubicBezTo>
                      <a:pt x="386" y="276"/>
                      <a:pt x="393" y="261"/>
                      <a:pt x="393" y="242"/>
                    </a:cubicBezTo>
                    <a:cubicBezTo>
                      <a:pt x="393" y="224"/>
                      <a:pt x="387" y="211"/>
                      <a:pt x="375" y="201"/>
                    </a:cubicBezTo>
                    <a:close/>
                    <a:moveTo>
                      <a:pt x="805" y="563"/>
                    </a:moveTo>
                    <a:cubicBezTo>
                      <a:pt x="805" y="657"/>
                      <a:pt x="729" y="733"/>
                      <a:pt x="635" y="733"/>
                    </a:cubicBezTo>
                    <a:cubicBezTo>
                      <a:pt x="541" y="733"/>
                      <a:pt x="465" y="657"/>
                      <a:pt x="465" y="563"/>
                    </a:cubicBezTo>
                    <a:cubicBezTo>
                      <a:pt x="465" y="470"/>
                      <a:pt x="541" y="393"/>
                      <a:pt x="635" y="393"/>
                    </a:cubicBezTo>
                    <a:cubicBezTo>
                      <a:pt x="729" y="393"/>
                      <a:pt x="805" y="470"/>
                      <a:pt x="805" y="563"/>
                    </a:cubicBezTo>
                    <a:close/>
                    <a:moveTo>
                      <a:pt x="772" y="563"/>
                    </a:moveTo>
                    <a:cubicBezTo>
                      <a:pt x="772" y="488"/>
                      <a:pt x="710" y="427"/>
                      <a:pt x="635" y="427"/>
                    </a:cubicBezTo>
                    <a:cubicBezTo>
                      <a:pt x="560" y="427"/>
                      <a:pt x="499" y="488"/>
                      <a:pt x="499" y="563"/>
                    </a:cubicBezTo>
                    <a:cubicBezTo>
                      <a:pt x="499" y="639"/>
                      <a:pt x="560" y="700"/>
                      <a:pt x="635" y="700"/>
                    </a:cubicBezTo>
                    <a:cubicBezTo>
                      <a:pt x="710" y="700"/>
                      <a:pt x="772" y="639"/>
                      <a:pt x="772" y="563"/>
                    </a:cubicBezTo>
                    <a:close/>
                    <a:moveTo>
                      <a:pt x="600" y="616"/>
                    </a:moveTo>
                    <a:cubicBezTo>
                      <a:pt x="600" y="596"/>
                      <a:pt x="600" y="596"/>
                      <a:pt x="600" y="596"/>
                    </a:cubicBezTo>
                    <a:cubicBezTo>
                      <a:pt x="542" y="566"/>
                      <a:pt x="542" y="566"/>
                      <a:pt x="542" y="566"/>
                    </a:cubicBezTo>
                    <a:cubicBezTo>
                      <a:pt x="542" y="565"/>
                      <a:pt x="542" y="565"/>
                      <a:pt x="542" y="565"/>
                    </a:cubicBezTo>
                    <a:cubicBezTo>
                      <a:pt x="600" y="532"/>
                      <a:pt x="600" y="532"/>
                      <a:pt x="600" y="532"/>
                    </a:cubicBezTo>
                    <a:cubicBezTo>
                      <a:pt x="600" y="513"/>
                      <a:pt x="600" y="513"/>
                      <a:pt x="600" y="513"/>
                    </a:cubicBezTo>
                    <a:cubicBezTo>
                      <a:pt x="519" y="561"/>
                      <a:pt x="519" y="561"/>
                      <a:pt x="519" y="561"/>
                    </a:cubicBezTo>
                    <a:cubicBezTo>
                      <a:pt x="519" y="572"/>
                      <a:pt x="519" y="572"/>
                      <a:pt x="519" y="572"/>
                    </a:cubicBezTo>
                    <a:lnTo>
                      <a:pt x="600" y="616"/>
                    </a:lnTo>
                    <a:close/>
                    <a:moveTo>
                      <a:pt x="677" y="479"/>
                    </a:moveTo>
                    <a:cubicBezTo>
                      <a:pt x="657" y="479"/>
                      <a:pt x="657" y="479"/>
                      <a:pt x="657" y="479"/>
                    </a:cubicBezTo>
                    <a:cubicBezTo>
                      <a:pt x="595" y="650"/>
                      <a:pt x="595" y="650"/>
                      <a:pt x="595" y="650"/>
                    </a:cubicBezTo>
                    <a:cubicBezTo>
                      <a:pt x="614" y="650"/>
                      <a:pt x="614" y="650"/>
                      <a:pt x="614" y="650"/>
                    </a:cubicBezTo>
                    <a:lnTo>
                      <a:pt x="677" y="479"/>
                    </a:lnTo>
                    <a:close/>
                    <a:moveTo>
                      <a:pt x="754" y="571"/>
                    </a:moveTo>
                    <a:cubicBezTo>
                      <a:pt x="754" y="560"/>
                      <a:pt x="754" y="560"/>
                      <a:pt x="754" y="560"/>
                    </a:cubicBezTo>
                    <a:cubicBezTo>
                      <a:pt x="673" y="512"/>
                      <a:pt x="673" y="512"/>
                      <a:pt x="673" y="512"/>
                    </a:cubicBezTo>
                    <a:cubicBezTo>
                      <a:pt x="673" y="532"/>
                      <a:pt x="673" y="532"/>
                      <a:pt x="673" y="532"/>
                    </a:cubicBezTo>
                    <a:cubicBezTo>
                      <a:pt x="732" y="565"/>
                      <a:pt x="732" y="565"/>
                      <a:pt x="732" y="565"/>
                    </a:cubicBezTo>
                    <a:cubicBezTo>
                      <a:pt x="732" y="566"/>
                      <a:pt x="732" y="566"/>
                      <a:pt x="732" y="566"/>
                    </a:cubicBezTo>
                    <a:cubicBezTo>
                      <a:pt x="673" y="595"/>
                      <a:pt x="673" y="595"/>
                      <a:pt x="673" y="595"/>
                    </a:cubicBezTo>
                    <a:cubicBezTo>
                      <a:pt x="673" y="615"/>
                      <a:pt x="673" y="615"/>
                      <a:pt x="673" y="615"/>
                    </a:cubicBezTo>
                    <a:lnTo>
                      <a:pt x="754" y="571"/>
                    </a:lnTo>
                    <a:close/>
                  </a:path>
                </a:pathLst>
              </a:custGeom>
              <a:solidFill>
                <a:srgbClr val="CD391F">
                  <a:alpha val="69803"/>
                </a:srgb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Century Gothic"/>
                  <a:buNone/>
                </a:pPr>
                <a:endParaRPr sz="1800" b="0" i="0" u="none" strike="noStrike" cap="none">
                  <a:solidFill>
                    <a:srgbClr val="3C3C3B"/>
                  </a:solidFill>
                  <a:latin typeface="Century Gothic"/>
                  <a:ea typeface="Century Gothic"/>
                  <a:cs typeface="Century Gothic"/>
                  <a:sym typeface="Century Gothic"/>
                </a:endParaRPr>
              </a:p>
            </p:txBody>
          </p:sp>
          <p:sp>
            <p:nvSpPr>
              <p:cNvPr id="1670" name="Google Shape;1670;p106"/>
              <p:cNvSpPr/>
              <p:nvPr/>
            </p:nvSpPr>
            <p:spPr>
              <a:xfrm>
                <a:off x="6269745" y="2637237"/>
                <a:ext cx="774716" cy="774714"/>
              </a:xfrm>
              <a:custGeom>
                <a:avLst/>
                <a:gdLst/>
                <a:ahLst/>
                <a:cxnLst/>
                <a:rect l="l" t="t" r="r" b="b"/>
                <a:pathLst>
                  <a:path w="568" h="568" extrusionOk="0">
                    <a:moveTo>
                      <a:pt x="284" y="0"/>
                    </a:moveTo>
                    <a:cubicBezTo>
                      <a:pt x="128" y="0"/>
                      <a:pt x="0" y="128"/>
                      <a:pt x="0" y="284"/>
                    </a:cubicBezTo>
                    <a:cubicBezTo>
                      <a:pt x="0" y="440"/>
                      <a:pt x="128" y="568"/>
                      <a:pt x="284" y="568"/>
                    </a:cubicBezTo>
                    <a:cubicBezTo>
                      <a:pt x="440" y="568"/>
                      <a:pt x="568" y="440"/>
                      <a:pt x="568" y="284"/>
                    </a:cubicBezTo>
                    <a:cubicBezTo>
                      <a:pt x="568" y="128"/>
                      <a:pt x="440" y="0"/>
                      <a:pt x="284" y="0"/>
                    </a:cubicBezTo>
                    <a:close/>
                    <a:moveTo>
                      <a:pt x="538" y="200"/>
                    </a:moveTo>
                    <a:cubicBezTo>
                      <a:pt x="522" y="203"/>
                      <a:pt x="482" y="210"/>
                      <a:pt x="430" y="228"/>
                    </a:cubicBezTo>
                    <a:cubicBezTo>
                      <a:pt x="422" y="213"/>
                      <a:pt x="406" y="204"/>
                      <a:pt x="389" y="204"/>
                    </a:cubicBezTo>
                    <a:cubicBezTo>
                      <a:pt x="382" y="204"/>
                      <a:pt x="375" y="206"/>
                      <a:pt x="369" y="208"/>
                    </a:cubicBezTo>
                    <a:cubicBezTo>
                      <a:pt x="347" y="182"/>
                      <a:pt x="320" y="161"/>
                      <a:pt x="293" y="144"/>
                    </a:cubicBezTo>
                    <a:cubicBezTo>
                      <a:pt x="295" y="139"/>
                      <a:pt x="296" y="134"/>
                      <a:pt x="296" y="128"/>
                    </a:cubicBezTo>
                    <a:cubicBezTo>
                      <a:pt x="296" y="112"/>
                      <a:pt x="288" y="97"/>
                      <a:pt x="275" y="89"/>
                    </a:cubicBezTo>
                    <a:cubicBezTo>
                      <a:pt x="296" y="53"/>
                      <a:pt x="314" y="27"/>
                      <a:pt x="320" y="19"/>
                    </a:cubicBezTo>
                    <a:cubicBezTo>
                      <a:pt x="423" y="33"/>
                      <a:pt x="507" y="105"/>
                      <a:pt x="538" y="200"/>
                    </a:cubicBezTo>
                    <a:close/>
                    <a:moveTo>
                      <a:pt x="226" y="325"/>
                    </a:moveTo>
                    <a:cubicBezTo>
                      <a:pt x="218" y="320"/>
                      <a:pt x="209" y="317"/>
                      <a:pt x="199" y="317"/>
                    </a:cubicBezTo>
                    <a:cubicBezTo>
                      <a:pt x="198" y="317"/>
                      <a:pt x="198" y="317"/>
                      <a:pt x="197" y="317"/>
                    </a:cubicBezTo>
                    <a:cubicBezTo>
                      <a:pt x="198" y="310"/>
                      <a:pt x="198" y="303"/>
                      <a:pt x="199" y="296"/>
                    </a:cubicBezTo>
                    <a:cubicBezTo>
                      <a:pt x="203" y="253"/>
                      <a:pt x="217" y="211"/>
                      <a:pt x="233" y="172"/>
                    </a:cubicBezTo>
                    <a:cubicBezTo>
                      <a:pt x="238" y="174"/>
                      <a:pt x="243" y="175"/>
                      <a:pt x="249" y="175"/>
                    </a:cubicBezTo>
                    <a:cubicBezTo>
                      <a:pt x="265" y="175"/>
                      <a:pt x="279" y="167"/>
                      <a:pt x="288" y="155"/>
                    </a:cubicBezTo>
                    <a:cubicBezTo>
                      <a:pt x="313" y="170"/>
                      <a:pt x="338" y="190"/>
                      <a:pt x="359" y="215"/>
                    </a:cubicBezTo>
                    <a:cubicBezTo>
                      <a:pt x="349" y="223"/>
                      <a:pt x="342" y="236"/>
                      <a:pt x="342" y="251"/>
                    </a:cubicBezTo>
                    <a:cubicBezTo>
                      <a:pt x="342" y="254"/>
                      <a:pt x="342" y="258"/>
                      <a:pt x="343" y="261"/>
                    </a:cubicBezTo>
                    <a:cubicBezTo>
                      <a:pt x="306" y="278"/>
                      <a:pt x="266" y="299"/>
                      <a:pt x="226" y="325"/>
                    </a:cubicBezTo>
                    <a:close/>
                    <a:moveTo>
                      <a:pt x="307" y="17"/>
                    </a:moveTo>
                    <a:cubicBezTo>
                      <a:pt x="298" y="29"/>
                      <a:pt x="282" y="53"/>
                      <a:pt x="264" y="84"/>
                    </a:cubicBezTo>
                    <a:cubicBezTo>
                      <a:pt x="259" y="82"/>
                      <a:pt x="254" y="81"/>
                      <a:pt x="249" y="81"/>
                    </a:cubicBezTo>
                    <a:cubicBezTo>
                      <a:pt x="231" y="81"/>
                      <a:pt x="215" y="91"/>
                      <a:pt x="207" y="106"/>
                    </a:cubicBezTo>
                    <a:cubicBezTo>
                      <a:pt x="163" y="92"/>
                      <a:pt x="124" y="87"/>
                      <a:pt x="104" y="86"/>
                    </a:cubicBezTo>
                    <a:cubicBezTo>
                      <a:pt x="152" y="43"/>
                      <a:pt x="215" y="16"/>
                      <a:pt x="284" y="16"/>
                    </a:cubicBezTo>
                    <a:cubicBezTo>
                      <a:pt x="292" y="16"/>
                      <a:pt x="299" y="17"/>
                      <a:pt x="307" y="17"/>
                    </a:cubicBezTo>
                    <a:close/>
                    <a:moveTo>
                      <a:pt x="93" y="97"/>
                    </a:moveTo>
                    <a:cubicBezTo>
                      <a:pt x="104" y="98"/>
                      <a:pt x="149" y="101"/>
                      <a:pt x="203" y="117"/>
                    </a:cubicBezTo>
                    <a:cubicBezTo>
                      <a:pt x="202" y="121"/>
                      <a:pt x="202" y="124"/>
                      <a:pt x="202" y="128"/>
                    </a:cubicBezTo>
                    <a:cubicBezTo>
                      <a:pt x="202" y="144"/>
                      <a:pt x="210" y="158"/>
                      <a:pt x="222" y="167"/>
                    </a:cubicBezTo>
                    <a:cubicBezTo>
                      <a:pt x="206" y="207"/>
                      <a:pt x="192" y="251"/>
                      <a:pt x="187" y="294"/>
                    </a:cubicBezTo>
                    <a:cubicBezTo>
                      <a:pt x="186" y="303"/>
                      <a:pt x="186" y="311"/>
                      <a:pt x="185" y="319"/>
                    </a:cubicBezTo>
                    <a:cubicBezTo>
                      <a:pt x="166" y="325"/>
                      <a:pt x="152" y="343"/>
                      <a:pt x="152" y="364"/>
                    </a:cubicBezTo>
                    <a:cubicBezTo>
                      <a:pt x="152" y="369"/>
                      <a:pt x="153" y="375"/>
                      <a:pt x="155" y="380"/>
                    </a:cubicBezTo>
                    <a:cubicBezTo>
                      <a:pt x="129" y="402"/>
                      <a:pt x="103" y="428"/>
                      <a:pt x="80" y="456"/>
                    </a:cubicBezTo>
                    <a:cubicBezTo>
                      <a:pt x="40" y="410"/>
                      <a:pt x="16" y="350"/>
                      <a:pt x="16" y="284"/>
                    </a:cubicBezTo>
                    <a:cubicBezTo>
                      <a:pt x="16" y="211"/>
                      <a:pt x="46" y="145"/>
                      <a:pt x="93" y="97"/>
                    </a:cubicBezTo>
                    <a:close/>
                    <a:moveTo>
                      <a:pt x="88" y="465"/>
                    </a:moveTo>
                    <a:cubicBezTo>
                      <a:pt x="110" y="438"/>
                      <a:pt x="135" y="413"/>
                      <a:pt x="160" y="391"/>
                    </a:cubicBezTo>
                    <a:cubicBezTo>
                      <a:pt x="168" y="402"/>
                      <a:pt x="180" y="409"/>
                      <a:pt x="194" y="411"/>
                    </a:cubicBezTo>
                    <a:cubicBezTo>
                      <a:pt x="207" y="473"/>
                      <a:pt x="232" y="524"/>
                      <a:pt x="245" y="549"/>
                    </a:cubicBezTo>
                    <a:cubicBezTo>
                      <a:pt x="183" y="540"/>
                      <a:pt x="128" y="509"/>
                      <a:pt x="88" y="465"/>
                    </a:cubicBezTo>
                    <a:close/>
                    <a:moveTo>
                      <a:pt x="260" y="550"/>
                    </a:moveTo>
                    <a:cubicBezTo>
                      <a:pt x="249" y="531"/>
                      <a:pt x="221" y="478"/>
                      <a:pt x="206" y="410"/>
                    </a:cubicBezTo>
                    <a:cubicBezTo>
                      <a:pt x="229" y="407"/>
                      <a:pt x="246" y="388"/>
                      <a:pt x="246" y="364"/>
                    </a:cubicBezTo>
                    <a:cubicBezTo>
                      <a:pt x="246" y="352"/>
                      <a:pt x="242" y="342"/>
                      <a:pt x="235" y="334"/>
                    </a:cubicBezTo>
                    <a:cubicBezTo>
                      <a:pt x="273" y="309"/>
                      <a:pt x="311" y="288"/>
                      <a:pt x="347" y="272"/>
                    </a:cubicBezTo>
                    <a:cubicBezTo>
                      <a:pt x="355" y="288"/>
                      <a:pt x="371" y="298"/>
                      <a:pt x="389" y="298"/>
                    </a:cubicBezTo>
                    <a:cubicBezTo>
                      <a:pt x="395" y="298"/>
                      <a:pt x="401" y="297"/>
                      <a:pt x="406" y="295"/>
                    </a:cubicBezTo>
                    <a:cubicBezTo>
                      <a:pt x="429" y="356"/>
                      <a:pt x="434" y="429"/>
                      <a:pt x="419" y="515"/>
                    </a:cubicBezTo>
                    <a:cubicBezTo>
                      <a:pt x="379" y="538"/>
                      <a:pt x="333" y="552"/>
                      <a:pt x="284" y="552"/>
                    </a:cubicBezTo>
                    <a:cubicBezTo>
                      <a:pt x="276" y="552"/>
                      <a:pt x="268" y="551"/>
                      <a:pt x="260" y="550"/>
                    </a:cubicBezTo>
                    <a:close/>
                    <a:moveTo>
                      <a:pt x="433" y="506"/>
                    </a:moveTo>
                    <a:cubicBezTo>
                      <a:pt x="446" y="423"/>
                      <a:pt x="440" y="350"/>
                      <a:pt x="417" y="289"/>
                    </a:cubicBezTo>
                    <a:cubicBezTo>
                      <a:pt x="428" y="280"/>
                      <a:pt x="436" y="267"/>
                      <a:pt x="436" y="251"/>
                    </a:cubicBezTo>
                    <a:cubicBezTo>
                      <a:pt x="436" y="247"/>
                      <a:pt x="435" y="243"/>
                      <a:pt x="434" y="239"/>
                    </a:cubicBezTo>
                    <a:cubicBezTo>
                      <a:pt x="488" y="221"/>
                      <a:pt x="528" y="214"/>
                      <a:pt x="542" y="212"/>
                    </a:cubicBezTo>
                    <a:cubicBezTo>
                      <a:pt x="548" y="235"/>
                      <a:pt x="552" y="259"/>
                      <a:pt x="552" y="284"/>
                    </a:cubicBezTo>
                    <a:cubicBezTo>
                      <a:pt x="552" y="377"/>
                      <a:pt x="504" y="458"/>
                      <a:pt x="433" y="506"/>
                    </a:cubicBezTo>
                    <a:close/>
                  </a:path>
                </a:pathLst>
              </a:custGeom>
              <a:solidFill>
                <a:srgbClr val="CD391F">
                  <a:alpha val="69803"/>
                </a:srgb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Century Gothic"/>
                  <a:buNone/>
                </a:pPr>
                <a:endParaRPr sz="1800" b="0" i="0" u="none" strike="noStrike" cap="none">
                  <a:solidFill>
                    <a:srgbClr val="3C3C3B"/>
                  </a:solidFill>
                  <a:latin typeface="Century Gothic"/>
                  <a:ea typeface="Century Gothic"/>
                  <a:cs typeface="Century Gothic"/>
                  <a:sym typeface="Century Gothic"/>
                </a:endParaRPr>
              </a:p>
            </p:txBody>
          </p:sp>
          <p:sp>
            <p:nvSpPr>
              <p:cNvPr id="1671" name="Google Shape;1671;p106"/>
              <p:cNvSpPr/>
              <p:nvPr/>
            </p:nvSpPr>
            <p:spPr>
              <a:xfrm>
                <a:off x="7224175" y="2716464"/>
                <a:ext cx="854290" cy="614602"/>
              </a:xfrm>
              <a:custGeom>
                <a:avLst/>
                <a:gdLst/>
                <a:ahLst/>
                <a:cxnLst/>
                <a:rect l="l" t="t" r="r" b="b"/>
                <a:pathLst>
                  <a:path w="564" h="406" extrusionOk="0">
                    <a:moveTo>
                      <a:pt x="483" y="212"/>
                    </a:moveTo>
                    <a:cubicBezTo>
                      <a:pt x="486" y="231"/>
                      <a:pt x="503" y="245"/>
                      <a:pt x="523" y="245"/>
                    </a:cubicBezTo>
                    <a:cubicBezTo>
                      <a:pt x="546" y="245"/>
                      <a:pt x="564" y="227"/>
                      <a:pt x="564" y="204"/>
                    </a:cubicBezTo>
                    <a:cubicBezTo>
                      <a:pt x="564" y="181"/>
                      <a:pt x="546" y="163"/>
                      <a:pt x="523" y="163"/>
                    </a:cubicBezTo>
                    <a:cubicBezTo>
                      <a:pt x="503" y="163"/>
                      <a:pt x="487" y="177"/>
                      <a:pt x="483" y="196"/>
                    </a:cubicBezTo>
                    <a:cubicBezTo>
                      <a:pt x="330" y="196"/>
                      <a:pt x="330" y="196"/>
                      <a:pt x="330" y="196"/>
                    </a:cubicBezTo>
                    <a:cubicBezTo>
                      <a:pt x="328" y="186"/>
                      <a:pt x="324" y="176"/>
                      <a:pt x="318" y="169"/>
                    </a:cubicBezTo>
                    <a:cubicBezTo>
                      <a:pt x="404" y="49"/>
                      <a:pt x="404" y="49"/>
                      <a:pt x="404" y="49"/>
                    </a:cubicBezTo>
                    <a:cubicBezTo>
                      <a:pt x="483" y="49"/>
                      <a:pt x="483" y="49"/>
                      <a:pt x="483" y="49"/>
                    </a:cubicBezTo>
                    <a:cubicBezTo>
                      <a:pt x="486" y="68"/>
                      <a:pt x="503" y="82"/>
                      <a:pt x="523" y="82"/>
                    </a:cubicBezTo>
                    <a:cubicBezTo>
                      <a:pt x="546" y="82"/>
                      <a:pt x="564" y="64"/>
                      <a:pt x="564" y="41"/>
                    </a:cubicBezTo>
                    <a:cubicBezTo>
                      <a:pt x="564" y="18"/>
                      <a:pt x="546" y="0"/>
                      <a:pt x="523" y="0"/>
                    </a:cubicBezTo>
                    <a:cubicBezTo>
                      <a:pt x="503" y="0"/>
                      <a:pt x="486" y="14"/>
                      <a:pt x="483" y="33"/>
                    </a:cubicBezTo>
                    <a:cubicBezTo>
                      <a:pt x="396" y="33"/>
                      <a:pt x="396" y="33"/>
                      <a:pt x="396" y="33"/>
                    </a:cubicBezTo>
                    <a:cubicBezTo>
                      <a:pt x="305" y="159"/>
                      <a:pt x="305" y="159"/>
                      <a:pt x="305" y="159"/>
                    </a:cubicBezTo>
                    <a:cubicBezTo>
                      <a:pt x="298" y="155"/>
                      <a:pt x="289" y="152"/>
                      <a:pt x="280" y="152"/>
                    </a:cubicBezTo>
                    <a:cubicBezTo>
                      <a:pt x="272" y="152"/>
                      <a:pt x="264" y="154"/>
                      <a:pt x="258" y="157"/>
                    </a:cubicBezTo>
                    <a:cubicBezTo>
                      <a:pt x="168" y="33"/>
                      <a:pt x="168" y="33"/>
                      <a:pt x="168" y="33"/>
                    </a:cubicBezTo>
                    <a:cubicBezTo>
                      <a:pt x="81" y="33"/>
                      <a:pt x="81" y="33"/>
                      <a:pt x="81" y="33"/>
                    </a:cubicBezTo>
                    <a:cubicBezTo>
                      <a:pt x="78" y="14"/>
                      <a:pt x="61" y="0"/>
                      <a:pt x="41" y="0"/>
                    </a:cubicBezTo>
                    <a:cubicBezTo>
                      <a:pt x="18" y="0"/>
                      <a:pt x="0" y="18"/>
                      <a:pt x="0" y="41"/>
                    </a:cubicBezTo>
                    <a:cubicBezTo>
                      <a:pt x="0" y="64"/>
                      <a:pt x="18" y="82"/>
                      <a:pt x="41" y="82"/>
                    </a:cubicBezTo>
                    <a:cubicBezTo>
                      <a:pt x="61" y="82"/>
                      <a:pt x="78" y="68"/>
                      <a:pt x="81" y="49"/>
                    </a:cubicBezTo>
                    <a:cubicBezTo>
                      <a:pt x="160" y="49"/>
                      <a:pt x="160" y="49"/>
                      <a:pt x="160" y="49"/>
                    </a:cubicBezTo>
                    <a:cubicBezTo>
                      <a:pt x="245" y="167"/>
                      <a:pt x="245" y="167"/>
                      <a:pt x="245" y="167"/>
                    </a:cubicBezTo>
                    <a:cubicBezTo>
                      <a:pt x="237" y="174"/>
                      <a:pt x="232" y="184"/>
                      <a:pt x="230" y="196"/>
                    </a:cubicBezTo>
                    <a:cubicBezTo>
                      <a:pt x="81" y="196"/>
                      <a:pt x="81" y="196"/>
                      <a:pt x="81" y="196"/>
                    </a:cubicBezTo>
                    <a:cubicBezTo>
                      <a:pt x="77" y="177"/>
                      <a:pt x="61" y="163"/>
                      <a:pt x="41" y="163"/>
                    </a:cubicBezTo>
                    <a:cubicBezTo>
                      <a:pt x="18" y="163"/>
                      <a:pt x="0" y="181"/>
                      <a:pt x="0" y="204"/>
                    </a:cubicBezTo>
                    <a:cubicBezTo>
                      <a:pt x="0" y="227"/>
                      <a:pt x="18" y="245"/>
                      <a:pt x="41" y="245"/>
                    </a:cubicBezTo>
                    <a:cubicBezTo>
                      <a:pt x="61" y="245"/>
                      <a:pt x="78" y="231"/>
                      <a:pt x="81" y="212"/>
                    </a:cubicBezTo>
                    <a:cubicBezTo>
                      <a:pt x="231" y="212"/>
                      <a:pt x="231" y="212"/>
                      <a:pt x="231" y="212"/>
                    </a:cubicBezTo>
                    <a:cubicBezTo>
                      <a:pt x="233" y="222"/>
                      <a:pt x="238" y="231"/>
                      <a:pt x="246" y="238"/>
                    </a:cubicBezTo>
                    <a:cubicBezTo>
                      <a:pt x="160" y="357"/>
                      <a:pt x="160" y="357"/>
                      <a:pt x="160" y="357"/>
                    </a:cubicBezTo>
                    <a:cubicBezTo>
                      <a:pt x="81" y="357"/>
                      <a:pt x="81" y="357"/>
                      <a:pt x="81" y="357"/>
                    </a:cubicBezTo>
                    <a:cubicBezTo>
                      <a:pt x="78" y="338"/>
                      <a:pt x="61" y="324"/>
                      <a:pt x="41" y="324"/>
                    </a:cubicBezTo>
                    <a:cubicBezTo>
                      <a:pt x="18" y="324"/>
                      <a:pt x="0" y="342"/>
                      <a:pt x="0" y="365"/>
                    </a:cubicBezTo>
                    <a:cubicBezTo>
                      <a:pt x="0" y="388"/>
                      <a:pt x="18" y="406"/>
                      <a:pt x="41" y="406"/>
                    </a:cubicBezTo>
                    <a:cubicBezTo>
                      <a:pt x="61" y="406"/>
                      <a:pt x="78" y="392"/>
                      <a:pt x="81" y="373"/>
                    </a:cubicBezTo>
                    <a:cubicBezTo>
                      <a:pt x="168" y="373"/>
                      <a:pt x="168" y="373"/>
                      <a:pt x="168" y="373"/>
                    </a:cubicBezTo>
                    <a:cubicBezTo>
                      <a:pt x="259" y="247"/>
                      <a:pt x="259" y="247"/>
                      <a:pt x="259" y="247"/>
                    </a:cubicBezTo>
                    <a:cubicBezTo>
                      <a:pt x="265" y="250"/>
                      <a:pt x="272" y="252"/>
                      <a:pt x="280" y="252"/>
                    </a:cubicBezTo>
                    <a:cubicBezTo>
                      <a:pt x="289" y="252"/>
                      <a:pt x="297" y="250"/>
                      <a:pt x="304" y="246"/>
                    </a:cubicBezTo>
                    <a:cubicBezTo>
                      <a:pt x="396" y="373"/>
                      <a:pt x="396" y="373"/>
                      <a:pt x="396" y="373"/>
                    </a:cubicBezTo>
                    <a:cubicBezTo>
                      <a:pt x="483" y="373"/>
                      <a:pt x="483" y="373"/>
                      <a:pt x="483" y="373"/>
                    </a:cubicBezTo>
                    <a:cubicBezTo>
                      <a:pt x="486" y="392"/>
                      <a:pt x="503" y="406"/>
                      <a:pt x="523" y="406"/>
                    </a:cubicBezTo>
                    <a:cubicBezTo>
                      <a:pt x="546" y="406"/>
                      <a:pt x="564" y="388"/>
                      <a:pt x="564" y="365"/>
                    </a:cubicBezTo>
                    <a:cubicBezTo>
                      <a:pt x="564" y="342"/>
                      <a:pt x="546" y="324"/>
                      <a:pt x="523" y="324"/>
                    </a:cubicBezTo>
                    <a:cubicBezTo>
                      <a:pt x="503" y="324"/>
                      <a:pt x="486" y="338"/>
                      <a:pt x="483" y="357"/>
                    </a:cubicBezTo>
                    <a:cubicBezTo>
                      <a:pt x="404" y="357"/>
                      <a:pt x="404" y="357"/>
                      <a:pt x="404" y="357"/>
                    </a:cubicBezTo>
                    <a:cubicBezTo>
                      <a:pt x="317" y="236"/>
                      <a:pt x="317" y="236"/>
                      <a:pt x="317" y="236"/>
                    </a:cubicBezTo>
                    <a:cubicBezTo>
                      <a:pt x="323" y="229"/>
                      <a:pt x="327" y="221"/>
                      <a:pt x="329" y="212"/>
                    </a:cubicBezTo>
                    <a:lnTo>
                      <a:pt x="483" y="212"/>
                    </a:lnTo>
                    <a:close/>
                    <a:moveTo>
                      <a:pt x="523" y="179"/>
                    </a:moveTo>
                    <a:cubicBezTo>
                      <a:pt x="537" y="179"/>
                      <a:pt x="548" y="190"/>
                      <a:pt x="548" y="204"/>
                    </a:cubicBezTo>
                    <a:cubicBezTo>
                      <a:pt x="548" y="218"/>
                      <a:pt x="537" y="229"/>
                      <a:pt x="523" y="229"/>
                    </a:cubicBezTo>
                    <a:cubicBezTo>
                      <a:pt x="509" y="229"/>
                      <a:pt x="498" y="218"/>
                      <a:pt x="498" y="204"/>
                    </a:cubicBezTo>
                    <a:cubicBezTo>
                      <a:pt x="498" y="190"/>
                      <a:pt x="509" y="179"/>
                      <a:pt x="523" y="179"/>
                    </a:cubicBezTo>
                    <a:close/>
                    <a:moveTo>
                      <a:pt x="523" y="16"/>
                    </a:moveTo>
                    <a:cubicBezTo>
                      <a:pt x="537" y="16"/>
                      <a:pt x="548" y="27"/>
                      <a:pt x="548" y="41"/>
                    </a:cubicBezTo>
                    <a:cubicBezTo>
                      <a:pt x="548" y="55"/>
                      <a:pt x="537" y="66"/>
                      <a:pt x="523" y="66"/>
                    </a:cubicBezTo>
                    <a:cubicBezTo>
                      <a:pt x="509" y="66"/>
                      <a:pt x="498" y="55"/>
                      <a:pt x="498" y="41"/>
                    </a:cubicBezTo>
                    <a:cubicBezTo>
                      <a:pt x="498" y="27"/>
                      <a:pt x="509" y="16"/>
                      <a:pt x="523" y="16"/>
                    </a:cubicBezTo>
                    <a:close/>
                    <a:moveTo>
                      <a:pt x="41" y="66"/>
                    </a:moveTo>
                    <a:cubicBezTo>
                      <a:pt x="27" y="66"/>
                      <a:pt x="16" y="55"/>
                      <a:pt x="16" y="41"/>
                    </a:cubicBezTo>
                    <a:cubicBezTo>
                      <a:pt x="16" y="27"/>
                      <a:pt x="27" y="16"/>
                      <a:pt x="41" y="16"/>
                    </a:cubicBezTo>
                    <a:cubicBezTo>
                      <a:pt x="55" y="16"/>
                      <a:pt x="66" y="27"/>
                      <a:pt x="66" y="41"/>
                    </a:cubicBezTo>
                    <a:cubicBezTo>
                      <a:pt x="66" y="55"/>
                      <a:pt x="55" y="66"/>
                      <a:pt x="41" y="66"/>
                    </a:cubicBezTo>
                    <a:close/>
                    <a:moveTo>
                      <a:pt x="41" y="229"/>
                    </a:moveTo>
                    <a:cubicBezTo>
                      <a:pt x="27" y="229"/>
                      <a:pt x="16" y="218"/>
                      <a:pt x="16" y="204"/>
                    </a:cubicBezTo>
                    <a:cubicBezTo>
                      <a:pt x="16" y="190"/>
                      <a:pt x="27" y="179"/>
                      <a:pt x="41" y="179"/>
                    </a:cubicBezTo>
                    <a:cubicBezTo>
                      <a:pt x="55" y="179"/>
                      <a:pt x="66" y="190"/>
                      <a:pt x="66" y="204"/>
                    </a:cubicBezTo>
                    <a:cubicBezTo>
                      <a:pt x="66" y="218"/>
                      <a:pt x="55" y="229"/>
                      <a:pt x="41" y="229"/>
                    </a:cubicBezTo>
                    <a:close/>
                    <a:moveTo>
                      <a:pt x="41" y="390"/>
                    </a:moveTo>
                    <a:cubicBezTo>
                      <a:pt x="27" y="390"/>
                      <a:pt x="16" y="379"/>
                      <a:pt x="16" y="365"/>
                    </a:cubicBezTo>
                    <a:cubicBezTo>
                      <a:pt x="16" y="351"/>
                      <a:pt x="27" y="340"/>
                      <a:pt x="41" y="340"/>
                    </a:cubicBezTo>
                    <a:cubicBezTo>
                      <a:pt x="55" y="340"/>
                      <a:pt x="66" y="351"/>
                      <a:pt x="66" y="365"/>
                    </a:cubicBezTo>
                    <a:cubicBezTo>
                      <a:pt x="66" y="379"/>
                      <a:pt x="55" y="390"/>
                      <a:pt x="41" y="390"/>
                    </a:cubicBezTo>
                    <a:close/>
                    <a:moveTo>
                      <a:pt x="523" y="340"/>
                    </a:moveTo>
                    <a:cubicBezTo>
                      <a:pt x="537" y="340"/>
                      <a:pt x="548" y="351"/>
                      <a:pt x="548" y="365"/>
                    </a:cubicBezTo>
                    <a:cubicBezTo>
                      <a:pt x="548" y="379"/>
                      <a:pt x="537" y="390"/>
                      <a:pt x="523" y="390"/>
                    </a:cubicBezTo>
                    <a:cubicBezTo>
                      <a:pt x="509" y="390"/>
                      <a:pt x="498" y="379"/>
                      <a:pt x="498" y="365"/>
                    </a:cubicBezTo>
                    <a:cubicBezTo>
                      <a:pt x="498" y="351"/>
                      <a:pt x="509" y="340"/>
                      <a:pt x="523" y="340"/>
                    </a:cubicBezTo>
                    <a:close/>
                    <a:moveTo>
                      <a:pt x="246" y="202"/>
                    </a:moveTo>
                    <a:cubicBezTo>
                      <a:pt x="246" y="183"/>
                      <a:pt x="261" y="168"/>
                      <a:pt x="280" y="168"/>
                    </a:cubicBezTo>
                    <a:cubicBezTo>
                      <a:pt x="299" y="168"/>
                      <a:pt x="314" y="183"/>
                      <a:pt x="314" y="202"/>
                    </a:cubicBezTo>
                    <a:cubicBezTo>
                      <a:pt x="314" y="221"/>
                      <a:pt x="299" y="236"/>
                      <a:pt x="280" y="236"/>
                    </a:cubicBezTo>
                    <a:cubicBezTo>
                      <a:pt x="261" y="236"/>
                      <a:pt x="246" y="221"/>
                      <a:pt x="246" y="202"/>
                    </a:cubicBezTo>
                    <a:close/>
                  </a:path>
                </a:pathLst>
              </a:custGeom>
              <a:solidFill>
                <a:srgbClr val="CD391F">
                  <a:alpha val="69803"/>
                </a:srgb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Century Gothic"/>
                  <a:buNone/>
                </a:pPr>
                <a:endParaRPr sz="1800" b="0" i="0" u="none" strike="noStrike" cap="none">
                  <a:solidFill>
                    <a:srgbClr val="3C3C3B"/>
                  </a:solidFill>
                  <a:latin typeface="Century Gothic"/>
                  <a:ea typeface="Century Gothic"/>
                  <a:cs typeface="Century Gothic"/>
                  <a:sym typeface="Century Gothic"/>
                </a:endParaRPr>
              </a:p>
            </p:txBody>
          </p:sp>
          <p:sp>
            <p:nvSpPr>
              <p:cNvPr id="1672" name="Google Shape;1672;p106"/>
              <p:cNvSpPr/>
              <p:nvPr/>
            </p:nvSpPr>
            <p:spPr>
              <a:xfrm>
                <a:off x="6327765" y="1851893"/>
                <a:ext cx="697160" cy="712679"/>
              </a:xfrm>
              <a:custGeom>
                <a:avLst/>
                <a:gdLst/>
                <a:ahLst/>
                <a:cxnLst/>
                <a:rect l="l" t="t" r="r" b="b"/>
                <a:pathLst>
                  <a:path w="630" h="643" extrusionOk="0">
                    <a:moveTo>
                      <a:pt x="630" y="246"/>
                    </a:moveTo>
                    <a:cubicBezTo>
                      <a:pt x="630" y="257"/>
                      <a:pt x="621" y="266"/>
                      <a:pt x="610" y="266"/>
                    </a:cubicBezTo>
                    <a:cubicBezTo>
                      <a:pt x="313" y="266"/>
                      <a:pt x="313" y="266"/>
                      <a:pt x="313" y="266"/>
                    </a:cubicBezTo>
                    <a:cubicBezTo>
                      <a:pt x="313" y="551"/>
                      <a:pt x="313" y="551"/>
                      <a:pt x="313" y="551"/>
                    </a:cubicBezTo>
                    <a:cubicBezTo>
                      <a:pt x="313" y="643"/>
                      <a:pt x="313" y="643"/>
                      <a:pt x="313" y="643"/>
                    </a:cubicBezTo>
                    <a:cubicBezTo>
                      <a:pt x="275" y="559"/>
                      <a:pt x="275" y="559"/>
                      <a:pt x="275" y="559"/>
                    </a:cubicBezTo>
                    <a:cubicBezTo>
                      <a:pt x="275" y="559"/>
                      <a:pt x="275" y="559"/>
                      <a:pt x="275" y="559"/>
                    </a:cubicBezTo>
                    <a:cubicBezTo>
                      <a:pt x="141" y="266"/>
                      <a:pt x="141" y="266"/>
                      <a:pt x="141" y="266"/>
                    </a:cubicBezTo>
                    <a:cubicBezTo>
                      <a:pt x="20" y="266"/>
                      <a:pt x="20" y="266"/>
                      <a:pt x="20" y="266"/>
                    </a:cubicBezTo>
                    <a:cubicBezTo>
                      <a:pt x="9" y="266"/>
                      <a:pt x="0" y="257"/>
                      <a:pt x="0" y="246"/>
                    </a:cubicBezTo>
                    <a:cubicBezTo>
                      <a:pt x="0" y="234"/>
                      <a:pt x="9" y="226"/>
                      <a:pt x="20" y="226"/>
                    </a:cubicBezTo>
                    <a:cubicBezTo>
                      <a:pt x="153" y="226"/>
                      <a:pt x="153" y="226"/>
                      <a:pt x="153" y="226"/>
                    </a:cubicBezTo>
                    <a:cubicBezTo>
                      <a:pt x="161" y="226"/>
                      <a:pt x="168" y="230"/>
                      <a:pt x="172" y="237"/>
                    </a:cubicBezTo>
                    <a:cubicBezTo>
                      <a:pt x="273" y="459"/>
                      <a:pt x="273" y="459"/>
                      <a:pt x="273" y="459"/>
                    </a:cubicBezTo>
                    <a:cubicBezTo>
                      <a:pt x="273" y="246"/>
                      <a:pt x="273" y="246"/>
                      <a:pt x="273" y="246"/>
                    </a:cubicBezTo>
                    <a:cubicBezTo>
                      <a:pt x="273" y="234"/>
                      <a:pt x="282" y="226"/>
                      <a:pt x="293" y="226"/>
                    </a:cubicBezTo>
                    <a:cubicBezTo>
                      <a:pt x="610" y="226"/>
                      <a:pt x="610" y="226"/>
                      <a:pt x="610" y="226"/>
                    </a:cubicBezTo>
                    <a:cubicBezTo>
                      <a:pt x="621" y="226"/>
                      <a:pt x="630" y="234"/>
                      <a:pt x="630" y="246"/>
                    </a:cubicBezTo>
                    <a:close/>
                    <a:moveTo>
                      <a:pt x="56" y="138"/>
                    </a:moveTo>
                    <a:cubicBezTo>
                      <a:pt x="56" y="44"/>
                      <a:pt x="56" y="44"/>
                      <a:pt x="56" y="44"/>
                    </a:cubicBezTo>
                    <a:cubicBezTo>
                      <a:pt x="56" y="12"/>
                      <a:pt x="63" y="0"/>
                      <a:pt x="93" y="0"/>
                    </a:cubicBezTo>
                    <a:cubicBezTo>
                      <a:pt x="122" y="0"/>
                      <a:pt x="129" y="12"/>
                      <a:pt x="129" y="44"/>
                    </a:cubicBezTo>
                    <a:cubicBezTo>
                      <a:pt x="129" y="138"/>
                      <a:pt x="129" y="138"/>
                      <a:pt x="129" y="138"/>
                    </a:cubicBezTo>
                    <a:cubicBezTo>
                      <a:pt x="129" y="170"/>
                      <a:pt x="122" y="181"/>
                      <a:pt x="93" y="181"/>
                    </a:cubicBezTo>
                    <a:cubicBezTo>
                      <a:pt x="63" y="181"/>
                      <a:pt x="56" y="170"/>
                      <a:pt x="56" y="138"/>
                    </a:cubicBezTo>
                    <a:close/>
                    <a:moveTo>
                      <a:pt x="79" y="141"/>
                    </a:moveTo>
                    <a:cubicBezTo>
                      <a:pt x="79" y="153"/>
                      <a:pt x="79" y="164"/>
                      <a:pt x="93" y="164"/>
                    </a:cubicBezTo>
                    <a:cubicBezTo>
                      <a:pt x="106" y="164"/>
                      <a:pt x="106" y="153"/>
                      <a:pt x="106" y="141"/>
                    </a:cubicBezTo>
                    <a:cubicBezTo>
                      <a:pt x="106" y="40"/>
                      <a:pt x="106" y="40"/>
                      <a:pt x="106" y="40"/>
                    </a:cubicBezTo>
                    <a:cubicBezTo>
                      <a:pt x="106" y="29"/>
                      <a:pt x="106" y="18"/>
                      <a:pt x="93" y="18"/>
                    </a:cubicBezTo>
                    <a:cubicBezTo>
                      <a:pt x="79" y="18"/>
                      <a:pt x="79" y="29"/>
                      <a:pt x="79" y="40"/>
                    </a:cubicBezTo>
                    <a:lnTo>
                      <a:pt x="79" y="141"/>
                    </a:lnTo>
                    <a:close/>
                    <a:moveTo>
                      <a:pt x="178" y="35"/>
                    </a:moveTo>
                    <a:cubicBezTo>
                      <a:pt x="178" y="35"/>
                      <a:pt x="178" y="35"/>
                      <a:pt x="178" y="35"/>
                    </a:cubicBezTo>
                    <a:cubicBezTo>
                      <a:pt x="178" y="180"/>
                      <a:pt x="178" y="180"/>
                      <a:pt x="178" y="180"/>
                    </a:cubicBezTo>
                    <a:cubicBezTo>
                      <a:pt x="201" y="180"/>
                      <a:pt x="201" y="180"/>
                      <a:pt x="201" y="180"/>
                    </a:cubicBezTo>
                    <a:cubicBezTo>
                      <a:pt x="201" y="2"/>
                      <a:pt x="201" y="2"/>
                      <a:pt x="201" y="2"/>
                    </a:cubicBezTo>
                    <a:cubicBezTo>
                      <a:pt x="180" y="2"/>
                      <a:pt x="180" y="2"/>
                      <a:pt x="180" y="2"/>
                    </a:cubicBezTo>
                    <a:cubicBezTo>
                      <a:pt x="177" y="10"/>
                      <a:pt x="164" y="27"/>
                      <a:pt x="158" y="31"/>
                    </a:cubicBezTo>
                    <a:cubicBezTo>
                      <a:pt x="158" y="54"/>
                      <a:pt x="158" y="54"/>
                      <a:pt x="158" y="54"/>
                    </a:cubicBezTo>
                    <a:cubicBezTo>
                      <a:pt x="168" y="47"/>
                      <a:pt x="172" y="42"/>
                      <a:pt x="178" y="35"/>
                    </a:cubicBezTo>
                    <a:close/>
                    <a:moveTo>
                      <a:pt x="239" y="138"/>
                    </a:moveTo>
                    <a:cubicBezTo>
                      <a:pt x="239" y="44"/>
                      <a:pt x="239" y="44"/>
                      <a:pt x="239" y="44"/>
                    </a:cubicBezTo>
                    <a:cubicBezTo>
                      <a:pt x="239" y="12"/>
                      <a:pt x="247" y="0"/>
                      <a:pt x="276" y="0"/>
                    </a:cubicBezTo>
                    <a:cubicBezTo>
                      <a:pt x="306" y="0"/>
                      <a:pt x="313" y="12"/>
                      <a:pt x="313" y="44"/>
                    </a:cubicBezTo>
                    <a:cubicBezTo>
                      <a:pt x="313" y="138"/>
                      <a:pt x="313" y="138"/>
                      <a:pt x="313" y="138"/>
                    </a:cubicBezTo>
                    <a:cubicBezTo>
                      <a:pt x="313" y="170"/>
                      <a:pt x="306" y="181"/>
                      <a:pt x="276" y="181"/>
                    </a:cubicBezTo>
                    <a:cubicBezTo>
                      <a:pt x="247" y="181"/>
                      <a:pt x="239" y="170"/>
                      <a:pt x="239" y="138"/>
                    </a:cubicBezTo>
                    <a:close/>
                    <a:moveTo>
                      <a:pt x="263" y="141"/>
                    </a:moveTo>
                    <a:cubicBezTo>
                      <a:pt x="263" y="153"/>
                      <a:pt x="263" y="164"/>
                      <a:pt x="276" y="164"/>
                    </a:cubicBezTo>
                    <a:cubicBezTo>
                      <a:pt x="290" y="164"/>
                      <a:pt x="290" y="153"/>
                      <a:pt x="290" y="141"/>
                    </a:cubicBezTo>
                    <a:cubicBezTo>
                      <a:pt x="290" y="40"/>
                      <a:pt x="290" y="40"/>
                      <a:pt x="290" y="40"/>
                    </a:cubicBezTo>
                    <a:cubicBezTo>
                      <a:pt x="290" y="29"/>
                      <a:pt x="290" y="18"/>
                      <a:pt x="276" y="18"/>
                    </a:cubicBezTo>
                    <a:cubicBezTo>
                      <a:pt x="263" y="18"/>
                      <a:pt x="263" y="29"/>
                      <a:pt x="263" y="40"/>
                    </a:cubicBezTo>
                    <a:lnTo>
                      <a:pt x="263" y="141"/>
                    </a:lnTo>
                    <a:close/>
                    <a:moveTo>
                      <a:pt x="331" y="138"/>
                    </a:moveTo>
                    <a:cubicBezTo>
                      <a:pt x="331" y="44"/>
                      <a:pt x="331" y="44"/>
                      <a:pt x="331" y="44"/>
                    </a:cubicBezTo>
                    <a:cubicBezTo>
                      <a:pt x="331" y="12"/>
                      <a:pt x="339" y="0"/>
                      <a:pt x="368" y="0"/>
                    </a:cubicBezTo>
                    <a:cubicBezTo>
                      <a:pt x="397" y="0"/>
                      <a:pt x="405" y="12"/>
                      <a:pt x="405" y="44"/>
                    </a:cubicBezTo>
                    <a:cubicBezTo>
                      <a:pt x="405" y="138"/>
                      <a:pt x="405" y="138"/>
                      <a:pt x="405" y="138"/>
                    </a:cubicBezTo>
                    <a:cubicBezTo>
                      <a:pt x="405" y="170"/>
                      <a:pt x="397" y="181"/>
                      <a:pt x="368" y="181"/>
                    </a:cubicBezTo>
                    <a:cubicBezTo>
                      <a:pt x="339" y="181"/>
                      <a:pt x="331" y="170"/>
                      <a:pt x="331" y="138"/>
                    </a:cubicBezTo>
                    <a:close/>
                    <a:moveTo>
                      <a:pt x="354" y="141"/>
                    </a:moveTo>
                    <a:cubicBezTo>
                      <a:pt x="354" y="153"/>
                      <a:pt x="354" y="164"/>
                      <a:pt x="368" y="164"/>
                    </a:cubicBezTo>
                    <a:cubicBezTo>
                      <a:pt x="382" y="164"/>
                      <a:pt x="382" y="153"/>
                      <a:pt x="382" y="141"/>
                    </a:cubicBezTo>
                    <a:cubicBezTo>
                      <a:pt x="382" y="40"/>
                      <a:pt x="382" y="40"/>
                      <a:pt x="382" y="40"/>
                    </a:cubicBezTo>
                    <a:cubicBezTo>
                      <a:pt x="382" y="29"/>
                      <a:pt x="382" y="18"/>
                      <a:pt x="368" y="18"/>
                    </a:cubicBezTo>
                    <a:cubicBezTo>
                      <a:pt x="354" y="18"/>
                      <a:pt x="354" y="29"/>
                      <a:pt x="354" y="40"/>
                    </a:cubicBezTo>
                    <a:lnTo>
                      <a:pt x="354" y="141"/>
                    </a:lnTo>
                    <a:close/>
                    <a:moveTo>
                      <a:pt x="453" y="35"/>
                    </a:moveTo>
                    <a:cubicBezTo>
                      <a:pt x="453" y="35"/>
                      <a:pt x="453" y="35"/>
                      <a:pt x="453" y="35"/>
                    </a:cubicBezTo>
                    <a:cubicBezTo>
                      <a:pt x="453" y="180"/>
                      <a:pt x="453" y="180"/>
                      <a:pt x="453" y="180"/>
                    </a:cubicBezTo>
                    <a:cubicBezTo>
                      <a:pt x="476" y="180"/>
                      <a:pt x="476" y="180"/>
                      <a:pt x="476" y="180"/>
                    </a:cubicBezTo>
                    <a:cubicBezTo>
                      <a:pt x="476" y="2"/>
                      <a:pt x="476" y="2"/>
                      <a:pt x="476" y="2"/>
                    </a:cubicBezTo>
                    <a:cubicBezTo>
                      <a:pt x="456" y="2"/>
                      <a:pt x="456" y="2"/>
                      <a:pt x="456" y="2"/>
                    </a:cubicBezTo>
                    <a:cubicBezTo>
                      <a:pt x="453" y="10"/>
                      <a:pt x="439" y="27"/>
                      <a:pt x="434" y="31"/>
                    </a:cubicBezTo>
                    <a:cubicBezTo>
                      <a:pt x="434" y="54"/>
                      <a:pt x="434" y="54"/>
                      <a:pt x="434" y="54"/>
                    </a:cubicBezTo>
                    <a:cubicBezTo>
                      <a:pt x="443" y="47"/>
                      <a:pt x="448" y="42"/>
                      <a:pt x="453" y="35"/>
                    </a:cubicBezTo>
                    <a:close/>
                    <a:moveTo>
                      <a:pt x="515" y="138"/>
                    </a:moveTo>
                    <a:cubicBezTo>
                      <a:pt x="515" y="44"/>
                      <a:pt x="515" y="44"/>
                      <a:pt x="515" y="44"/>
                    </a:cubicBezTo>
                    <a:cubicBezTo>
                      <a:pt x="515" y="12"/>
                      <a:pt x="522" y="0"/>
                      <a:pt x="551" y="0"/>
                    </a:cubicBezTo>
                    <a:cubicBezTo>
                      <a:pt x="581" y="0"/>
                      <a:pt x="588" y="12"/>
                      <a:pt x="588" y="44"/>
                    </a:cubicBezTo>
                    <a:cubicBezTo>
                      <a:pt x="588" y="138"/>
                      <a:pt x="588" y="138"/>
                      <a:pt x="588" y="138"/>
                    </a:cubicBezTo>
                    <a:cubicBezTo>
                      <a:pt x="588" y="170"/>
                      <a:pt x="581" y="181"/>
                      <a:pt x="551" y="181"/>
                    </a:cubicBezTo>
                    <a:cubicBezTo>
                      <a:pt x="522" y="181"/>
                      <a:pt x="515" y="170"/>
                      <a:pt x="515" y="138"/>
                    </a:cubicBezTo>
                    <a:close/>
                    <a:moveTo>
                      <a:pt x="538" y="141"/>
                    </a:moveTo>
                    <a:cubicBezTo>
                      <a:pt x="538" y="153"/>
                      <a:pt x="538" y="164"/>
                      <a:pt x="551" y="164"/>
                    </a:cubicBezTo>
                    <a:cubicBezTo>
                      <a:pt x="565" y="164"/>
                      <a:pt x="565" y="153"/>
                      <a:pt x="565" y="141"/>
                    </a:cubicBezTo>
                    <a:cubicBezTo>
                      <a:pt x="565" y="40"/>
                      <a:pt x="565" y="40"/>
                      <a:pt x="565" y="40"/>
                    </a:cubicBezTo>
                    <a:cubicBezTo>
                      <a:pt x="565" y="29"/>
                      <a:pt x="565" y="18"/>
                      <a:pt x="551" y="18"/>
                    </a:cubicBezTo>
                    <a:cubicBezTo>
                      <a:pt x="538" y="18"/>
                      <a:pt x="538" y="29"/>
                      <a:pt x="538" y="40"/>
                    </a:cubicBezTo>
                    <a:lnTo>
                      <a:pt x="538" y="141"/>
                    </a:lnTo>
                    <a:close/>
                    <a:moveTo>
                      <a:pt x="152" y="400"/>
                    </a:moveTo>
                    <a:cubicBezTo>
                      <a:pt x="118" y="400"/>
                      <a:pt x="85" y="400"/>
                      <a:pt x="51" y="400"/>
                    </a:cubicBezTo>
                    <a:cubicBezTo>
                      <a:pt x="42" y="400"/>
                      <a:pt x="40" y="400"/>
                      <a:pt x="39" y="400"/>
                    </a:cubicBezTo>
                    <a:cubicBezTo>
                      <a:pt x="30" y="402"/>
                      <a:pt x="26" y="403"/>
                      <a:pt x="21" y="408"/>
                    </a:cubicBezTo>
                    <a:cubicBezTo>
                      <a:pt x="15" y="414"/>
                      <a:pt x="11" y="421"/>
                      <a:pt x="7" y="430"/>
                    </a:cubicBezTo>
                    <a:cubicBezTo>
                      <a:pt x="6" y="433"/>
                      <a:pt x="4" y="439"/>
                      <a:pt x="3" y="442"/>
                    </a:cubicBezTo>
                    <a:cubicBezTo>
                      <a:pt x="2" y="443"/>
                      <a:pt x="2" y="443"/>
                      <a:pt x="2" y="443"/>
                    </a:cubicBezTo>
                    <a:cubicBezTo>
                      <a:pt x="7" y="443"/>
                      <a:pt x="7" y="443"/>
                      <a:pt x="7" y="443"/>
                    </a:cubicBezTo>
                    <a:cubicBezTo>
                      <a:pt x="9" y="441"/>
                      <a:pt x="9" y="441"/>
                      <a:pt x="9" y="441"/>
                    </a:cubicBezTo>
                    <a:cubicBezTo>
                      <a:pt x="13" y="434"/>
                      <a:pt x="18" y="429"/>
                      <a:pt x="22" y="426"/>
                    </a:cubicBezTo>
                    <a:cubicBezTo>
                      <a:pt x="26" y="423"/>
                      <a:pt x="33" y="421"/>
                      <a:pt x="42" y="421"/>
                    </a:cubicBezTo>
                    <a:cubicBezTo>
                      <a:pt x="45" y="421"/>
                      <a:pt x="45" y="421"/>
                      <a:pt x="45" y="421"/>
                    </a:cubicBezTo>
                    <a:cubicBezTo>
                      <a:pt x="44" y="429"/>
                      <a:pt x="44" y="437"/>
                      <a:pt x="43" y="445"/>
                    </a:cubicBezTo>
                    <a:cubicBezTo>
                      <a:pt x="41" y="471"/>
                      <a:pt x="41" y="471"/>
                      <a:pt x="40" y="477"/>
                    </a:cubicBezTo>
                    <a:cubicBezTo>
                      <a:pt x="37" y="496"/>
                      <a:pt x="35" y="503"/>
                      <a:pt x="27" y="514"/>
                    </a:cubicBezTo>
                    <a:cubicBezTo>
                      <a:pt x="20" y="524"/>
                      <a:pt x="19" y="526"/>
                      <a:pt x="18" y="531"/>
                    </a:cubicBezTo>
                    <a:cubicBezTo>
                      <a:pt x="17" y="538"/>
                      <a:pt x="21" y="543"/>
                      <a:pt x="27" y="545"/>
                    </a:cubicBezTo>
                    <a:cubicBezTo>
                      <a:pt x="30" y="546"/>
                      <a:pt x="33" y="546"/>
                      <a:pt x="36" y="545"/>
                    </a:cubicBezTo>
                    <a:cubicBezTo>
                      <a:pt x="36" y="545"/>
                      <a:pt x="36" y="545"/>
                      <a:pt x="36" y="545"/>
                    </a:cubicBezTo>
                    <a:cubicBezTo>
                      <a:pt x="39" y="543"/>
                      <a:pt x="43" y="539"/>
                      <a:pt x="45" y="534"/>
                    </a:cubicBezTo>
                    <a:cubicBezTo>
                      <a:pt x="50" y="525"/>
                      <a:pt x="55" y="500"/>
                      <a:pt x="58" y="470"/>
                    </a:cubicBezTo>
                    <a:cubicBezTo>
                      <a:pt x="58" y="467"/>
                      <a:pt x="61" y="423"/>
                      <a:pt x="61" y="421"/>
                    </a:cubicBezTo>
                    <a:cubicBezTo>
                      <a:pt x="99" y="421"/>
                      <a:pt x="99" y="421"/>
                      <a:pt x="99" y="421"/>
                    </a:cubicBezTo>
                    <a:cubicBezTo>
                      <a:pt x="96" y="439"/>
                      <a:pt x="95" y="456"/>
                      <a:pt x="94" y="473"/>
                    </a:cubicBezTo>
                    <a:cubicBezTo>
                      <a:pt x="93" y="479"/>
                      <a:pt x="93" y="499"/>
                      <a:pt x="93" y="505"/>
                    </a:cubicBezTo>
                    <a:cubicBezTo>
                      <a:pt x="94" y="520"/>
                      <a:pt x="97" y="530"/>
                      <a:pt x="101" y="536"/>
                    </a:cubicBezTo>
                    <a:cubicBezTo>
                      <a:pt x="105" y="541"/>
                      <a:pt x="110" y="544"/>
                      <a:pt x="115" y="545"/>
                    </a:cubicBezTo>
                    <a:cubicBezTo>
                      <a:pt x="118" y="546"/>
                      <a:pt x="123" y="546"/>
                      <a:pt x="126" y="545"/>
                    </a:cubicBezTo>
                    <a:cubicBezTo>
                      <a:pt x="130" y="544"/>
                      <a:pt x="134" y="541"/>
                      <a:pt x="138" y="537"/>
                    </a:cubicBezTo>
                    <a:cubicBezTo>
                      <a:pt x="143" y="532"/>
                      <a:pt x="146" y="526"/>
                      <a:pt x="149" y="517"/>
                    </a:cubicBezTo>
                    <a:cubicBezTo>
                      <a:pt x="150" y="513"/>
                      <a:pt x="151" y="505"/>
                      <a:pt x="151" y="504"/>
                    </a:cubicBezTo>
                    <a:cubicBezTo>
                      <a:pt x="147" y="504"/>
                      <a:pt x="147" y="504"/>
                      <a:pt x="147" y="504"/>
                    </a:cubicBezTo>
                    <a:cubicBezTo>
                      <a:pt x="146" y="508"/>
                      <a:pt x="146" y="509"/>
                      <a:pt x="145" y="511"/>
                    </a:cubicBezTo>
                    <a:cubicBezTo>
                      <a:pt x="143" y="515"/>
                      <a:pt x="140" y="518"/>
                      <a:pt x="135" y="520"/>
                    </a:cubicBezTo>
                    <a:cubicBezTo>
                      <a:pt x="130" y="521"/>
                      <a:pt x="124" y="521"/>
                      <a:pt x="119" y="518"/>
                    </a:cubicBezTo>
                    <a:cubicBezTo>
                      <a:pt x="114" y="515"/>
                      <a:pt x="111" y="509"/>
                      <a:pt x="110" y="502"/>
                    </a:cubicBezTo>
                    <a:cubicBezTo>
                      <a:pt x="108" y="475"/>
                      <a:pt x="112" y="448"/>
                      <a:pt x="115" y="421"/>
                    </a:cubicBezTo>
                    <a:cubicBezTo>
                      <a:pt x="152" y="421"/>
                      <a:pt x="152" y="421"/>
                      <a:pt x="152" y="421"/>
                    </a:cubicBezTo>
                    <a:cubicBezTo>
                      <a:pt x="152" y="400"/>
                      <a:pt x="152" y="400"/>
                      <a:pt x="152" y="400"/>
                    </a:cubicBezTo>
                    <a:close/>
                    <a:moveTo>
                      <a:pt x="366" y="348"/>
                    </a:moveTo>
                    <a:cubicBezTo>
                      <a:pt x="469" y="479"/>
                      <a:pt x="469" y="479"/>
                      <a:pt x="469" y="479"/>
                    </a:cubicBezTo>
                    <a:cubicBezTo>
                      <a:pt x="366" y="600"/>
                      <a:pt x="366" y="600"/>
                      <a:pt x="366" y="600"/>
                    </a:cubicBezTo>
                    <a:cubicBezTo>
                      <a:pt x="366" y="607"/>
                      <a:pt x="366" y="607"/>
                      <a:pt x="366" y="607"/>
                    </a:cubicBezTo>
                    <a:cubicBezTo>
                      <a:pt x="572" y="607"/>
                      <a:pt x="572" y="607"/>
                      <a:pt x="572" y="607"/>
                    </a:cubicBezTo>
                    <a:cubicBezTo>
                      <a:pt x="583" y="526"/>
                      <a:pt x="583" y="526"/>
                      <a:pt x="583" y="526"/>
                    </a:cubicBezTo>
                    <a:cubicBezTo>
                      <a:pt x="576" y="525"/>
                      <a:pt x="576" y="525"/>
                      <a:pt x="576" y="525"/>
                    </a:cubicBezTo>
                    <a:cubicBezTo>
                      <a:pt x="571" y="543"/>
                      <a:pt x="564" y="556"/>
                      <a:pt x="554" y="561"/>
                    </a:cubicBezTo>
                    <a:cubicBezTo>
                      <a:pt x="544" y="567"/>
                      <a:pt x="530" y="570"/>
                      <a:pt x="512" y="570"/>
                    </a:cubicBezTo>
                    <a:cubicBezTo>
                      <a:pt x="411" y="570"/>
                      <a:pt x="411" y="570"/>
                      <a:pt x="411" y="570"/>
                    </a:cubicBezTo>
                    <a:cubicBezTo>
                      <a:pt x="503" y="462"/>
                      <a:pt x="503" y="462"/>
                      <a:pt x="503" y="462"/>
                    </a:cubicBezTo>
                    <a:cubicBezTo>
                      <a:pt x="422" y="358"/>
                      <a:pt x="422" y="358"/>
                      <a:pt x="422" y="358"/>
                    </a:cubicBezTo>
                    <a:cubicBezTo>
                      <a:pt x="513" y="358"/>
                      <a:pt x="513" y="358"/>
                      <a:pt x="513" y="358"/>
                    </a:cubicBezTo>
                    <a:cubicBezTo>
                      <a:pt x="526" y="358"/>
                      <a:pt x="536" y="359"/>
                      <a:pt x="542" y="362"/>
                    </a:cubicBezTo>
                    <a:cubicBezTo>
                      <a:pt x="548" y="366"/>
                      <a:pt x="553" y="371"/>
                      <a:pt x="557" y="378"/>
                    </a:cubicBezTo>
                    <a:cubicBezTo>
                      <a:pt x="560" y="385"/>
                      <a:pt x="563" y="395"/>
                      <a:pt x="563" y="408"/>
                    </a:cubicBezTo>
                    <a:cubicBezTo>
                      <a:pt x="571" y="408"/>
                      <a:pt x="571" y="408"/>
                      <a:pt x="571" y="408"/>
                    </a:cubicBezTo>
                    <a:cubicBezTo>
                      <a:pt x="566" y="341"/>
                      <a:pt x="566" y="341"/>
                      <a:pt x="566" y="341"/>
                    </a:cubicBezTo>
                    <a:cubicBezTo>
                      <a:pt x="366" y="341"/>
                      <a:pt x="366" y="341"/>
                      <a:pt x="366" y="341"/>
                    </a:cubicBezTo>
                    <a:lnTo>
                      <a:pt x="366" y="348"/>
                    </a:lnTo>
                    <a:close/>
                  </a:path>
                </a:pathLst>
              </a:custGeom>
              <a:solidFill>
                <a:srgbClr val="CD391F">
                  <a:alpha val="69803"/>
                </a:srgbClr>
              </a:solid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Century Gothic"/>
                  <a:buNone/>
                </a:pPr>
                <a:endParaRPr sz="1800" b="0" i="0" u="none" strike="noStrike" cap="none">
                  <a:solidFill>
                    <a:srgbClr val="3C3C3B"/>
                  </a:solidFill>
                  <a:latin typeface="Century Gothic"/>
                  <a:ea typeface="Century Gothic"/>
                  <a:cs typeface="Century Gothic"/>
                  <a:sym typeface="Century Gothic"/>
                </a:endParaRPr>
              </a:p>
            </p:txBody>
          </p:sp>
        </p:grpSp>
      </p:grpSp>
      <p:sp>
        <p:nvSpPr>
          <p:cNvPr id="1673" name="Google Shape;1673;p106">
            <a:hlinkClick r:id="rId3" action="ppaction://hlinksldjump"/>
          </p:cNvPr>
          <p:cNvSpPr/>
          <p:nvPr/>
        </p:nvSpPr>
        <p:spPr>
          <a:xfrm>
            <a:off x="6515100" y="-196501"/>
            <a:ext cx="2777392" cy="378533"/>
          </a:xfrm>
          <a:prstGeom prst="roundRect">
            <a:avLst>
              <a:gd name="adj" fmla="val 50000"/>
            </a:avLst>
          </a:prstGeom>
          <a:solidFill>
            <a:schemeClr val="accent4"/>
          </a:solidFill>
          <a:ln>
            <a:noFill/>
          </a:ln>
        </p:spPr>
        <p:txBody>
          <a:bodyPr spcFirstLastPara="1" wrap="square" lIns="36000" tIns="180000" rIns="180000" bIns="0" anchor="ctr" anchorCtr="0">
            <a:noAutofit/>
          </a:bodyPr>
          <a:lstStyle/>
          <a:p>
            <a:pPr marL="0" marR="0" lvl="0" indent="0" algn="ctr" rtl="0">
              <a:spcBef>
                <a:spcPts val="0"/>
              </a:spcBef>
              <a:spcAft>
                <a:spcPts val="0"/>
              </a:spcAft>
              <a:buNone/>
            </a:pPr>
            <a:r>
              <a:rPr lang="en-GB" sz="750">
                <a:solidFill>
                  <a:schemeClr val="lt1"/>
                </a:solidFill>
                <a:latin typeface="Century Gothic"/>
                <a:ea typeface="Century Gothic"/>
                <a:cs typeface="Century Gothic"/>
                <a:sym typeface="Century Gothic"/>
              </a:rPr>
              <a:t>   Customer Lifecycle Management</a:t>
            </a:r>
            <a:endParaRPr sz="750">
              <a:solidFill>
                <a:schemeClr val="lt1"/>
              </a:solidFill>
              <a:latin typeface="Century Gothic"/>
              <a:ea typeface="Century Gothic"/>
              <a:cs typeface="Century Gothic"/>
              <a:sym typeface="Century Gothic"/>
            </a:endParaRPr>
          </a:p>
        </p:txBody>
      </p:sp>
      <p:grpSp>
        <p:nvGrpSpPr>
          <p:cNvPr id="1674" name="Google Shape;1674;p106"/>
          <p:cNvGrpSpPr/>
          <p:nvPr/>
        </p:nvGrpSpPr>
        <p:grpSpPr>
          <a:xfrm>
            <a:off x="7717533" y="4360377"/>
            <a:ext cx="1058348" cy="347375"/>
            <a:chOff x="7651698" y="4287227"/>
            <a:chExt cx="1058348" cy="347375"/>
          </a:xfrm>
        </p:grpSpPr>
        <p:grpSp>
          <p:nvGrpSpPr>
            <p:cNvPr id="1675" name="Google Shape;1675;p106"/>
            <p:cNvGrpSpPr/>
            <p:nvPr/>
          </p:nvGrpSpPr>
          <p:grpSpPr>
            <a:xfrm>
              <a:off x="7714163" y="4337598"/>
              <a:ext cx="995883" cy="297004"/>
              <a:chOff x="7711013" y="3986494"/>
              <a:chExt cx="995883" cy="297004"/>
            </a:xfrm>
          </p:grpSpPr>
          <p:sp>
            <p:nvSpPr>
              <p:cNvPr id="1676" name="Google Shape;1676;p106"/>
              <p:cNvSpPr txBox="1"/>
              <p:nvPr/>
            </p:nvSpPr>
            <p:spPr>
              <a:xfrm>
                <a:off x="7967591" y="3986494"/>
                <a:ext cx="739305" cy="297004"/>
              </a:xfrm>
              <a:prstGeom prst="rect">
                <a:avLst/>
              </a:prstGeom>
              <a:noFill/>
              <a:ln>
                <a:noFill/>
              </a:ln>
            </p:spPr>
            <p:txBody>
              <a:bodyPr spcFirstLastPara="1" wrap="square" lIns="91425" tIns="45700" rIns="91425" bIns="45700" anchor="t" anchorCtr="0">
                <a:noAutofit/>
              </a:bodyPr>
              <a:lstStyle/>
              <a:p>
                <a:pPr marL="0" marR="0" lvl="0" indent="0" algn="l" rtl="0">
                  <a:lnSpc>
                    <a:spcPct val="95000"/>
                  </a:lnSpc>
                  <a:spcBef>
                    <a:spcPts val="0"/>
                  </a:spcBef>
                  <a:spcAft>
                    <a:spcPts val="0"/>
                  </a:spcAft>
                  <a:buNone/>
                </a:pPr>
                <a:r>
                  <a:rPr lang="en-GB" sz="700">
                    <a:solidFill>
                      <a:srgbClr val="3C3C3B"/>
                    </a:solidFill>
                    <a:latin typeface="Century Gothic"/>
                    <a:ea typeface="Century Gothic"/>
                    <a:cs typeface="Century Gothic"/>
                    <a:sym typeface="Century Gothic"/>
                  </a:rPr>
                  <a:t>Use Cases &amp;</a:t>
                </a:r>
                <a:br>
                  <a:rPr lang="en-GB" sz="700">
                    <a:solidFill>
                      <a:srgbClr val="3C3C3B"/>
                    </a:solidFill>
                    <a:latin typeface="Century Gothic"/>
                    <a:ea typeface="Century Gothic"/>
                    <a:cs typeface="Century Gothic"/>
                    <a:sym typeface="Century Gothic"/>
                  </a:rPr>
                </a:br>
                <a:r>
                  <a:rPr lang="en-GB" sz="700">
                    <a:solidFill>
                      <a:srgbClr val="3C3C3B"/>
                    </a:solidFill>
                    <a:latin typeface="Century Gothic"/>
                    <a:ea typeface="Century Gothic"/>
                    <a:cs typeface="Century Gothic"/>
                    <a:sym typeface="Century Gothic"/>
                  </a:rPr>
                  <a:t>Case Studies</a:t>
                </a:r>
                <a:endParaRPr sz="700">
                  <a:solidFill>
                    <a:srgbClr val="3C3C3B"/>
                  </a:solidFill>
                  <a:latin typeface="Century Gothic"/>
                  <a:ea typeface="Century Gothic"/>
                  <a:cs typeface="Century Gothic"/>
                  <a:sym typeface="Century Gothic"/>
                </a:endParaRPr>
              </a:p>
            </p:txBody>
          </p:sp>
          <p:grpSp>
            <p:nvGrpSpPr>
              <p:cNvPr id="1677" name="Google Shape;1677;p106"/>
              <p:cNvGrpSpPr/>
              <p:nvPr/>
            </p:nvGrpSpPr>
            <p:grpSpPr>
              <a:xfrm>
                <a:off x="7711013" y="4002615"/>
                <a:ext cx="281520" cy="241973"/>
                <a:chOff x="5652748" y="4066000"/>
                <a:chExt cx="906498" cy="747974"/>
              </a:xfrm>
            </p:grpSpPr>
            <p:sp>
              <p:nvSpPr>
                <p:cNvPr id="1678" name="Google Shape;1678;p106"/>
                <p:cNvSpPr/>
                <p:nvPr/>
              </p:nvSpPr>
              <p:spPr>
                <a:xfrm>
                  <a:off x="6024179" y="4066000"/>
                  <a:ext cx="535067" cy="685800"/>
                </a:xfrm>
                <a:custGeom>
                  <a:avLst/>
                  <a:gdLst/>
                  <a:ahLst/>
                  <a:cxnLst/>
                  <a:rect l="l" t="t" r="r" b="b"/>
                  <a:pathLst>
                    <a:path w="347" h="445" extrusionOk="0">
                      <a:moveTo>
                        <a:pt x="235" y="136"/>
                      </a:moveTo>
                      <a:cubicBezTo>
                        <a:pt x="347" y="136"/>
                        <a:pt x="347" y="136"/>
                        <a:pt x="347" y="136"/>
                      </a:cubicBezTo>
                      <a:cubicBezTo>
                        <a:pt x="347" y="421"/>
                        <a:pt x="347" y="421"/>
                        <a:pt x="347" y="421"/>
                      </a:cubicBezTo>
                      <a:cubicBezTo>
                        <a:pt x="347" y="434"/>
                        <a:pt x="336" y="445"/>
                        <a:pt x="322" y="445"/>
                      </a:cubicBezTo>
                      <a:cubicBezTo>
                        <a:pt x="25" y="445"/>
                        <a:pt x="25" y="445"/>
                        <a:pt x="25" y="445"/>
                      </a:cubicBezTo>
                      <a:cubicBezTo>
                        <a:pt x="11" y="445"/>
                        <a:pt x="0" y="434"/>
                        <a:pt x="0" y="421"/>
                      </a:cubicBezTo>
                      <a:cubicBezTo>
                        <a:pt x="0" y="25"/>
                        <a:pt x="0" y="25"/>
                        <a:pt x="0" y="25"/>
                      </a:cubicBezTo>
                      <a:cubicBezTo>
                        <a:pt x="0" y="11"/>
                        <a:pt x="11" y="0"/>
                        <a:pt x="25" y="0"/>
                      </a:cubicBezTo>
                      <a:cubicBezTo>
                        <a:pt x="211" y="0"/>
                        <a:pt x="211" y="0"/>
                        <a:pt x="211" y="0"/>
                      </a:cubicBezTo>
                      <a:cubicBezTo>
                        <a:pt x="211" y="111"/>
                        <a:pt x="211" y="111"/>
                        <a:pt x="211" y="111"/>
                      </a:cubicBezTo>
                      <a:cubicBezTo>
                        <a:pt x="211" y="125"/>
                        <a:pt x="222" y="136"/>
                        <a:pt x="235" y="136"/>
                      </a:cubicBezTo>
                      <a:close/>
                      <a:moveTo>
                        <a:pt x="260" y="111"/>
                      </a:moveTo>
                      <a:cubicBezTo>
                        <a:pt x="347" y="111"/>
                        <a:pt x="347" y="111"/>
                        <a:pt x="347" y="111"/>
                      </a:cubicBezTo>
                      <a:cubicBezTo>
                        <a:pt x="235" y="0"/>
                        <a:pt x="235" y="0"/>
                        <a:pt x="235" y="0"/>
                      </a:cubicBezTo>
                      <a:cubicBezTo>
                        <a:pt x="235" y="86"/>
                        <a:pt x="235" y="86"/>
                        <a:pt x="235" y="86"/>
                      </a:cubicBezTo>
                      <a:cubicBezTo>
                        <a:pt x="235" y="100"/>
                        <a:pt x="246" y="111"/>
                        <a:pt x="260" y="111"/>
                      </a:cubicBezTo>
                      <a:close/>
                      <a:moveTo>
                        <a:pt x="293" y="219"/>
                      </a:moveTo>
                      <a:cubicBezTo>
                        <a:pt x="54" y="219"/>
                        <a:pt x="54" y="219"/>
                        <a:pt x="54" y="219"/>
                      </a:cubicBezTo>
                      <a:cubicBezTo>
                        <a:pt x="54" y="246"/>
                        <a:pt x="54" y="246"/>
                        <a:pt x="54" y="246"/>
                      </a:cubicBezTo>
                      <a:cubicBezTo>
                        <a:pt x="293" y="246"/>
                        <a:pt x="293" y="246"/>
                        <a:pt x="293" y="246"/>
                      </a:cubicBezTo>
                      <a:lnTo>
                        <a:pt x="293" y="219"/>
                      </a:lnTo>
                      <a:close/>
                      <a:moveTo>
                        <a:pt x="293" y="278"/>
                      </a:moveTo>
                      <a:cubicBezTo>
                        <a:pt x="54" y="278"/>
                        <a:pt x="54" y="278"/>
                        <a:pt x="54" y="278"/>
                      </a:cubicBezTo>
                      <a:cubicBezTo>
                        <a:pt x="54" y="306"/>
                        <a:pt x="54" y="306"/>
                        <a:pt x="54" y="306"/>
                      </a:cubicBezTo>
                      <a:cubicBezTo>
                        <a:pt x="293" y="306"/>
                        <a:pt x="293" y="306"/>
                        <a:pt x="293" y="306"/>
                      </a:cubicBezTo>
                      <a:lnTo>
                        <a:pt x="293" y="278"/>
                      </a:lnTo>
                      <a:close/>
                      <a:moveTo>
                        <a:pt x="293" y="338"/>
                      </a:moveTo>
                      <a:cubicBezTo>
                        <a:pt x="54" y="338"/>
                        <a:pt x="54" y="338"/>
                        <a:pt x="54" y="338"/>
                      </a:cubicBezTo>
                      <a:cubicBezTo>
                        <a:pt x="54" y="365"/>
                        <a:pt x="54" y="365"/>
                        <a:pt x="54" y="365"/>
                      </a:cubicBezTo>
                      <a:cubicBezTo>
                        <a:pt x="293" y="365"/>
                        <a:pt x="293" y="365"/>
                        <a:pt x="293" y="365"/>
                      </a:cubicBezTo>
                      <a:lnTo>
                        <a:pt x="293" y="338"/>
                      </a:lnTo>
                      <a:close/>
                    </a:path>
                  </a:pathLst>
                </a:custGeom>
                <a:solidFill>
                  <a:srgbClr val="5F6062"/>
                </a:solidFill>
                <a:ln>
                  <a:noFill/>
                </a:ln>
              </p:spPr>
              <p:txBody>
                <a:bodyPr spcFirstLastPara="1" wrap="square" lIns="91425" tIns="45700" rIns="91425" bIns="45700" anchor="t" anchorCtr="0">
                  <a:noAutofit/>
                </a:bodyPr>
                <a:lstStyle/>
                <a:p>
                  <a:pPr marL="0" marR="0" lvl="0" indent="0" algn="ctr"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679" name="Google Shape;1679;p106"/>
                <p:cNvSpPr/>
                <p:nvPr/>
              </p:nvSpPr>
              <p:spPr>
                <a:xfrm>
                  <a:off x="5842000" y="4222750"/>
                  <a:ext cx="412750" cy="412750"/>
                </a:xfrm>
                <a:prstGeom prst="ellipse">
                  <a:avLst/>
                </a:prstGeom>
                <a:solidFill>
                  <a:schemeClr val="accent1"/>
                </a:solidFill>
                <a:ln>
                  <a:noFill/>
                </a:ln>
              </p:spPr>
              <p:txBody>
                <a:bodyPr spcFirstLastPara="1" wrap="square" lIns="91425" tIns="91425" rIns="91425" bIns="91425" anchor="t" anchorCtr="0">
                  <a:noAutofit/>
                </a:bodyPr>
                <a:lstStyle/>
                <a:p>
                  <a:pPr marL="0" marR="0" lvl="0" indent="0" algn="ctr" rtl="0">
                    <a:spcBef>
                      <a:spcPts val="0"/>
                    </a:spcBef>
                    <a:spcAft>
                      <a:spcPts val="0"/>
                    </a:spcAft>
                    <a:buNone/>
                  </a:pPr>
                  <a:endParaRPr sz="1800">
                    <a:solidFill>
                      <a:srgbClr val="FFFFFF"/>
                    </a:solidFill>
                    <a:latin typeface="Century Gothic"/>
                    <a:ea typeface="Century Gothic"/>
                    <a:cs typeface="Century Gothic"/>
                    <a:sym typeface="Century Gothic"/>
                  </a:endParaRPr>
                </a:p>
              </p:txBody>
            </p:sp>
            <p:sp>
              <p:nvSpPr>
                <p:cNvPr id="1680" name="Google Shape;1680;p106"/>
                <p:cNvSpPr/>
                <p:nvPr/>
              </p:nvSpPr>
              <p:spPr>
                <a:xfrm>
                  <a:off x="5652748" y="4166436"/>
                  <a:ext cx="618134" cy="647538"/>
                </a:xfrm>
                <a:custGeom>
                  <a:avLst/>
                  <a:gdLst/>
                  <a:ahLst/>
                  <a:cxnLst/>
                  <a:rect l="l" t="t" r="r" b="b"/>
                  <a:pathLst>
                    <a:path w="383" h="401" extrusionOk="0">
                      <a:moveTo>
                        <a:pt x="380" y="144"/>
                      </a:moveTo>
                      <a:cubicBezTo>
                        <a:pt x="377" y="63"/>
                        <a:pt x="309" y="0"/>
                        <a:pt x="229" y="3"/>
                      </a:cubicBezTo>
                      <a:cubicBezTo>
                        <a:pt x="148" y="6"/>
                        <a:pt x="85" y="74"/>
                        <a:pt x="88" y="155"/>
                      </a:cubicBezTo>
                      <a:cubicBezTo>
                        <a:pt x="89" y="182"/>
                        <a:pt x="98" y="208"/>
                        <a:pt x="112" y="230"/>
                      </a:cubicBezTo>
                      <a:cubicBezTo>
                        <a:pt x="112" y="230"/>
                        <a:pt x="112" y="230"/>
                        <a:pt x="112" y="230"/>
                      </a:cubicBezTo>
                      <a:cubicBezTo>
                        <a:pt x="107" y="235"/>
                        <a:pt x="107" y="235"/>
                        <a:pt x="107" y="235"/>
                      </a:cubicBezTo>
                      <a:cubicBezTo>
                        <a:pt x="63" y="285"/>
                        <a:pt x="63" y="285"/>
                        <a:pt x="63" y="285"/>
                      </a:cubicBezTo>
                      <a:cubicBezTo>
                        <a:pt x="20" y="332"/>
                        <a:pt x="20" y="332"/>
                        <a:pt x="20" y="332"/>
                      </a:cubicBezTo>
                      <a:cubicBezTo>
                        <a:pt x="15" y="338"/>
                        <a:pt x="15" y="338"/>
                        <a:pt x="15" y="338"/>
                      </a:cubicBezTo>
                      <a:cubicBezTo>
                        <a:pt x="0" y="354"/>
                        <a:pt x="0" y="374"/>
                        <a:pt x="15" y="387"/>
                      </a:cubicBezTo>
                      <a:cubicBezTo>
                        <a:pt x="29" y="401"/>
                        <a:pt x="49" y="398"/>
                        <a:pt x="64" y="382"/>
                      </a:cubicBezTo>
                      <a:cubicBezTo>
                        <a:pt x="69" y="377"/>
                        <a:pt x="69" y="377"/>
                        <a:pt x="69" y="377"/>
                      </a:cubicBezTo>
                      <a:cubicBezTo>
                        <a:pt x="156" y="279"/>
                        <a:pt x="156" y="279"/>
                        <a:pt x="156" y="279"/>
                      </a:cubicBezTo>
                      <a:cubicBezTo>
                        <a:pt x="160" y="275"/>
                        <a:pt x="160" y="275"/>
                        <a:pt x="160" y="275"/>
                      </a:cubicBezTo>
                      <a:cubicBezTo>
                        <a:pt x="183" y="289"/>
                        <a:pt x="211" y="296"/>
                        <a:pt x="240" y="295"/>
                      </a:cubicBezTo>
                      <a:cubicBezTo>
                        <a:pt x="320" y="292"/>
                        <a:pt x="383" y="224"/>
                        <a:pt x="380" y="144"/>
                      </a:cubicBezTo>
                      <a:close/>
                      <a:moveTo>
                        <a:pt x="238" y="243"/>
                      </a:moveTo>
                      <a:cubicBezTo>
                        <a:pt x="186" y="245"/>
                        <a:pt x="142" y="205"/>
                        <a:pt x="140" y="153"/>
                      </a:cubicBezTo>
                      <a:cubicBezTo>
                        <a:pt x="139" y="101"/>
                        <a:pt x="179" y="57"/>
                        <a:pt x="231" y="56"/>
                      </a:cubicBezTo>
                      <a:cubicBezTo>
                        <a:pt x="282" y="54"/>
                        <a:pt x="326" y="94"/>
                        <a:pt x="328" y="146"/>
                      </a:cubicBezTo>
                      <a:cubicBezTo>
                        <a:pt x="330" y="198"/>
                        <a:pt x="289" y="241"/>
                        <a:pt x="238" y="243"/>
                      </a:cubicBezTo>
                      <a:close/>
                    </a:path>
                  </a:pathLst>
                </a:custGeom>
                <a:solidFill>
                  <a:schemeClr val="accent6"/>
                </a:solidFill>
                <a:ln w="9525"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ctr" rtl="0">
                    <a:spcBef>
                      <a:spcPts val="0"/>
                    </a:spcBef>
                    <a:spcAft>
                      <a:spcPts val="0"/>
                    </a:spcAft>
                    <a:buNone/>
                  </a:pPr>
                  <a:endParaRPr sz="1800">
                    <a:solidFill>
                      <a:schemeClr val="dk1"/>
                    </a:solidFill>
                    <a:latin typeface="Century Gothic"/>
                    <a:ea typeface="Century Gothic"/>
                    <a:cs typeface="Century Gothic"/>
                    <a:sym typeface="Century Gothic"/>
                  </a:endParaRPr>
                </a:p>
              </p:txBody>
            </p:sp>
          </p:grpSp>
        </p:grpSp>
        <p:sp>
          <p:nvSpPr>
            <p:cNvPr id="1681" name="Google Shape;1681;p106">
              <a:hlinkClick r:id="" action="ppaction://noaction"/>
            </p:cNvPr>
            <p:cNvSpPr/>
            <p:nvPr/>
          </p:nvSpPr>
          <p:spPr>
            <a:xfrm>
              <a:off x="7651698" y="4287227"/>
              <a:ext cx="1023242" cy="338668"/>
            </a:xfrm>
            <a:prstGeom prst="rect">
              <a:avLst/>
            </a:prstGeom>
            <a:solidFill>
              <a:schemeClr val="accent1">
                <a:alpha val="0"/>
              </a:schemeClr>
            </a:solidFill>
            <a:ln>
              <a:noFill/>
            </a:ln>
          </p:spPr>
          <p:txBody>
            <a:bodyPr spcFirstLastPara="1" wrap="square" lIns="91425" tIns="91425" rIns="91425" bIns="91425" anchor="t" anchorCtr="0">
              <a:noAutofit/>
            </a:bodyPr>
            <a:lstStyle/>
            <a:p>
              <a:pPr marL="0" marR="0" lvl="0" indent="0" algn="ctr" rtl="0">
                <a:spcBef>
                  <a:spcPts val="0"/>
                </a:spcBef>
                <a:spcAft>
                  <a:spcPts val="0"/>
                </a:spcAft>
                <a:buNone/>
              </a:pPr>
              <a:endParaRPr sz="1800">
                <a:solidFill>
                  <a:srgbClr val="FFFFFF"/>
                </a:solidFill>
                <a:latin typeface="Century Gothic"/>
                <a:ea typeface="Century Gothic"/>
                <a:cs typeface="Century Gothic"/>
                <a:sym typeface="Century Gothic"/>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686"/>
        <p:cNvGrpSpPr/>
        <p:nvPr/>
      </p:nvGrpSpPr>
      <p:grpSpPr>
        <a:xfrm>
          <a:off x="0" y="0"/>
          <a:ext cx="0" cy="0"/>
          <a:chOff x="0" y="0"/>
          <a:chExt cx="0" cy="0"/>
        </a:xfrm>
      </p:grpSpPr>
      <p:graphicFrame>
        <p:nvGraphicFramePr>
          <p:cNvPr id="1687" name="Google Shape;1687;p107"/>
          <p:cNvGraphicFramePr/>
          <p:nvPr/>
        </p:nvGraphicFramePr>
        <p:xfrm>
          <a:off x="469899" y="789217"/>
          <a:ext cx="3000000" cy="3000000"/>
        </p:xfrm>
        <a:graphic>
          <a:graphicData uri="http://schemas.openxmlformats.org/drawingml/2006/table">
            <a:tbl>
              <a:tblPr firstRow="1" bandRow="1">
                <a:noFill/>
                <a:tableStyleId>{D098BFCB-6916-41F2-A2A5-0DF0D5139B6F}</a:tableStyleId>
              </a:tblPr>
              <a:tblGrid>
                <a:gridCol w="130325">
                  <a:extLst>
                    <a:ext uri="{9D8B030D-6E8A-4147-A177-3AD203B41FA5}">
                      <a16:colId xmlns:a16="http://schemas.microsoft.com/office/drawing/2014/main" val="20000"/>
                    </a:ext>
                  </a:extLst>
                </a:gridCol>
                <a:gridCol w="556275">
                  <a:extLst>
                    <a:ext uri="{9D8B030D-6E8A-4147-A177-3AD203B41FA5}">
                      <a16:colId xmlns:a16="http://schemas.microsoft.com/office/drawing/2014/main" val="20001"/>
                    </a:ext>
                  </a:extLst>
                </a:gridCol>
                <a:gridCol w="367500">
                  <a:extLst>
                    <a:ext uri="{9D8B030D-6E8A-4147-A177-3AD203B41FA5}">
                      <a16:colId xmlns:a16="http://schemas.microsoft.com/office/drawing/2014/main" val="20002"/>
                    </a:ext>
                  </a:extLst>
                </a:gridCol>
                <a:gridCol w="3170075">
                  <a:extLst>
                    <a:ext uri="{9D8B030D-6E8A-4147-A177-3AD203B41FA5}">
                      <a16:colId xmlns:a16="http://schemas.microsoft.com/office/drawing/2014/main" val="20003"/>
                    </a:ext>
                  </a:extLst>
                </a:gridCol>
                <a:gridCol w="3276050">
                  <a:extLst>
                    <a:ext uri="{9D8B030D-6E8A-4147-A177-3AD203B41FA5}">
                      <a16:colId xmlns:a16="http://schemas.microsoft.com/office/drawing/2014/main" val="20004"/>
                    </a:ext>
                  </a:extLst>
                </a:gridCol>
                <a:gridCol w="477150">
                  <a:extLst>
                    <a:ext uri="{9D8B030D-6E8A-4147-A177-3AD203B41FA5}">
                      <a16:colId xmlns:a16="http://schemas.microsoft.com/office/drawing/2014/main" val="20005"/>
                    </a:ext>
                  </a:extLst>
                </a:gridCol>
                <a:gridCol w="477150">
                  <a:extLst>
                    <a:ext uri="{9D8B030D-6E8A-4147-A177-3AD203B41FA5}">
                      <a16:colId xmlns:a16="http://schemas.microsoft.com/office/drawing/2014/main" val="20006"/>
                    </a:ext>
                  </a:extLst>
                </a:gridCol>
              </a:tblGrid>
              <a:tr h="180850">
                <a:tc gridSpan="3">
                  <a:txBody>
                    <a:bodyPr/>
                    <a:lstStyle/>
                    <a:p>
                      <a:pPr marL="0" marR="0" lvl="0" indent="0" algn="ctr" rtl="0">
                        <a:spcBef>
                          <a:spcPts val="0"/>
                        </a:spcBef>
                        <a:spcAft>
                          <a:spcPts val="0"/>
                        </a:spcAft>
                        <a:buNone/>
                      </a:pPr>
                      <a:r>
                        <a:rPr lang="en-GB" sz="1200" b="1">
                          <a:solidFill>
                            <a:schemeClr val="dk2"/>
                          </a:solidFill>
                        </a:rPr>
                        <a:t>Level</a:t>
                      </a:r>
                      <a:endParaRPr sz="1200" b="1">
                        <a:solidFill>
                          <a:schemeClr val="dk2"/>
                        </a:solidFill>
                      </a:endParaRPr>
                    </a:p>
                  </a:txBody>
                  <a:tcPr marL="0" marR="0" marT="0" marB="0"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hMerge="1">
                  <a:txBody>
                    <a:bodyPr/>
                    <a:lstStyle/>
                    <a:p>
                      <a:endParaRPr/>
                    </a:p>
                  </a:txBody>
                  <a:tcPr/>
                </a:tc>
                <a:tc hMerge="1">
                  <a:txBody>
                    <a:bodyPr/>
                    <a:lstStyle/>
                    <a:p>
                      <a:endParaRPr/>
                    </a:p>
                  </a:txBody>
                  <a:tcPr/>
                </a:tc>
                <a:tc gridSpan="2">
                  <a:txBody>
                    <a:bodyPr/>
                    <a:lstStyle/>
                    <a:p>
                      <a:pPr marL="0" marR="0" lvl="0" indent="0" algn="ctr" rtl="0">
                        <a:lnSpc>
                          <a:spcPct val="100000"/>
                        </a:lnSpc>
                        <a:spcBef>
                          <a:spcPts val="0"/>
                        </a:spcBef>
                        <a:spcAft>
                          <a:spcPts val="0"/>
                        </a:spcAft>
                        <a:buClr>
                          <a:schemeClr val="dk2"/>
                        </a:buClr>
                        <a:buSzPts val="1200"/>
                        <a:buFont typeface="Century Gothic"/>
                        <a:buNone/>
                      </a:pPr>
                      <a:r>
                        <a:rPr lang="en-GB" sz="1200" b="1">
                          <a:solidFill>
                            <a:schemeClr val="dk2"/>
                          </a:solidFill>
                        </a:rPr>
                        <a:t>Maturity Statement</a:t>
                      </a:r>
                      <a:endParaRPr/>
                    </a:p>
                  </a:txBody>
                  <a:tcPr marL="0" marR="0" marT="0" marB="0"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hMerge="1">
                  <a:txBody>
                    <a:bodyPr/>
                    <a:lstStyle/>
                    <a:p>
                      <a:endParaRPr/>
                    </a:p>
                  </a:txBody>
                  <a:tcPr/>
                </a:tc>
                <a:tc>
                  <a:txBody>
                    <a:bodyPr/>
                    <a:lstStyle/>
                    <a:p>
                      <a:pPr marL="0" marR="0" lvl="0" indent="0" algn="ctr" rtl="0">
                        <a:spcBef>
                          <a:spcPts val="0"/>
                        </a:spcBef>
                        <a:spcAft>
                          <a:spcPts val="0"/>
                        </a:spcAft>
                        <a:buNone/>
                      </a:pPr>
                      <a:r>
                        <a:rPr lang="en-GB" sz="800" b="1">
                          <a:solidFill>
                            <a:schemeClr val="dk2"/>
                          </a:solidFill>
                        </a:rPr>
                        <a:t>Current</a:t>
                      </a:r>
                      <a:endParaRPr sz="800" b="1">
                        <a:solidFill>
                          <a:schemeClr val="dk2"/>
                        </a:solidFill>
                      </a:endParaRPr>
                    </a:p>
                  </a:txBody>
                  <a:tcPr marL="0" marR="0" marT="0" marB="0"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a:txBody>
                    <a:bodyPr/>
                    <a:lstStyle/>
                    <a:p>
                      <a:pPr marL="0" marR="0" lvl="0" indent="0" algn="ctr" rtl="0">
                        <a:spcBef>
                          <a:spcPts val="0"/>
                        </a:spcBef>
                        <a:spcAft>
                          <a:spcPts val="0"/>
                        </a:spcAft>
                        <a:buNone/>
                      </a:pPr>
                      <a:r>
                        <a:rPr lang="en-GB" sz="800" b="1">
                          <a:solidFill>
                            <a:schemeClr val="dk2"/>
                          </a:solidFill>
                        </a:rPr>
                        <a:t>Desired</a:t>
                      </a:r>
                      <a:endParaRPr sz="800" b="1">
                        <a:solidFill>
                          <a:schemeClr val="dk2"/>
                        </a:solidFill>
                      </a:endParaRPr>
                    </a:p>
                  </a:txBody>
                  <a:tcPr marL="0" marR="0" marT="0" marB="0"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extLst>
                  <a:ext uri="{0D108BD9-81ED-4DB2-BD59-A6C34878D82A}">
                    <a16:rowId xmlns:a16="http://schemas.microsoft.com/office/drawing/2014/main" val="10000"/>
                  </a:ext>
                </a:extLst>
              </a:tr>
              <a:tr h="553500">
                <a:tc>
                  <a:txBody>
                    <a:bodyPr/>
                    <a:lstStyle/>
                    <a:p>
                      <a:pPr marL="0" marR="0" lvl="0" indent="0" algn="ctr" rtl="0">
                        <a:spcBef>
                          <a:spcPts val="0"/>
                        </a:spcBef>
                        <a:spcAft>
                          <a:spcPts val="0"/>
                        </a:spcAft>
                        <a:buNone/>
                      </a:pPr>
                      <a:endParaRPr sz="1000" b="1">
                        <a:solidFill>
                          <a:schemeClr val="lt1"/>
                        </a:solidFill>
                        <a:latin typeface="Century Gothic"/>
                        <a:ea typeface="Century Gothic"/>
                        <a:cs typeface="Century Gothic"/>
                        <a:sym typeface="Century Gothic"/>
                      </a:endParaRPr>
                    </a:p>
                  </a:txBody>
                  <a:tcPr marL="46800" marR="46800" marT="46800" marB="46800"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C06C10"/>
                    </a:solidFill>
                  </a:tcPr>
                </a:tc>
                <a:tc gridSpan="2">
                  <a:txBody>
                    <a:bodyPr/>
                    <a:lstStyle/>
                    <a:p>
                      <a:pPr marL="0" marR="0" lvl="0" indent="0" algn="ctr" rtl="0">
                        <a:lnSpc>
                          <a:spcPct val="100000"/>
                        </a:lnSpc>
                        <a:spcBef>
                          <a:spcPts val="0"/>
                        </a:spcBef>
                        <a:spcAft>
                          <a:spcPts val="0"/>
                        </a:spcAft>
                        <a:buClr>
                          <a:schemeClr val="dk2"/>
                        </a:buClr>
                        <a:buSzPts val="1000"/>
                        <a:buFont typeface="Century Gothic"/>
                        <a:buNone/>
                      </a:pPr>
                      <a:r>
                        <a:rPr lang="en-GB" sz="1000" b="1">
                          <a:solidFill>
                            <a:schemeClr val="dk2"/>
                          </a:solidFill>
                          <a:latin typeface="Century Gothic"/>
                          <a:ea typeface="Century Gothic"/>
                          <a:cs typeface="Century Gothic"/>
                          <a:sym typeface="Century Gothic"/>
                        </a:rPr>
                        <a:t>Leading</a:t>
                      </a:r>
                      <a:endParaRPr/>
                    </a:p>
                  </a:txBody>
                  <a:tcPr marL="46800" marR="46800" marT="46800" marB="46800"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hMerge="1">
                  <a:txBody>
                    <a:bodyPr/>
                    <a:lstStyle/>
                    <a:p>
                      <a:endParaRPr/>
                    </a:p>
                  </a:txBody>
                  <a:tcPr/>
                </a:tc>
                <a:tc gridSpan="2">
                  <a:txBody>
                    <a:bodyPr/>
                    <a:lstStyle/>
                    <a:p>
                      <a:pPr marL="0" marR="0" lvl="0" indent="0" algn="l" rtl="0">
                        <a:lnSpc>
                          <a:spcPct val="100000"/>
                        </a:lnSpc>
                        <a:spcBef>
                          <a:spcPts val="0"/>
                        </a:spcBef>
                        <a:spcAft>
                          <a:spcPts val="0"/>
                        </a:spcAft>
                        <a:buClr>
                          <a:schemeClr val="dk1"/>
                        </a:buClr>
                        <a:buSzPts val="800"/>
                        <a:buFont typeface="Century Gothic"/>
                        <a:buNone/>
                      </a:pPr>
                      <a:r>
                        <a:rPr lang="en-GB" sz="800" b="0">
                          <a:solidFill>
                            <a:schemeClr val="dk1"/>
                          </a:solidFill>
                          <a:latin typeface="Century Gothic"/>
                          <a:ea typeface="Century Gothic"/>
                          <a:cs typeface="Century Gothic"/>
                          <a:sym typeface="Century Gothic"/>
                        </a:rPr>
                        <a:t>Program benefits include experiential rewards such ass special member events, and rewards may include partner companies . Member interactions and events are collected real time for mobile, website and point of sale real time personalization and offers. Metrics are robust and include member profitability, program profitability, and multi genre analytics are leveraged for robust customer satisfaction scores. Text analytics are used for insights into voice of the member regarding the program, value to the members and overall brand  experience.</a:t>
                      </a:r>
                      <a:endParaRPr/>
                    </a:p>
                  </a:txBody>
                  <a:tcPr marL="36000" marR="36000" marT="36000" marB="36000">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hMerge="1">
                  <a:txBody>
                    <a:bodyPr/>
                    <a:lstStyle/>
                    <a:p>
                      <a:endParaRPr/>
                    </a:p>
                  </a:txBody>
                  <a:tcPr/>
                </a:tc>
                <a:tc>
                  <a:txBody>
                    <a:bodyPr/>
                    <a:lstStyle/>
                    <a:p>
                      <a:pPr marL="0" marR="0" lvl="0" indent="0" algn="ctr" rtl="0">
                        <a:spcBef>
                          <a:spcPts val="0"/>
                        </a:spcBef>
                        <a:spcAft>
                          <a:spcPts val="0"/>
                        </a:spcAft>
                        <a:buNone/>
                      </a:pPr>
                      <a:endParaRPr sz="1400"/>
                    </a:p>
                  </a:txBody>
                  <a:tcPr marL="46800" marR="46800" marT="46800" marB="46800"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a:txBody>
                    <a:bodyPr/>
                    <a:lstStyle/>
                    <a:p>
                      <a:pPr marL="0" marR="0" lvl="0" indent="0" algn="ctr" rtl="0">
                        <a:spcBef>
                          <a:spcPts val="0"/>
                        </a:spcBef>
                        <a:spcAft>
                          <a:spcPts val="0"/>
                        </a:spcAft>
                        <a:buNone/>
                      </a:pPr>
                      <a:endParaRPr sz="1400">
                        <a:solidFill>
                          <a:schemeClr val="dk1"/>
                        </a:solidFill>
                        <a:latin typeface="Noto Sans Symbols"/>
                        <a:ea typeface="Noto Sans Symbols"/>
                        <a:cs typeface="Noto Sans Symbols"/>
                        <a:sym typeface="Noto Sans Symbols"/>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extLst>
                  <a:ext uri="{0D108BD9-81ED-4DB2-BD59-A6C34878D82A}">
                    <a16:rowId xmlns:a16="http://schemas.microsoft.com/office/drawing/2014/main" val="10001"/>
                  </a:ext>
                </a:extLst>
              </a:tr>
              <a:tr h="460100">
                <a:tc>
                  <a:txBody>
                    <a:bodyPr/>
                    <a:lstStyle/>
                    <a:p>
                      <a:pPr marL="0" marR="0" lvl="0" indent="0" algn="ctr" rtl="0">
                        <a:spcBef>
                          <a:spcPts val="0"/>
                        </a:spcBef>
                        <a:spcAft>
                          <a:spcPts val="0"/>
                        </a:spcAft>
                        <a:buNone/>
                      </a:pPr>
                      <a:endParaRPr sz="1000" b="1">
                        <a:solidFill>
                          <a:schemeClr val="lt1"/>
                        </a:solidFill>
                        <a:latin typeface="Century Gothic"/>
                        <a:ea typeface="Century Gothic"/>
                        <a:cs typeface="Century Gothic"/>
                        <a:sym typeface="Century Gothic"/>
                      </a:endParaRPr>
                    </a:p>
                  </a:txBody>
                  <a:tcPr marL="46800" marR="46800" marT="46800" marB="46800"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CF7513"/>
                    </a:solidFill>
                  </a:tcPr>
                </a:tc>
                <a:tc gridSpan="2">
                  <a:txBody>
                    <a:bodyPr/>
                    <a:lstStyle/>
                    <a:p>
                      <a:pPr marL="0" marR="0" lvl="0" indent="0" algn="ctr" rtl="0">
                        <a:lnSpc>
                          <a:spcPct val="100000"/>
                        </a:lnSpc>
                        <a:spcBef>
                          <a:spcPts val="0"/>
                        </a:spcBef>
                        <a:spcAft>
                          <a:spcPts val="0"/>
                        </a:spcAft>
                        <a:buClr>
                          <a:schemeClr val="dk2"/>
                        </a:buClr>
                        <a:buSzPts val="1000"/>
                        <a:buFont typeface="Century Gothic"/>
                        <a:buNone/>
                      </a:pPr>
                      <a:r>
                        <a:rPr lang="en-GB" sz="1000" b="1">
                          <a:solidFill>
                            <a:schemeClr val="dk2"/>
                          </a:solidFill>
                          <a:latin typeface="Century Gothic"/>
                          <a:ea typeface="Century Gothic"/>
                          <a:cs typeface="Century Gothic"/>
                          <a:sym typeface="Century Gothic"/>
                        </a:rPr>
                        <a:t>Innovating</a:t>
                      </a:r>
                      <a:endParaRPr/>
                    </a:p>
                    <a:p>
                      <a:pPr marL="0" marR="0" lvl="0" indent="0" algn="ctr" rtl="0">
                        <a:spcBef>
                          <a:spcPts val="0"/>
                        </a:spcBef>
                        <a:spcAft>
                          <a:spcPts val="0"/>
                        </a:spcAft>
                        <a:buNone/>
                      </a:pPr>
                      <a:endParaRPr sz="1000" b="1">
                        <a:solidFill>
                          <a:schemeClr val="dk2"/>
                        </a:solidFill>
                        <a:latin typeface="Century Gothic"/>
                        <a:ea typeface="Century Gothic"/>
                        <a:cs typeface="Century Gothic"/>
                        <a:sym typeface="Century Gothic"/>
                      </a:endParaRPr>
                    </a:p>
                  </a:txBody>
                  <a:tcPr marL="46800" marR="46800" marT="46800" marB="46800"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hMerge="1">
                  <a:txBody>
                    <a:bodyPr/>
                    <a:lstStyle/>
                    <a:p>
                      <a:endParaRPr/>
                    </a:p>
                  </a:txBody>
                  <a:tcPr/>
                </a:tc>
                <a:tc gridSpan="2">
                  <a:txBody>
                    <a:bodyPr/>
                    <a:lstStyle/>
                    <a:p>
                      <a:pPr marL="0" marR="0" lvl="0" indent="0" algn="l" rtl="0">
                        <a:lnSpc>
                          <a:spcPct val="100000"/>
                        </a:lnSpc>
                        <a:spcBef>
                          <a:spcPts val="0"/>
                        </a:spcBef>
                        <a:spcAft>
                          <a:spcPts val="0"/>
                        </a:spcAft>
                        <a:buClr>
                          <a:schemeClr val="dk1"/>
                        </a:buClr>
                        <a:buSzPts val="800"/>
                        <a:buFont typeface="Century Gothic"/>
                        <a:buNone/>
                      </a:pPr>
                      <a:r>
                        <a:rPr lang="en-GB" sz="800" b="0">
                          <a:solidFill>
                            <a:schemeClr val="dk1"/>
                          </a:solidFill>
                          <a:latin typeface="Century Gothic"/>
                          <a:ea typeface="Century Gothic"/>
                          <a:cs typeface="Century Gothic"/>
                          <a:sym typeface="Century Gothic"/>
                        </a:rPr>
                        <a:t>Program begins to include personalization of benefits./rewards. Program metrics expand to include survey based measurements of success. </a:t>
                      </a:r>
                      <a:endParaRPr/>
                    </a:p>
                  </a:txBody>
                  <a:tcPr marL="36000" marR="36000" marT="36000" marB="36000">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hMerge="1">
                  <a:txBody>
                    <a:bodyPr/>
                    <a:lstStyle/>
                    <a:p>
                      <a:endParaRPr/>
                    </a:p>
                  </a:txBody>
                  <a:tcPr/>
                </a:tc>
                <a:tc>
                  <a:txBody>
                    <a:bodyPr/>
                    <a:lstStyle/>
                    <a:p>
                      <a:pPr marL="0" marR="0" lvl="0" indent="0" algn="ctr" rtl="0">
                        <a:spcBef>
                          <a:spcPts val="0"/>
                        </a:spcBef>
                        <a:spcAft>
                          <a:spcPts val="0"/>
                        </a:spcAft>
                        <a:buNone/>
                      </a:pPr>
                      <a:endParaRPr sz="1400"/>
                    </a:p>
                  </a:txBody>
                  <a:tcPr marL="46800" marR="46800" marT="46800" marB="46800"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400"/>
                        <a:buFont typeface="Noto Sans Symbols"/>
                        <a:buNone/>
                      </a:pPr>
                      <a:r>
                        <a:rPr lang="en-GB" sz="1400">
                          <a:solidFill>
                            <a:schemeClr val="dk1"/>
                          </a:solidFill>
                          <a:latin typeface="Noto Sans Symbols"/>
                          <a:ea typeface="Noto Sans Symbols"/>
                          <a:cs typeface="Noto Sans Symbols"/>
                          <a:sym typeface="Noto Sans Symbols"/>
                        </a:rPr>
                        <a:t>✔</a:t>
                      </a:r>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extLst>
                  <a:ext uri="{0D108BD9-81ED-4DB2-BD59-A6C34878D82A}">
                    <a16:rowId xmlns:a16="http://schemas.microsoft.com/office/drawing/2014/main" val="10002"/>
                  </a:ext>
                </a:extLst>
              </a:tr>
              <a:tr h="486900">
                <a:tc>
                  <a:txBody>
                    <a:bodyPr/>
                    <a:lstStyle/>
                    <a:p>
                      <a:pPr marL="0" marR="0" lvl="0" indent="0" algn="ctr" rtl="0">
                        <a:spcBef>
                          <a:spcPts val="0"/>
                        </a:spcBef>
                        <a:spcAft>
                          <a:spcPts val="0"/>
                        </a:spcAft>
                        <a:buNone/>
                      </a:pPr>
                      <a:endParaRPr sz="1000" b="1">
                        <a:solidFill>
                          <a:schemeClr val="lt1"/>
                        </a:solidFill>
                        <a:latin typeface="Century Gothic"/>
                        <a:ea typeface="Century Gothic"/>
                        <a:cs typeface="Century Gothic"/>
                        <a:sym typeface="Century Gothic"/>
                      </a:endParaRPr>
                    </a:p>
                  </a:txBody>
                  <a:tcPr marL="46800" marR="46800" marT="46800" marB="46800"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EC891C"/>
                    </a:solidFill>
                  </a:tcPr>
                </a:tc>
                <a:tc gridSpan="2">
                  <a:txBody>
                    <a:bodyPr/>
                    <a:lstStyle/>
                    <a:p>
                      <a:pPr marL="0" marR="0" lvl="0" indent="0" algn="ctr" rtl="0">
                        <a:lnSpc>
                          <a:spcPct val="100000"/>
                        </a:lnSpc>
                        <a:spcBef>
                          <a:spcPts val="0"/>
                        </a:spcBef>
                        <a:spcAft>
                          <a:spcPts val="0"/>
                        </a:spcAft>
                        <a:buClr>
                          <a:schemeClr val="dk2"/>
                        </a:buClr>
                        <a:buSzPts val="1000"/>
                        <a:buFont typeface="Century Gothic"/>
                        <a:buNone/>
                      </a:pPr>
                      <a:r>
                        <a:rPr lang="en-GB" sz="1000" b="1">
                          <a:solidFill>
                            <a:schemeClr val="dk2"/>
                          </a:solidFill>
                          <a:latin typeface="Century Gothic"/>
                          <a:ea typeface="Century Gothic"/>
                          <a:cs typeface="Century Gothic"/>
                          <a:sym typeface="Century Gothic"/>
                        </a:rPr>
                        <a:t>Practicing</a:t>
                      </a:r>
                      <a:endParaRPr/>
                    </a:p>
                  </a:txBody>
                  <a:tcPr marL="46800" marR="46800" marT="46800" marB="46800"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hMerge="1">
                  <a:txBody>
                    <a:bodyPr/>
                    <a:lstStyle/>
                    <a:p>
                      <a:endParaRPr/>
                    </a:p>
                  </a:txBody>
                  <a:tcPr/>
                </a:tc>
                <a:tc gridSpan="2">
                  <a:txBody>
                    <a:bodyPr/>
                    <a:lstStyle/>
                    <a:p>
                      <a:pPr marL="0" marR="0" lvl="0" indent="0" algn="l" rtl="0">
                        <a:lnSpc>
                          <a:spcPct val="100000"/>
                        </a:lnSpc>
                        <a:spcBef>
                          <a:spcPts val="0"/>
                        </a:spcBef>
                        <a:spcAft>
                          <a:spcPts val="0"/>
                        </a:spcAft>
                        <a:buClr>
                          <a:schemeClr val="dk1"/>
                        </a:buClr>
                        <a:buSzPts val="800"/>
                        <a:buFont typeface="Century Gothic"/>
                        <a:buNone/>
                      </a:pPr>
                      <a:r>
                        <a:rPr lang="en-GB" sz="800" b="0">
                          <a:solidFill>
                            <a:schemeClr val="dk1"/>
                          </a:solidFill>
                          <a:latin typeface="Century Gothic"/>
                          <a:ea typeface="Century Gothic"/>
                          <a:cs typeface="Century Gothic"/>
                          <a:sym typeface="Century Gothic"/>
                        </a:rPr>
                        <a:t>Fully integrated program across channels with mobile as a key component.  Member interactions and events are captured and processed to the loyalty system intraday. Program metrics include member profitability /cost to serve.</a:t>
                      </a:r>
                      <a:endParaRPr/>
                    </a:p>
                    <a:p>
                      <a:pPr marL="0" marR="0" lvl="0" indent="0" algn="l" rtl="0">
                        <a:lnSpc>
                          <a:spcPct val="100000"/>
                        </a:lnSpc>
                        <a:spcBef>
                          <a:spcPts val="0"/>
                        </a:spcBef>
                        <a:spcAft>
                          <a:spcPts val="0"/>
                        </a:spcAft>
                        <a:buClr>
                          <a:schemeClr val="dk1"/>
                        </a:buClr>
                        <a:buSzPts val="800"/>
                        <a:buFont typeface="Century Gothic"/>
                        <a:buNone/>
                      </a:pPr>
                      <a:endParaRPr sz="800" b="0">
                        <a:solidFill>
                          <a:schemeClr val="dk1"/>
                        </a:solidFill>
                        <a:latin typeface="Century Gothic"/>
                        <a:ea typeface="Century Gothic"/>
                        <a:cs typeface="Century Gothic"/>
                        <a:sym typeface="Century Gothic"/>
                      </a:endParaRPr>
                    </a:p>
                  </a:txBody>
                  <a:tcPr marL="36000" marR="36000" marT="36000" marB="36000">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hMerge="1">
                  <a:txBody>
                    <a:bodyPr/>
                    <a:lstStyle/>
                    <a:p>
                      <a:endParaRPr/>
                    </a:p>
                  </a:txBody>
                  <a:tcPr/>
                </a:tc>
                <a:tc>
                  <a:txBody>
                    <a:bodyPr/>
                    <a:lstStyle/>
                    <a:p>
                      <a:pPr marL="0" marR="0" lvl="0" indent="0" algn="ctr" rtl="0">
                        <a:lnSpc>
                          <a:spcPct val="100000"/>
                        </a:lnSpc>
                        <a:spcBef>
                          <a:spcPts val="0"/>
                        </a:spcBef>
                        <a:spcAft>
                          <a:spcPts val="0"/>
                        </a:spcAft>
                        <a:buClr>
                          <a:schemeClr val="dk1"/>
                        </a:buClr>
                        <a:buSzPts val="1400"/>
                        <a:buFont typeface="Century Gothic"/>
                        <a:buNone/>
                      </a:pPr>
                      <a:endParaRPr sz="1400">
                        <a:solidFill>
                          <a:schemeClr val="dk1"/>
                        </a:solidFill>
                        <a:latin typeface="Noto Sans Symbols"/>
                        <a:ea typeface="Noto Sans Symbols"/>
                        <a:cs typeface="Noto Sans Symbols"/>
                        <a:sym typeface="Noto Sans Symbols"/>
                      </a:endParaRPr>
                    </a:p>
                  </a:txBody>
                  <a:tcPr marL="46800" marR="46800" marT="46800" marB="46800"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a:txBody>
                    <a:bodyPr/>
                    <a:lstStyle/>
                    <a:p>
                      <a:pPr marL="0" marR="0" lvl="0" indent="0" algn="ctr" rtl="0">
                        <a:spcBef>
                          <a:spcPts val="0"/>
                        </a:spcBef>
                        <a:spcAft>
                          <a:spcPts val="0"/>
                        </a:spcAft>
                        <a:buNone/>
                      </a:pPr>
                      <a:endParaRPr sz="1400">
                        <a:solidFill>
                          <a:schemeClr val="dk1"/>
                        </a:solidFill>
                        <a:latin typeface="Noto Sans Symbols"/>
                        <a:ea typeface="Noto Sans Symbols"/>
                        <a:cs typeface="Noto Sans Symbols"/>
                        <a:sym typeface="Noto Sans Symbols"/>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extLst>
                  <a:ext uri="{0D108BD9-81ED-4DB2-BD59-A6C34878D82A}">
                    <a16:rowId xmlns:a16="http://schemas.microsoft.com/office/drawing/2014/main" val="10003"/>
                  </a:ext>
                </a:extLst>
              </a:tr>
              <a:tr h="553500">
                <a:tc>
                  <a:txBody>
                    <a:bodyPr/>
                    <a:lstStyle/>
                    <a:p>
                      <a:pPr marL="0" marR="0" lvl="0" indent="0" algn="ctr" rtl="0">
                        <a:spcBef>
                          <a:spcPts val="0"/>
                        </a:spcBef>
                        <a:spcAft>
                          <a:spcPts val="0"/>
                        </a:spcAft>
                        <a:buNone/>
                      </a:pPr>
                      <a:endParaRPr sz="1000" b="1">
                        <a:solidFill>
                          <a:schemeClr val="lt1"/>
                        </a:solidFill>
                        <a:latin typeface="Century Gothic"/>
                        <a:ea typeface="Century Gothic"/>
                        <a:cs typeface="Century Gothic"/>
                        <a:sym typeface="Century Gothic"/>
                      </a:endParaRPr>
                    </a:p>
                  </a:txBody>
                  <a:tcPr marL="46800" marR="46800" marT="46800" marB="46800"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EE9B40"/>
                    </a:solidFill>
                  </a:tcPr>
                </a:tc>
                <a:tc gridSpan="2">
                  <a:txBody>
                    <a:bodyPr/>
                    <a:lstStyle/>
                    <a:p>
                      <a:pPr marL="0" marR="0" lvl="0" indent="0" algn="ctr" rtl="0">
                        <a:lnSpc>
                          <a:spcPct val="100000"/>
                        </a:lnSpc>
                        <a:spcBef>
                          <a:spcPts val="0"/>
                        </a:spcBef>
                        <a:spcAft>
                          <a:spcPts val="0"/>
                        </a:spcAft>
                        <a:buClr>
                          <a:schemeClr val="dk2"/>
                        </a:buClr>
                        <a:buSzPts val="1000"/>
                        <a:buFont typeface="Century Gothic"/>
                        <a:buNone/>
                      </a:pPr>
                      <a:r>
                        <a:rPr lang="en-GB" sz="1000" b="1">
                          <a:solidFill>
                            <a:schemeClr val="dk2"/>
                          </a:solidFill>
                          <a:latin typeface="Century Gothic"/>
                          <a:ea typeface="Century Gothic"/>
                          <a:cs typeface="Century Gothic"/>
                          <a:sym typeface="Century Gothic"/>
                        </a:rPr>
                        <a:t>Developing</a:t>
                      </a:r>
                      <a:endParaRPr/>
                    </a:p>
                  </a:txBody>
                  <a:tcPr marL="46800" marR="46800" marT="46800" marB="46800"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hMerge="1">
                  <a:txBody>
                    <a:bodyPr/>
                    <a:lstStyle/>
                    <a:p>
                      <a:endParaRPr/>
                    </a:p>
                  </a:txBody>
                  <a:tcPr/>
                </a:tc>
                <a:tc gridSpan="2">
                  <a:txBody>
                    <a:bodyPr/>
                    <a:lstStyle/>
                    <a:p>
                      <a:pPr marL="0" marR="0" lvl="0" indent="0" algn="l" rtl="0">
                        <a:lnSpc>
                          <a:spcPct val="100000"/>
                        </a:lnSpc>
                        <a:spcBef>
                          <a:spcPts val="0"/>
                        </a:spcBef>
                        <a:spcAft>
                          <a:spcPts val="0"/>
                        </a:spcAft>
                        <a:buClr>
                          <a:schemeClr val="dk1"/>
                        </a:buClr>
                        <a:buSzPts val="800"/>
                        <a:buFont typeface="Century Gothic"/>
                        <a:buNone/>
                      </a:pPr>
                      <a:r>
                        <a:rPr lang="en-GB" sz="800" b="0">
                          <a:solidFill>
                            <a:schemeClr val="dk1"/>
                          </a:solidFill>
                          <a:latin typeface="Century Gothic"/>
                          <a:ea typeface="Century Gothic"/>
                          <a:cs typeface="Century Gothic"/>
                          <a:sym typeface="Century Gothic"/>
                        </a:rPr>
                        <a:t>Program evolves to have reward levels based on member revenue. Improved cross channel integration of program, rewards, redemptions and program data. Program success metrics are  expanded to include redemption metrics, analysis of  rewards redemption by customer segments,,</a:t>
                      </a:r>
                      <a:endParaRPr/>
                    </a:p>
                  </a:txBody>
                  <a:tcPr marL="36000" marR="36000" marT="36000" marB="36000">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hMerge="1">
                  <a:txBody>
                    <a:bodyPr/>
                    <a:lstStyle/>
                    <a:p>
                      <a:endParaRPr/>
                    </a:p>
                  </a:txBody>
                  <a:tcPr/>
                </a:tc>
                <a:tc>
                  <a:txBody>
                    <a:bodyPr/>
                    <a:lstStyle/>
                    <a:p>
                      <a:pPr marL="0" marR="0" lvl="0" indent="0" algn="ctr" rtl="0">
                        <a:lnSpc>
                          <a:spcPct val="100000"/>
                        </a:lnSpc>
                        <a:spcBef>
                          <a:spcPts val="0"/>
                        </a:spcBef>
                        <a:spcAft>
                          <a:spcPts val="0"/>
                        </a:spcAft>
                        <a:buClr>
                          <a:schemeClr val="dk1"/>
                        </a:buClr>
                        <a:buSzPts val="1400"/>
                        <a:buFont typeface="Noto Sans Symbols"/>
                        <a:buNone/>
                      </a:pPr>
                      <a:r>
                        <a:rPr lang="en-GB" sz="1400">
                          <a:solidFill>
                            <a:schemeClr val="dk1"/>
                          </a:solidFill>
                          <a:latin typeface="Noto Sans Symbols"/>
                          <a:ea typeface="Noto Sans Symbols"/>
                          <a:cs typeface="Noto Sans Symbols"/>
                          <a:sym typeface="Noto Sans Symbols"/>
                        </a:rPr>
                        <a:t>✔</a:t>
                      </a:r>
                      <a:endParaRPr/>
                    </a:p>
                  </a:txBody>
                  <a:tcPr marL="46800" marR="46800" marT="46800" marB="46800"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a:txBody>
                    <a:bodyPr/>
                    <a:lstStyle/>
                    <a:p>
                      <a:pPr marL="0" marR="0" lvl="0" indent="0" algn="ctr" rtl="0">
                        <a:spcBef>
                          <a:spcPts val="0"/>
                        </a:spcBef>
                        <a:spcAft>
                          <a:spcPts val="0"/>
                        </a:spcAft>
                        <a:buNone/>
                      </a:pPr>
                      <a:endParaRPr sz="1400">
                        <a:solidFill>
                          <a:schemeClr val="dk1"/>
                        </a:solidFill>
                        <a:latin typeface="Noto Sans Symbols"/>
                        <a:ea typeface="Noto Sans Symbols"/>
                        <a:cs typeface="Noto Sans Symbols"/>
                        <a:sym typeface="Noto Sans Symbols"/>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extLst>
                  <a:ext uri="{0D108BD9-81ED-4DB2-BD59-A6C34878D82A}">
                    <a16:rowId xmlns:a16="http://schemas.microsoft.com/office/drawing/2014/main" val="10004"/>
                  </a:ext>
                </a:extLst>
              </a:tr>
              <a:tr h="503725">
                <a:tc>
                  <a:txBody>
                    <a:bodyPr/>
                    <a:lstStyle/>
                    <a:p>
                      <a:pPr marL="0" marR="0" lvl="0" indent="0" algn="ctr" rtl="0">
                        <a:spcBef>
                          <a:spcPts val="0"/>
                        </a:spcBef>
                        <a:spcAft>
                          <a:spcPts val="0"/>
                        </a:spcAft>
                        <a:buNone/>
                      </a:pPr>
                      <a:endParaRPr sz="1000" b="1">
                        <a:solidFill>
                          <a:schemeClr val="lt1"/>
                        </a:solidFill>
                        <a:latin typeface="Century Gothic"/>
                        <a:ea typeface="Century Gothic"/>
                        <a:cs typeface="Century Gothic"/>
                        <a:sym typeface="Century Gothic"/>
                      </a:endParaRPr>
                    </a:p>
                  </a:txBody>
                  <a:tcPr marL="46800" marR="46800" marT="46800" marB="46800"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1AE65"/>
                    </a:solidFill>
                  </a:tcPr>
                </a:tc>
                <a:tc gridSpan="2">
                  <a:txBody>
                    <a:bodyPr/>
                    <a:lstStyle/>
                    <a:p>
                      <a:pPr marL="0" marR="0" lvl="0" indent="0" algn="ctr" rtl="0">
                        <a:lnSpc>
                          <a:spcPct val="100000"/>
                        </a:lnSpc>
                        <a:spcBef>
                          <a:spcPts val="0"/>
                        </a:spcBef>
                        <a:spcAft>
                          <a:spcPts val="0"/>
                        </a:spcAft>
                        <a:buClr>
                          <a:schemeClr val="dk2"/>
                        </a:buClr>
                        <a:buSzPts val="1000"/>
                        <a:buFont typeface="Century Gothic"/>
                        <a:buNone/>
                      </a:pPr>
                      <a:r>
                        <a:rPr lang="en-GB" sz="1000" b="1">
                          <a:solidFill>
                            <a:schemeClr val="dk2"/>
                          </a:solidFill>
                          <a:latin typeface="Century Gothic"/>
                          <a:ea typeface="Century Gothic"/>
                          <a:cs typeface="Century Gothic"/>
                          <a:sym typeface="Century Gothic"/>
                        </a:rPr>
                        <a:t>Emerging</a:t>
                      </a:r>
                      <a:endParaRPr/>
                    </a:p>
                  </a:txBody>
                  <a:tcPr marL="46800" marR="46800" marT="46800" marB="46800"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hMerge="1">
                  <a:txBody>
                    <a:bodyPr/>
                    <a:lstStyle/>
                    <a:p>
                      <a:endParaRPr/>
                    </a:p>
                  </a:txBody>
                  <a:tcPr/>
                </a:tc>
                <a:tc gridSpan="2">
                  <a:txBody>
                    <a:bodyPr/>
                    <a:lstStyle/>
                    <a:p>
                      <a:pPr marL="0" marR="0" lvl="0" indent="0" algn="l" rtl="0">
                        <a:lnSpc>
                          <a:spcPct val="100000"/>
                        </a:lnSpc>
                        <a:spcBef>
                          <a:spcPts val="0"/>
                        </a:spcBef>
                        <a:spcAft>
                          <a:spcPts val="0"/>
                        </a:spcAft>
                        <a:buClr>
                          <a:schemeClr val="dk1"/>
                        </a:buClr>
                        <a:buSzPts val="800"/>
                        <a:buFont typeface="Century Gothic"/>
                        <a:buNone/>
                      </a:pPr>
                      <a:r>
                        <a:rPr lang="en-GB" sz="800" b="0">
                          <a:solidFill>
                            <a:schemeClr val="dk1"/>
                          </a:solidFill>
                          <a:latin typeface="Century Gothic"/>
                          <a:ea typeface="Century Gothic"/>
                          <a:cs typeface="Century Gothic"/>
                          <a:sym typeface="Century Gothic"/>
                        </a:rPr>
                        <a:t>Program with basic benefits based on visits, products purchased or dollars spent. Program may not be well integrated across channels. Program is measured on metrics such as: total number of members, percent of total customers TY/LY, new members, spending per member as compared to LY and non-members..</a:t>
                      </a:r>
                      <a:endParaRPr/>
                    </a:p>
                  </a:txBody>
                  <a:tcPr marL="36000" marR="36000" marT="36000" marB="36000">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hMerge="1">
                  <a:txBody>
                    <a:bodyPr/>
                    <a:lstStyle/>
                    <a:p>
                      <a:endParaRPr/>
                    </a:p>
                  </a:txBody>
                  <a:tcPr/>
                </a:tc>
                <a:tc>
                  <a:txBody>
                    <a:bodyPr/>
                    <a:lstStyle/>
                    <a:p>
                      <a:pPr marL="0" marR="0" lvl="0" indent="0" algn="ctr" rtl="0">
                        <a:spcBef>
                          <a:spcPts val="0"/>
                        </a:spcBef>
                        <a:spcAft>
                          <a:spcPts val="0"/>
                        </a:spcAft>
                        <a:buNone/>
                      </a:pPr>
                      <a:endParaRPr sz="1400"/>
                    </a:p>
                  </a:txBody>
                  <a:tcPr marL="46800" marR="46800" marT="46800" marB="46800"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a:txBody>
                    <a:bodyPr/>
                    <a:lstStyle/>
                    <a:p>
                      <a:pPr marL="0" marR="0" lvl="0" indent="0" algn="ctr" rtl="0">
                        <a:spcBef>
                          <a:spcPts val="0"/>
                        </a:spcBef>
                        <a:spcAft>
                          <a:spcPts val="0"/>
                        </a:spcAft>
                        <a:buNone/>
                      </a:pPr>
                      <a:endParaRPr sz="1400">
                        <a:solidFill>
                          <a:schemeClr val="dk1"/>
                        </a:solidFill>
                        <a:latin typeface="Noto Sans Symbols"/>
                        <a:ea typeface="Noto Sans Symbols"/>
                        <a:cs typeface="Noto Sans Symbols"/>
                        <a:sym typeface="Noto Sans Symbols"/>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extLst>
                  <a:ext uri="{0D108BD9-81ED-4DB2-BD59-A6C34878D82A}">
                    <a16:rowId xmlns:a16="http://schemas.microsoft.com/office/drawing/2014/main" val="10005"/>
                  </a:ext>
                </a:extLst>
              </a:tr>
              <a:tr h="178750">
                <a:tc gridSpan="3">
                  <a:txBody>
                    <a:bodyPr/>
                    <a:lstStyle/>
                    <a:p>
                      <a:pPr marL="0" marR="0" lvl="0" indent="0" algn="ctr" rtl="0">
                        <a:lnSpc>
                          <a:spcPct val="100000"/>
                        </a:lnSpc>
                        <a:spcBef>
                          <a:spcPts val="0"/>
                        </a:spcBef>
                        <a:spcAft>
                          <a:spcPts val="0"/>
                        </a:spcAft>
                        <a:buClr>
                          <a:schemeClr val="dk2"/>
                        </a:buClr>
                        <a:buSzPts val="1000"/>
                        <a:buFont typeface="Century Gothic"/>
                        <a:buNone/>
                      </a:pPr>
                      <a:r>
                        <a:rPr lang="en-GB" sz="1000" b="1">
                          <a:solidFill>
                            <a:schemeClr val="dk2"/>
                          </a:solidFill>
                        </a:rPr>
                        <a:t>Priority</a:t>
                      </a:r>
                      <a:endParaRPr/>
                    </a:p>
                  </a:txBody>
                  <a:tcPr marL="46800" marR="46800" marT="0" marB="0"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hMerge="1">
                  <a:txBody>
                    <a:bodyPr/>
                    <a:lstStyle/>
                    <a:p>
                      <a:endParaRPr/>
                    </a:p>
                  </a:txBody>
                  <a:tcPr/>
                </a:tc>
                <a:tc hMerge="1">
                  <a:txBody>
                    <a:bodyPr/>
                    <a:lstStyle/>
                    <a:p>
                      <a:endParaRPr/>
                    </a:p>
                  </a:txBody>
                  <a:tcPr/>
                </a:tc>
                <a:tc>
                  <a:txBody>
                    <a:bodyPr/>
                    <a:lstStyle/>
                    <a:p>
                      <a:pPr marL="0" marR="0" lvl="0" indent="0" algn="ctr" rtl="0">
                        <a:lnSpc>
                          <a:spcPct val="100000"/>
                        </a:lnSpc>
                        <a:spcBef>
                          <a:spcPts val="0"/>
                        </a:spcBef>
                        <a:spcAft>
                          <a:spcPts val="0"/>
                        </a:spcAft>
                        <a:buClr>
                          <a:schemeClr val="dk2"/>
                        </a:buClr>
                        <a:buSzPts val="1000"/>
                        <a:buFont typeface="Century Gothic"/>
                        <a:buNone/>
                      </a:pPr>
                      <a:r>
                        <a:rPr lang="en-GB" sz="1000" b="1">
                          <a:solidFill>
                            <a:schemeClr val="dk2"/>
                          </a:solidFill>
                          <a:latin typeface="Century Gothic"/>
                          <a:ea typeface="Century Gothic"/>
                          <a:cs typeface="Century Gothic"/>
                          <a:sym typeface="Century Gothic"/>
                        </a:rPr>
                        <a:t>Key areas for improvement</a:t>
                      </a:r>
                      <a:endParaRPr/>
                    </a:p>
                  </a:txBody>
                  <a:tcPr marL="46800" marR="46800" marT="0" marB="0"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2"/>
                        </a:buClr>
                        <a:buSzPts val="1000"/>
                        <a:buFont typeface="Century Gothic"/>
                        <a:buNone/>
                      </a:pPr>
                      <a:r>
                        <a:rPr lang="en-GB" sz="1000" b="1">
                          <a:solidFill>
                            <a:schemeClr val="dk2"/>
                          </a:solidFill>
                        </a:rPr>
                        <a:t>Benefits from uplift</a:t>
                      </a:r>
                      <a:endParaRPr sz="1000" b="1">
                        <a:solidFill>
                          <a:schemeClr val="dk2"/>
                        </a:solidFill>
                        <a:latin typeface="Century Gothic"/>
                        <a:ea typeface="Century Gothic"/>
                        <a:cs typeface="Century Gothic"/>
                        <a:sym typeface="Century Gothic"/>
                      </a:endParaRPr>
                    </a:p>
                  </a:txBody>
                  <a:tcPr marL="46800" marR="46800" marT="0" marB="0"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gridSpan="2">
                  <a:txBody>
                    <a:bodyPr/>
                    <a:lstStyle/>
                    <a:p>
                      <a:pPr marL="0" marR="0" lvl="0" indent="0" algn="ctr" rtl="0">
                        <a:spcBef>
                          <a:spcPts val="0"/>
                        </a:spcBef>
                        <a:spcAft>
                          <a:spcPts val="0"/>
                        </a:spcAft>
                        <a:buNone/>
                      </a:pPr>
                      <a:r>
                        <a:rPr lang="en-GB" sz="1000" b="1">
                          <a:solidFill>
                            <a:schemeClr val="dk2"/>
                          </a:solidFill>
                        </a:rPr>
                        <a:t>Timeframe</a:t>
                      </a:r>
                      <a:endParaRPr sz="1000" b="1">
                        <a:solidFill>
                          <a:schemeClr val="dk2"/>
                        </a:solidFill>
                      </a:endParaRPr>
                    </a:p>
                  </a:txBody>
                  <a:tcPr marL="46800" marR="46800" marT="0" marB="0"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hMerge="1">
                  <a:txBody>
                    <a:bodyPr/>
                    <a:lstStyle/>
                    <a:p>
                      <a:endParaRPr/>
                    </a:p>
                  </a:txBody>
                  <a:tcPr/>
                </a:tc>
                <a:extLst>
                  <a:ext uri="{0D108BD9-81ED-4DB2-BD59-A6C34878D82A}">
                    <a16:rowId xmlns:a16="http://schemas.microsoft.com/office/drawing/2014/main" val="10006"/>
                  </a:ext>
                </a:extLst>
              </a:tr>
              <a:tr h="243275">
                <a:tc gridSpan="2">
                  <a:txBody>
                    <a:bodyPr/>
                    <a:lstStyle/>
                    <a:p>
                      <a:pPr marL="0" marR="0" lvl="0" indent="0" algn="ctr" rtl="0">
                        <a:spcBef>
                          <a:spcPts val="0"/>
                        </a:spcBef>
                        <a:spcAft>
                          <a:spcPts val="0"/>
                        </a:spcAft>
                        <a:buNone/>
                      </a:pPr>
                      <a:r>
                        <a:rPr lang="en-GB" sz="800" b="1">
                          <a:solidFill>
                            <a:schemeClr val="dk1"/>
                          </a:solidFill>
                        </a:rPr>
                        <a:t>High</a:t>
                      </a:r>
                      <a:endParaRPr sz="800" b="1">
                        <a:solidFill>
                          <a:schemeClr val="dk1"/>
                        </a:solidFill>
                      </a:endParaRPr>
                    </a:p>
                  </a:txBody>
                  <a:tcPr marL="46800" marR="46800" marT="46800" marB="46800"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hMerge="1">
                  <a:txBody>
                    <a:bodyPr/>
                    <a:lstStyle/>
                    <a:p>
                      <a:endParaRPr/>
                    </a:p>
                  </a:txBody>
                  <a:tcPr/>
                </a:tc>
                <a:tc>
                  <a:txBody>
                    <a:bodyPr/>
                    <a:lstStyle/>
                    <a:p>
                      <a:pPr marL="0" marR="0" lvl="0" indent="0" algn="ctr" rtl="0">
                        <a:spcBef>
                          <a:spcPts val="0"/>
                        </a:spcBef>
                        <a:spcAft>
                          <a:spcPts val="0"/>
                        </a:spcAft>
                        <a:buNone/>
                      </a:pPr>
                      <a:r>
                        <a:rPr lang="en-GB" sz="1000">
                          <a:solidFill>
                            <a:schemeClr val="dk1"/>
                          </a:solidFill>
                          <a:latin typeface="Noto Sans Symbols"/>
                          <a:ea typeface="Noto Sans Symbols"/>
                          <a:cs typeface="Noto Sans Symbols"/>
                          <a:sym typeface="Noto Sans Symbols"/>
                        </a:rPr>
                        <a:t>✔</a:t>
                      </a:r>
                      <a:endParaRPr sz="1000" b="1">
                        <a:solidFill>
                          <a:schemeClr val="dk1"/>
                        </a:solidFill>
                      </a:endParaRPr>
                    </a:p>
                  </a:txBody>
                  <a:tcPr marL="46800" marR="46800" marT="46800" marB="46800"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rowSpan="3">
                  <a:txBody>
                    <a:bodyPr/>
                    <a:lstStyle/>
                    <a:p>
                      <a:pPr marL="0" marR="0" lvl="0" indent="0" algn="l" rtl="0">
                        <a:lnSpc>
                          <a:spcPct val="100000"/>
                        </a:lnSpc>
                        <a:spcBef>
                          <a:spcPts val="0"/>
                        </a:spcBef>
                        <a:spcAft>
                          <a:spcPts val="0"/>
                        </a:spcAft>
                        <a:buClr>
                          <a:schemeClr val="dk1"/>
                        </a:buClr>
                        <a:buSzPts val="800"/>
                        <a:buFont typeface="Arial"/>
                        <a:buNone/>
                      </a:pPr>
                      <a:r>
                        <a:rPr lang="en-GB" sz="800" b="0">
                          <a:solidFill>
                            <a:schemeClr val="dk1"/>
                          </a:solidFill>
                          <a:latin typeface="Century Gothic"/>
                          <a:ea typeface="Century Gothic"/>
                          <a:cs typeface="Century Gothic"/>
                          <a:sym typeface="Century Gothic"/>
                        </a:rPr>
                        <a:t>Client’s view of key areas for improvement e.g. </a:t>
                      </a:r>
                      <a:endParaRPr/>
                    </a:p>
                    <a:p>
                      <a:pPr marL="171450" marR="0" lvl="0" indent="-171450" algn="l" rtl="0">
                        <a:lnSpc>
                          <a:spcPct val="100000"/>
                        </a:lnSpc>
                        <a:spcBef>
                          <a:spcPts val="0"/>
                        </a:spcBef>
                        <a:spcAft>
                          <a:spcPts val="0"/>
                        </a:spcAft>
                        <a:buClr>
                          <a:schemeClr val="dk1"/>
                        </a:buClr>
                        <a:buSzPts val="800"/>
                        <a:buFont typeface="Arial"/>
                        <a:buChar char="•"/>
                      </a:pPr>
                      <a:r>
                        <a:rPr lang="en-GB" sz="800" b="0">
                          <a:solidFill>
                            <a:schemeClr val="dk1"/>
                          </a:solidFill>
                          <a:latin typeface="Century Gothic"/>
                          <a:ea typeface="Century Gothic"/>
                          <a:cs typeface="Century Gothic"/>
                          <a:sym typeface="Century Gothic"/>
                        </a:rPr>
                        <a:t>Analytical capability (sophistication, resourcing)</a:t>
                      </a:r>
                      <a:endParaRPr/>
                    </a:p>
                    <a:p>
                      <a:pPr marL="171450" marR="0" lvl="0" indent="-171450" algn="l" rtl="0">
                        <a:lnSpc>
                          <a:spcPct val="100000"/>
                        </a:lnSpc>
                        <a:spcBef>
                          <a:spcPts val="0"/>
                        </a:spcBef>
                        <a:spcAft>
                          <a:spcPts val="0"/>
                        </a:spcAft>
                        <a:buClr>
                          <a:schemeClr val="dk1"/>
                        </a:buClr>
                        <a:buSzPts val="800"/>
                        <a:buFont typeface="Arial"/>
                        <a:buChar char="•"/>
                      </a:pPr>
                      <a:r>
                        <a:rPr lang="en-GB" sz="800" b="0">
                          <a:solidFill>
                            <a:schemeClr val="dk1"/>
                          </a:solidFill>
                          <a:latin typeface="Century Gothic"/>
                          <a:ea typeface="Century Gothic"/>
                          <a:cs typeface="Century Gothic"/>
                          <a:sym typeface="Century Gothic"/>
                        </a:rPr>
                        <a:t>Analytical agility, time to market, automation</a:t>
                      </a:r>
                      <a:endParaRPr/>
                    </a:p>
                    <a:p>
                      <a:pPr marL="171450" marR="0" lvl="0" indent="-171450" algn="l" rtl="0">
                        <a:lnSpc>
                          <a:spcPct val="100000"/>
                        </a:lnSpc>
                        <a:spcBef>
                          <a:spcPts val="0"/>
                        </a:spcBef>
                        <a:spcAft>
                          <a:spcPts val="0"/>
                        </a:spcAft>
                        <a:buClr>
                          <a:schemeClr val="dk1"/>
                        </a:buClr>
                        <a:buSzPts val="800"/>
                        <a:buFont typeface="Arial"/>
                        <a:buChar char="•"/>
                      </a:pPr>
                      <a:r>
                        <a:rPr lang="en-GB" sz="800" b="0">
                          <a:solidFill>
                            <a:schemeClr val="dk1"/>
                          </a:solidFill>
                          <a:latin typeface="Century Gothic"/>
                          <a:ea typeface="Century Gothic"/>
                          <a:cs typeface="Century Gothic"/>
                          <a:sym typeface="Century Gothic"/>
                        </a:rPr>
                        <a:t>Data completeness, latency, extent of integration</a:t>
                      </a:r>
                      <a:endParaRPr/>
                    </a:p>
                  </a:txBody>
                  <a:tcPr marL="36000" marR="36000" marT="36000" marB="36000">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rowSpan="3">
                  <a:txBody>
                    <a:bodyPr/>
                    <a:lstStyle/>
                    <a:p>
                      <a:pPr marL="285750" marR="0" lvl="0" indent="-285750" algn="l" rtl="0">
                        <a:spcBef>
                          <a:spcPts val="0"/>
                        </a:spcBef>
                        <a:spcAft>
                          <a:spcPts val="0"/>
                        </a:spcAft>
                        <a:buClr>
                          <a:schemeClr val="dk1"/>
                        </a:buClr>
                        <a:buSzPts val="800"/>
                        <a:buFont typeface="Arial"/>
                        <a:buChar char="•"/>
                      </a:pPr>
                      <a:r>
                        <a:rPr lang="en-GB" sz="800">
                          <a:solidFill>
                            <a:schemeClr val="dk1"/>
                          </a:solidFill>
                          <a:latin typeface="Century Gothic"/>
                          <a:ea typeface="Century Gothic"/>
                          <a:cs typeface="Century Gothic"/>
                          <a:sym typeface="Century Gothic"/>
                        </a:rPr>
                        <a:t>Accurate customer count for SBP regulatory reporting
Reduced duplicate communications and offer conflicts
Complete relationship view enabling holistic customer management
Foundation for profitability, segmentation, and campaign analytics</a:t>
                      </a:r>
                      <a:endParaRPr/>
                    </a:p>
                    <a:p>
                      <a:pPr marL="285750" marR="0" lvl="0" indent="-285750" algn="l" rtl="0">
                        <a:spcBef>
                          <a:spcPts val="0"/>
                        </a:spcBef>
                        <a:spcAft>
                          <a:spcPts val="0"/>
                        </a:spcAft>
                        <a:buClr>
                          <a:schemeClr val="dk1"/>
                        </a:buClr>
                        <a:buSzPts val="800"/>
                        <a:buFont typeface="Arial"/>
                        <a:buChar char="•"/>
                      </a:pPr>
                      <a:r>
                        <a:rPr lang="en-GB" sz="800">
                          <a:solidFill>
                            <a:schemeClr val="dk1"/>
                          </a:solidFill>
                          <a:latin typeface="Century Gothic"/>
                          <a:ea typeface="Century Gothic"/>
                          <a:cs typeface="Century Gothic"/>
                          <a:sym typeface="Century Gothic"/>
                        </a:rPr>
                        <a:t>Consider how improving maturity level will impact these</a:t>
                      </a:r>
                      <a:endParaRPr/>
                    </a:p>
                    <a:p>
                      <a:pPr marL="285750" marR="0" lvl="0" indent="-285750" algn="l" rtl="0">
                        <a:spcBef>
                          <a:spcPts val="0"/>
                        </a:spcBef>
                        <a:spcAft>
                          <a:spcPts val="0"/>
                        </a:spcAft>
                        <a:buClr>
                          <a:schemeClr val="dk1"/>
                        </a:buClr>
                        <a:buSzPts val="800"/>
                        <a:buFont typeface="Arial"/>
                        <a:buChar char="•"/>
                      </a:pPr>
                      <a:r>
                        <a:rPr lang="en-GB" sz="800">
                          <a:solidFill>
                            <a:schemeClr val="dk1"/>
                          </a:solidFill>
                          <a:latin typeface="Century Gothic"/>
                          <a:ea typeface="Century Gothic"/>
                          <a:cs typeface="Century Gothic"/>
                          <a:sym typeface="Century Gothic"/>
                        </a:rPr>
                        <a:t>Balance these against client strategic priorities</a:t>
                      </a:r>
                      <a:endParaRPr sz="800">
                        <a:solidFill>
                          <a:schemeClr val="dk1"/>
                        </a:solidFill>
                        <a:latin typeface="Century Gothic"/>
                        <a:ea typeface="Century Gothic"/>
                        <a:cs typeface="Century Gothic"/>
                        <a:sym typeface="Century Gothic"/>
                      </a:endParaRPr>
                    </a:p>
                  </a:txBody>
                  <a:tcPr marL="36000" marR="36000" marT="36000" marB="36000">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rowSpan="3" gridSpan="2">
                  <a:txBody>
                    <a:bodyPr/>
                    <a:lstStyle/>
                    <a:p>
                      <a:pPr marL="0" marR="0" lvl="0" indent="0" algn="ctr" rtl="0">
                        <a:lnSpc>
                          <a:spcPct val="100000"/>
                        </a:lnSpc>
                        <a:spcBef>
                          <a:spcPts val="0"/>
                        </a:spcBef>
                        <a:spcAft>
                          <a:spcPts val="0"/>
                        </a:spcAft>
                        <a:buClr>
                          <a:schemeClr val="dk1"/>
                        </a:buClr>
                        <a:buSzPts val="800"/>
                        <a:buFont typeface="Century Gothic"/>
                        <a:buNone/>
                      </a:pPr>
                      <a:r>
                        <a:rPr lang="en-GB" sz="800" b="0">
                          <a:solidFill>
                            <a:schemeClr val="dk1"/>
                          </a:solidFill>
                        </a:rPr>
                        <a:t>2025-2027</a:t>
                      </a:r>
                      <a:endParaRPr/>
                    </a:p>
                  </a:txBody>
                  <a:tcPr marL="46800" marR="46800" marT="46800" marB="46800"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rowSpan="3" hMerge="1">
                  <a:txBody>
                    <a:bodyPr/>
                    <a:lstStyle/>
                    <a:p>
                      <a:endParaRPr/>
                    </a:p>
                  </a:txBody>
                  <a:tcPr/>
                </a:tc>
                <a:extLst>
                  <a:ext uri="{0D108BD9-81ED-4DB2-BD59-A6C34878D82A}">
                    <a16:rowId xmlns:a16="http://schemas.microsoft.com/office/drawing/2014/main" val="10007"/>
                  </a:ext>
                </a:extLst>
              </a:tr>
              <a:tr h="243275">
                <a:tc gridSpan="2">
                  <a:txBody>
                    <a:bodyPr/>
                    <a:lstStyle/>
                    <a:p>
                      <a:pPr marL="0" marR="0" lvl="0" indent="0" algn="ctr" rtl="0">
                        <a:spcBef>
                          <a:spcPts val="0"/>
                        </a:spcBef>
                        <a:spcAft>
                          <a:spcPts val="0"/>
                        </a:spcAft>
                        <a:buNone/>
                      </a:pPr>
                      <a:r>
                        <a:rPr lang="en-GB" sz="800" b="1">
                          <a:solidFill>
                            <a:schemeClr val="dk1"/>
                          </a:solidFill>
                        </a:rPr>
                        <a:t>Medium</a:t>
                      </a:r>
                      <a:endParaRPr sz="800" b="1">
                        <a:solidFill>
                          <a:schemeClr val="dk1"/>
                        </a:solidFill>
                      </a:endParaRPr>
                    </a:p>
                  </a:txBody>
                  <a:tcPr marL="46800" marR="46800" marT="46800" marB="46800"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hMerge="1">
                  <a:txBody>
                    <a:bodyPr/>
                    <a:lstStyle/>
                    <a:p>
                      <a:endParaRPr/>
                    </a:p>
                  </a:txBody>
                  <a:tcPr/>
                </a:tc>
                <a:tc>
                  <a:txBody>
                    <a:bodyPr/>
                    <a:lstStyle/>
                    <a:p>
                      <a:pPr marL="0" marR="0" lvl="0" indent="0" algn="l" rtl="0">
                        <a:spcBef>
                          <a:spcPts val="0"/>
                        </a:spcBef>
                        <a:spcAft>
                          <a:spcPts val="0"/>
                        </a:spcAft>
                        <a:buNone/>
                      </a:pPr>
                      <a:endParaRPr sz="1000"/>
                    </a:p>
                  </a:txBody>
                  <a:tcPr marL="46800" marR="46800" marT="46800" marB="46800"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vMerge="1">
                  <a:txBody>
                    <a:bodyPr/>
                    <a:lstStyle/>
                    <a:p>
                      <a:endParaRPr/>
                    </a:p>
                  </a:txBody>
                  <a:tcPr/>
                </a:tc>
                <a:tc vMerge="1">
                  <a:txBody>
                    <a:bodyPr/>
                    <a:lstStyle/>
                    <a:p>
                      <a:endParaRPr/>
                    </a:p>
                  </a:txBody>
                  <a:tcPr/>
                </a:tc>
                <a:tc gridSpan="2" vMerge="1">
                  <a:txBody>
                    <a:bodyPr/>
                    <a:lstStyle/>
                    <a:p>
                      <a:endParaRPr/>
                    </a:p>
                  </a:txBody>
                  <a:tcPr/>
                </a:tc>
                <a:tc hMerge="1" vMerge="1">
                  <a:txBody>
                    <a:bodyPr/>
                    <a:lstStyle/>
                    <a:p>
                      <a:endParaRPr/>
                    </a:p>
                  </a:txBody>
                  <a:tcPr/>
                </a:tc>
                <a:extLst>
                  <a:ext uri="{0D108BD9-81ED-4DB2-BD59-A6C34878D82A}">
                    <a16:rowId xmlns:a16="http://schemas.microsoft.com/office/drawing/2014/main" val="10008"/>
                  </a:ext>
                </a:extLst>
              </a:tr>
              <a:tr h="243275">
                <a:tc gridSpan="2">
                  <a:txBody>
                    <a:bodyPr/>
                    <a:lstStyle/>
                    <a:p>
                      <a:pPr marL="0" marR="0" lvl="0" indent="0" algn="ctr" rtl="0">
                        <a:spcBef>
                          <a:spcPts val="0"/>
                        </a:spcBef>
                        <a:spcAft>
                          <a:spcPts val="0"/>
                        </a:spcAft>
                        <a:buNone/>
                      </a:pPr>
                      <a:r>
                        <a:rPr lang="en-GB" sz="800" b="1">
                          <a:solidFill>
                            <a:schemeClr val="dk1"/>
                          </a:solidFill>
                        </a:rPr>
                        <a:t>Low</a:t>
                      </a:r>
                      <a:endParaRPr sz="800" b="1">
                        <a:solidFill>
                          <a:schemeClr val="dk1"/>
                        </a:solidFill>
                      </a:endParaRPr>
                    </a:p>
                  </a:txBody>
                  <a:tcPr marL="46800" marR="46800" marT="46800" marB="46800"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hMerge="1">
                  <a:txBody>
                    <a:bodyPr/>
                    <a:lstStyle/>
                    <a:p>
                      <a:endParaRPr/>
                    </a:p>
                  </a:txBody>
                  <a:tcPr/>
                </a:tc>
                <a:tc>
                  <a:txBody>
                    <a:bodyPr/>
                    <a:lstStyle/>
                    <a:p>
                      <a:pPr marL="0" marR="0" lvl="0" indent="0" algn="l" rtl="0">
                        <a:spcBef>
                          <a:spcPts val="0"/>
                        </a:spcBef>
                        <a:spcAft>
                          <a:spcPts val="0"/>
                        </a:spcAft>
                        <a:buNone/>
                      </a:pPr>
                      <a:endParaRPr sz="1000"/>
                    </a:p>
                  </a:txBody>
                  <a:tcPr marL="46800" marR="46800" marT="46800" marB="46800"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vMerge="1">
                  <a:txBody>
                    <a:bodyPr/>
                    <a:lstStyle/>
                    <a:p>
                      <a:endParaRPr/>
                    </a:p>
                  </a:txBody>
                  <a:tcPr/>
                </a:tc>
                <a:tc vMerge="1">
                  <a:txBody>
                    <a:bodyPr/>
                    <a:lstStyle/>
                    <a:p>
                      <a:endParaRPr/>
                    </a:p>
                  </a:txBody>
                  <a:tcPr/>
                </a:tc>
                <a:tc gridSpan="2" vMerge="1">
                  <a:txBody>
                    <a:bodyPr/>
                    <a:lstStyle/>
                    <a:p>
                      <a:endParaRPr/>
                    </a:p>
                  </a:txBody>
                  <a:tcPr/>
                </a:tc>
                <a:tc hMerge="1" vMerge="1">
                  <a:txBody>
                    <a:bodyPr/>
                    <a:lstStyle/>
                    <a:p>
                      <a:endParaRPr/>
                    </a:p>
                  </a:txBody>
                  <a:tcPr/>
                </a:tc>
                <a:extLst>
                  <a:ext uri="{0D108BD9-81ED-4DB2-BD59-A6C34878D82A}">
                    <a16:rowId xmlns:a16="http://schemas.microsoft.com/office/drawing/2014/main" val="10009"/>
                  </a:ext>
                </a:extLst>
              </a:tr>
            </a:tbl>
          </a:graphicData>
        </a:graphic>
      </p:graphicFrame>
      <p:grpSp>
        <p:nvGrpSpPr>
          <p:cNvPr id="1688" name="Google Shape;1688;p107"/>
          <p:cNvGrpSpPr/>
          <p:nvPr/>
        </p:nvGrpSpPr>
        <p:grpSpPr>
          <a:xfrm>
            <a:off x="469900" y="3839136"/>
            <a:ext cx="8455025" cy="732866"/>
            <a:chOff x="211138" y="3972860"/>
            <a:chExt cx="8713787" cy="642437"/>
          </a:xfrm>
        </p:grpSpPr>
        <p:sp>
          <p:nvSpPr>
            <p:cNvPr id="1689" name="Google Shape;1689;p107"/>
            <p:cNvSpPr/>
            <p:nvPr/>
          </p:nvSpPr>
          <p:spPr>
            <a:xfrm>
              <a:off x="211138" y="3972860"/>
              <a:ext cx="8713787" cy="642437"/>
            </a:xfrm>
            <a:prstGeom prst="rect">
              <a:avLst/>
            </a:prstGeom>
            <a:solidFill>
              <a:schemeClr val="lt1"/>
            </a:solidFill>
            <a:ln>
              <a:noFill/>
            </a:ln>
          </p:spPr>
          <p:txBody>
            <a:bodyPr spcFirstLastPara="1" wrap="square" lIns="91425" tIns="91425" rIns="91425" bIns="91425" anchor="ctr" anchorCtr="0">
              <a:noAutofit/>
            </a:bodyPr>
            <a:lstStyle/>
            <a:p>
              <a:pPr marL="0" marR="0" lvl="0" indent="0" algn="ctr" rtl="0">
                <a:spcBef>
                  <a:spcPts val="0"/>
                </a:spcBef>
                <a:spcAft>
                  <a:spcPts val="0"/>
                </a:spcAft>
                <a:buNone/>
              </a:pPr>
              <a:endParaRPr sz="1000">
                <a:solidFill>
                  <a:schemeClr val="dk1"/>
                </a:solidFill>
                <a:latin typeface="Century Gothic"/>
                <a:ea typeface="Century Gothic"/>
                <a:cs typeface="Century Gothic"/>
                <a:sym typeface="Century Gothic"/>
              </a:endParaRPr>
            </a:p>
          </p:txBody>
        </p:sp>
        <p:sp>
          <p:nvSpPr>
            <p:cNvPr id="1690" name="Google Shape;1690;p107"/>
            <p:cNvSpPr/>
            <p:nvPr/>
          </p:nvSpPr>
          <p:spPr>
            <a:xfrm>
              <a:off x="3692726" y="3982349"/>
              <a:ext cx="1753883" cy="632948"/>
            </a:xfrm>
            <a:prstGeom prst="rect">
              <a:avLst/>
            </a:prstGeom>
            <a:noFill/>
            <a:ln>
              <a:noFill/>
            </a:ln>
          </p:spPr>
          <p:txBody>
            <a:bodyPr spcFirstLastPara="1" wrap="square" lIns="91425" tIns="91425" rIns="91425" bIns="91425" anchor="ctr" anchorCtr="0">
              <a:noAutofit/>
            </a:bodyPr>
            <a:lstStyle/>
            <a:p>
              <a:pPr marL="0" marR="0" lvl="0" indent="0" algn="ctr" rtl="0">
                <a:spcBef>
                  <a:spcPts val="0"/>
                </a:spcBef>
                <a:spcAft>
                  <a:spcPts val="0"/>
                </a:spcAft>
                <a:buNone/>
              </a:pPr>
              <a:r>
                <a:rPr lang="en-GB" sz="800">
                  <a:solidFill>
                    <a:schemeClr val="dk1"/>
                  </a:solidFill>
                  <a:latin typeface="Century Gothic"/>
                  <a:ea typeface="Century Gothic"/>
                  <a:cs typeface="Century Gothic"/>
                  <a:sym typeface="Century Gothic"/>
                </a:rPr>
                <a:t>For use in Maturity Assessment &amp; Roadmap Engagements</a:t>
              </a:r>
              <a:endParaRPr/>
            </a:p>
          </p:txBody>
        </p:sp>
      </p:grpSp>
      <p:grpSp>
        <p:nvGrpSpPr>
          <p:cNvPr id="1691" name="Google Shape;1691;p107"/>
          <p:cNvGrpSpPr/>
          <p:nvPr/>
        </p:nvGrpSpPr>
        <p:grpSpPr>
          <a:xfrm>
            <a:off x="7971865" y="980278"/>
            <a:ext cx="949325" cy="2867825"/>
            <a:chOff x="7941888" y="1062037"/>
            <a:chExt cx="983037" cy="2695575"/>
          </a:xfrm>
        </p:grpSpPr>
        <p:sp>
          <p:nvSpPr>
            <p:cNvPr id="1692" name="Google Shape;1692;p107"/>
            <p:cNvSpPr/>
            <p:nvPr/>
          </p:nvSpPr>
          <p:spPr>
            <a:xfrm>
              <a:off x="7941889" y="1062037"/>
              <a:ext cx="983036" cy="2695575"/>
            </a:xfrm>
            <a:prstGeom prst="rect">
              <a:avLst/>
            </a:prstGeom>
            <a:solidFill>
              <a:schemeClr val="lt1"/>
            </a:solidFill>
            <a:ln>
              <a:noFill/>
            </a:ln>
          </p:spPr>
          <p:txBody>
            <a:bodyPr spcFirstLastPara="1" wrap="square" lIns="91425" tIns="91425" rIns="91425" bIns="91425" anchor="ctr" anchorCtr="0">
              <a:noAutofit/>
            </a:bodyPr>
            <a:lstStyle/>
            <a:p>
              <a:pPr marL="0" marR="0" lvl="0" indent="0" algn="ctr" rtl="0">
                <a:spcBef>
                  <a:spcPts val="0"/>
                </a:spcBef>
                <a:spcAft>
                  <a:spcPts val="0"/>
                </a:spcAft>
                <a:buNone/>
              </a:pPr>
              <a:endParaRPr sz="1000">
                <a:solidFill>
                  <a:schemeClr val="dk1"/>
                </a:solidFill>
                <a:latin typeface="Century Gothic"/>
                <a:ea typeface="Century Gothic"/>
                <a:cs typeface="Century Gothic"/>
                <a:sym typeface="Century Gothic"/>
              </a:endParaRPr>
            </a:p>
          </p:txBody>
        </p:sp>
        <p:sp>
          <p:nvSpPr>
            <p:cNvPr id="1693" name="Google Shape;1693;p107"/>
            <p:cNvSpPr/>
            <p:nvPr/>
          </p:nvSpPr>
          <p:spPr>
            <a:xfrm>
              <a:off x="7941888" y="2052586"/>
              <a:ext cx="983037" cy="714476"/>
            </a:xfrm>
            <a:prstGeom prst="rect">
              <a:avLst/>
            </a:prstGeom>
            <a:noFill/>
            <a:ln>
              <a:noFill/>
            </a:ln>
          </p:spPr>
          <p:txBody>
            <a:bodyPr spcFirstLastPara="1" wrap="square" lIns="91425" tIns="91425" rIns="91425" bIns="91425" anchor="ctr" anchorCtr="0">
              <a:noAutofit/>
            </a:bodyPr>
            <a:lstStyle/>
            <a:p>
              <a:pPr marL="0" marR="0" lvl="0" indent="0" algn="ctr" rtl="0">
                <a:spcBef>
                  <a:spcPts val="0"/>
                </a:spcBef>
                <a:spcAft>
                  <a:spcPts val="0"/>
                </a:spcAft>
                <a:buNone/>
              </a:pPr>
              <a:r>
                <a:rPr lang="en-GB" sz="800">
                  <a:solidFill>
                    <a:schemeClr val="dk1"/>
                  </a:solidFill>
                  <a:latin typeface="Century Gothic"/>
                  <a:ea typeface="Century Gothic"/>
                  <a:cs typeface="Century Gothic"/>
                  <a:sym typeface="Century Gothic"/>
                </a:rPr>
                <a:t>For use in Maturity Assessment &amp; Roadmap</a:t>
              </a:r>
              <a:endParaRPr/>
            </a:p>
            <a:p>
              <a:pPr marL="0" marR="0" lvl="0" indent="0" algn="ctr" rtl="0">
                <a:spcBef>
                  <a:spcPts val="0"/>
                </a:spcBef>
                <a:spcAft>
                  <a:spcPts val="0"/>
                </a:spcAft>
                <a:buNone/>
              </a:pPr>
              <a:r>
                <a:rPr lang="en-GB" sz="800">
                  <a:solidFill>
                    <a:schemeClr val="dk1"/>
                  </a:solidFill>
                  <a:latin typeface="Century Gothic"/>
                  <a:ea typeface="Century Gothic"/>
                  <a:cs typeface="Century Gothic"/>
                  <a:sym typeface="Century Gothic"/>
                </a:rPr>
                <a:t>Engagements</a:t>
              </a:r>
              <a:endParaRPr/>
            </a:p>
          </p:txBody>
        </p:sp>
      </p:grpSp>
      <p:sp>
        <p:nvSpPr>
          <p:cNvPr id="1694" name="Google Shape;1694;p107"/>
          <p:cNvSpPr txBox="1">
            <a:spLocks noGrp="1"/>
          </p:cNvSpPr>
          <p:nvPr>
            <p:ph type="title"/>
          </p:nvPr>
        </p:nvSpPr>
        <p:spPr>
          <a:xfrm>
            <a:off x="381000" y="296096"/>
            <a:ext cx="8543925" cy="360308"/>
          </a:xfrm>
          <a:prstGeom prst="rect">
            <a:avLst/>
          </a:prstGeom>
          <a:noFill/>
          <a:ln>
            <a:noFill/>
          </a:ln>
        </p:spPr>
        <p:txBody>
          <a:bodyPr spcFirstLastPara="1" wrap="square" lIns="90000" tIns="0" rIns="0" bIns="0" anchor="ctr" anchorCtr="0">
            <a:noAutofit/>
          </a:bodyPr>
          <a:lstStyle/>
          <a:p>
            <a:pPr marL="0" lvl="0" indent="0" algn="l" rtl="0">
              <a:lnSpc>
                <a:spcPct val="95000"/>
              </a:lnSpc>
              <a:spcBef>
                <a:spcPts val="0"/>
              </a:spcBef>
              <a:spcAft>
                <a:spcPts val="0"/>
              </a:spcAft>
              <a:buClr>
                <a:schemeClr val="accent1"/>
              </a:buClr>
              <a:buSzPts val="2200"/>
              <a:buFont typeface="Century Gothic"/>
              <a:buNone/>
            </a:pPr>
            <a:r>
              <a:rPr lang="en-GB"/>
              <a:t>Customer Loyalty </a:t>
            </a:r>
            <a:endParaRPr>
              <a:solidFill>
                <a:schemeClr val="accent6"/>
              </a:solidFill>
            </a:endParaRPr>
          </a:p>
        </p:txBody>
      </p:sp>
      <p:sp>
        <p:nvSpPr>
          <p:cNvPr id="1695" name="Google Shape;1695;p107">
            <a:hlinkClick r:id="rId3" action="ppaction://hlinksldjump"/>
          </p:cNvPr>
          <p:cNvSpPr/>
          <p:nvPr/>
        </p:nvSpPr>
        <p:spPr>
          <a:xfrm>
            <a:off x="6515100" y="-196501"/>
            <a:ext cx="2777392" cy="378533"/>
          </a:xfrm>
          <a:prstGeom prst="roundRect">
            <a:avLst>
              <a:gd name="adj" fmla="val 50000"/>
            </a:avLst>
          </a:prstGeom>
          <a:solidFill>
            <a:schemeClr val="accent4"/>
          </a:solidFill>
          <a:ln>
            <a:noFill/>
          </a:ln>
        </p:spPr>
        <p:txBody>
          <a:bodyPr spcFirstLastPara="1" wrap="square" lIns="36000" tIns="180000" rIns="180000" bIns="0" anchor="ctr" anchorCtr="0">
            <a:noAutofit/>
          </a:bodyPr>
          <a:lstStyle/>
          <a:p>
            <a:pPr marL="0" marR="0" lvl="0" indent="0" algn="ctr" rtl="0">
              <a:spcBef>
                <a:spcPts val="0"/>
              </a:spcBef>
              <a:spcAft>
                <a:spcPts val="0"/>
              </a:spcAft>
              <a:buNone/>
            </a:pPr>
            <a:r>
              <a:rPr lang="en-GB" sz="750">
                <a:solidFill>
                  <a:schemeClr val="lt1"/>
                </a:solidFill>
                <a:latin typeface="Century Gothic"/>
                <a:ea typeface="Century Gothic"/>
                <a:cs typeface="Century Gothic"/>
                <a:sym typeface="Century Gothic"/>
              </a:rPr>
              <a:t>   Customer Lifecycle Management</a:t>
            </a:r>
            <a:endParaRPr sz="750">
              <a:solidFill>
                <a:schemeClr val="lt1"/>
              </a:solidFill>
              <a:latin typeface="Century Gothic"/>
              <a:ea typeface="Century Gothic"/>
              <a:cs typeface="Century Gothic"/>
              <a:sym typeface="Century Gothic"/>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700"/>
        <p:cNvGrpSpPr/>
        <p:nvPr/>
      </p:nvGrpSpPr>
      <p:grpSpPr>
        <a:xfrm>
          <a:off x="0" y="0"/>
          <a:ext cx="0" cy="0"/>
          <a:chOff x="0" y="0"/>
          <a:chExt cx="0" cy="0"/>
        </a:xfrm>
      </p:grpSpPr>
      <p:cxnSp>
        <p:nvCxnSpPr>
          <p:cNvPr id="1701" name="Google Shape;1701;p108"/>
          <p:cNvCxnSpPr/>
          <p:nvPr/>
        </p:nvCxnSpPr>
        <p:spPr>
          <a:xfrm>
            <a:off x="4665503" y="858364"/>
            <a:ext cx="3239" cy="3906719"/>
          </a:xfrm>
          <a:prstGeom prst="straightConnector1">
            <a:avLst/>
          </a:prstGeom>
          <a:noFill/>
          <a:ln w="12700" cap="flat" cmpd="sng">
            <a:solidFill>
              <a:schemeClr val="lt2"/>
            </a:solidFill>
            <a:prstDash val="solid"/>
            <a:round/>
            <a:headEnd type="none" w="sm" len="sm"/>
            <a:tailEnd type="none" w="sm" len="sm"/>
          </a:ln>
        </p:spPr>
      </p:cxnSp>
      <p:sp>
        <p:nvSpPr>
          <p:cNvPr id="1702" name="Google Shape;1702;p108"/>
          <p:cNvSpPr txBox="1">
            <a:spLocks noGrp="1"/>
          </p:cNvSpPr>
          <p:nvPr>
            <p:ph type="title"/>
          </p:nvPr>
        </p:nvSpPr>
        <p:spPr>
          <a:xfrm>
            <a:off x="381000" y="285750"/>
            <a:ext cx="8543925" cy="381000"/>
          </a:xfrm>
          <a:prstGeom prst="rect">
            <a:avLst/>
          </a:prstGeom>
          <a:noFill/>
          <a:ln>
            <a:noFill/>
          </a:ln>
        </p:spPr>
        <p:txBody>
          <a:bodyPr spcFirstLastPara="1" wrap="square" lIns="90000" tIns="0" rIns="0" bIns="0" anchor="ctr" anchorCtr="0">
            <a:noAutofit/>
          </a:bodyPr>
          <a:lstStyle/>
          <a:p>
            <a:pPr marL="0" lvl="0" indent="0" algn="l" rtl="0">
              <a:lnSpc>
                <a:spcPct val="95000"/>
              </a:lnSpc>
              <a:spcBef>
                <a:spcPts val="0"/>
              </a:spcBef>
              <a:spcAft>
                <a:spcPts val="0"/>
              </a:spcAft>
              <a:buClr>
                <a:schemeClr val="accent1"/>
              </a:buClr>
              <a:buSzPts val="2200"/>
              <a:buFont typeface="Century Gothic"/>
              <a:buNone/>
            </a:pPr>
            <a:r>
              <a:rPr lang="en-GB"/>
              <a:t>Cross Sell/Up-Sell</a:t>
            </a:r>
            <a:endParaRPr/>
          </a:p>
        </p:txBody>
      </p:sp>
      <p:graphicFrame>
        <p:nvGraphicFramePr>
          <p:cNvPr id="1703" name="Google Shape;1703;p108"/>
          <p:cNvGraphicFramePr/>
          <p:nvPr/>
        </p:nvGraphicFramePr>
        <p:xfrm>
          <a:off x="228600" y="733246"/>
          <a:ext cx="3000000" cy="3000000"/>
        </p:xfrm>
        <a:graphic>
          <a:graphicData uri="http://schemas.openxmlformats.org/drawingml/2006/table">
            <a:tbl>
              <a:tblPr firstRow="1" bandRow="1">
                <a:noFill/>
                <a:tableStyleId>{D098BFCB-6916-41F2-A2A5-0DF0D5139B6F}</a:tableStyleId>
              </a:tblPr>
              <a:tblGrid>
                <a:gridCol w="4257450">
                  <a:extLst>
                    <a:ext uri="{9D8B030D-6E8A-4147-A177-3AD203B41FA5}">
                      <a16:colId xmlns:a16="http://schemas.microsoft.com/office/drawing/2014/main" val="20000"/>
                    </a:ext>
                  </a:extLst>
                </a:gridCol>
                <a:gridCol w="179650">
                  <a:extLst>
                    <a:ext uri="{9D8B030D-6E8A-4147-A177-3AD203B41FA5}">
                      <a16:colId xmlns:a16="http://schemas.microsoft.com/office/drawing/2014/main" val="20001"/>
                    </a:ext>
                  </a:extLst>
                </a:gridCol>
                <a:gridCol w="4257450">
                  <a:extLst>
                    <a:ext uri="{9D8B030D-6E8A-4147-A177-3AD203B41FA5}">
                      <a16:colId xmlns:a16="http://schemas.microsoft.com/office/drawing/2014/main" val="20002"/>
                    </a:ext>
                  </a:extLst>
                </a:gridCol>
              </a:tblGrid>
              <a:tr h="208500">
                <a:tc>
                  <a:txBody>
                    <a:bodyPr/>
                    <a:lstStyle/>
                    <a:p>
                      <a:pPr marL="0" marR="0" lvl="0" indent="0" algn="l" rtl="0">
                        <a:spcBef>
                          <a:spcPts val="0"/>
                        </a:spcBef>
                        <a:spcAft>
                          <a:spcPts val="0"/>
                        </a:spcAft>
                        <a:buNone/>
                      </a:pPr>
                      <a:r>
                        <a:rPr lang="en-GB" sz="1400" b="1">
                          <a:solidFill>
                            <a:schemeClr val="dk2"/>
                          </a:solidFill>
                        </a:rPr>
                        <a:t>Business Objectives</a:t>
                      </a:r>
                      <a:endParaRPr sz="1400" b="1">
                        <a:solidFill>
                          <a:schemeClr val="dk2"/>
                        </a:solidFill>
                      </a:endParaRPr>
                    </a:p>
                  </a:txBody>
                  <a:tcPr marL="46800" marR="46800" marT="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rowSpan="2">
                  <a:txBody>
                    <a:bodyPr/>
                    <a:lstStyle/>
                    <a:p>
                      <a:pPr marL="0" marR="0" lvl="0" indent="0" algn="l" rtl="0">
                        <a:lnSpc>
                          <a:spcPct val="100000"/>
                        </a:lnSpc>
                        <a:spcBef>
                          <a:spcPts val="0"/>
                        </a:spcBef>
                        <a:spcAft>
                          <a:spcPts val="0"/>
                        </a:spcAft>
                        <a:buClr>
                          <a:schemeClr val="dk1"/>
                        </a:buClr>
                        <a:buSzPts val="1600"/>
                        <a:buFont typeface="Century Gothic"/>
                        <a:buNone/>
                      </a:pPr>
                      <a:endParaRPr sz="1600" b="1">
                        <a:solidFill>
                          <a:schemeClr val="accent6"/>
                        </a:solidFill>
                      </a:endParaRPr>
                    </a:p>
                  </a:txBody>
                  <a:tcPr marL="46800" marR="46800" marT="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rowSpan="2">
                  <a:txBody>
                    <a:bodyPr/>
                    <a:lstStyle/>
                    <a:p>
                      <a:pPr marL="0" marR="0" lvl="0" indent="0" algn="l" rtl="0">
                        <a:lnSpc>
                          <a:spcPct val="100000"/>
                        </a:lnSpc>
                        <a:spcBef>
                          <a:spcPts val="0"/>
                        </a:spcBef>
                        <a:spcAft>
                          <a:spcPts val="0"/>
                        </a:spcAft>
                        <a:buClr>
                          <a:schemeClr val="dk1"/>
                        </a:buClr>
                        <a:buSzPts val="1600"/>
                        <a:buFont typeface="Century Gothic"/>
                        <a:buNone/>
                      </a:pPr>
                      <a:endParaRPr sz="1600" b="1">
                        <a:solidFill>
                          <a:schemeClr val="accent6"/>
                        </a:solidFill>
                      </a:endParaRPr>
                    </a:p>
                  </a:txBody>
                  <a:tcPr marL="46800" marR="46800" marT="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1548950">
                <a:tc>
                  <a:txBody>
                    <a:bodyPr/>
                    <a:lstStyle/>
                    <a:p>
                      <a:pPr marL="0" marR="0" lvl="0" indent="0" algn="l" rtl="0">
                        <a:spcBef>
                          <a:spcPts val="0"/>
                        </a:spcBef>
                        <a:spcAft>
                          <a:spcPts val="0"/>
                        </a:spcAft>
                        <a:buNone/>
                      </a:pPr>
                      <a:r>
                        <a:rPr lang="en-GB" sz="900" b="1">
                          <a:solidFill>
                            <a:schemeClr val="dk1"/>
                          </a:solidFill>
                        </a:rPr>
                        <a:t>Identify and execute  the best opportunities of upselling  and cross selling  to increase organisation profit and individual customer value</a:t>
                      </a:r>
                      <a:endParaRPr/>
                    </a:p>
                    <a:p>
                      <a:pPr marL="0" marR="0" lvl="0" indent="0" algn="l" rtl="0">
                        <a:spcBef>
                          <a:spcPts val="0"/>
                        </a:spcBef>
                        <a:spcAft>
                          <a:spcPts val="0"/>
                        </a:spcAft>
                        <a:buNone/>
                      </a:pPr>
                      <a:endParaRPr sz="900" b="1">
                        <a:solidFill>
                          <a:schemeClr val="dk1"/>
                        </a:solidFill>
                      </a:endParaRPr>
                    </a:p>
                    <a:p>
                      <a:pPr marL="171450" marR="0" lvl="0" indent="-171450" algn="l" rtl="0">
                        <a:lnSpc>
                          <a:spcPct val="100000"/>
                        </a:lnSpc>
                        <a:spcBef>
                          <a:spcPts val="0"/>
                        </a:spcBef>
                        <a:spcAft>
                          <a:spcPts val="0"/>
                        </a:spcAft>
                        <a:buClr>
                          <a:schemeClr val="dk1"/>
                        </a:buClr>
                        <a:buSzPts val="900"/>
                        <a:buFont typeface="Arial"/>
                        <a:buChar char="•"/>
                      </a:pPr>
                      <a:r>
                        <a:rPr lang="en-GB" sz="900" b="0">
                          <a:solidFill>
                            <a:schemeClr val="dk1"/>
                          </a:solidFill>
                          <a:latin typeface="Century Gothic"/>
                          <a:ea typeface="Century Gothic"/>
                          <a:cs typeface="Century Gothic"/>
                          <a:sym typeface="Century Gothic"/>
                        </a:rPr>
                        <a:t>Generate more revenue out of the existing customer portfolio</a:t>
                      </a:r>
                      <a:endParaRPr/>
                    </a:p>
                    <a:p>
                      <a:pPr marL="171450" marR="0" lvl="0" indent="-171450" algn="l" rtl="0">
                        <a:lnSpc>
                          <a:spcPct val="100000"/>
                        </a:lnSpc>
                        <a:spcBef>
                          <a:spcPts val="0"/>
                        </a:spcBef>
                        <a:spcAft>
                          <a:spcPts val="0"/>
                        </a:spcAft>
                        <a:buClr>
                          <a:schemeClr val="dk1"/>
                        </a:buClr>
                        <a:buSzPts val="900"/>
                        <a:buFont typeface="Arial"/>
                        <a:buChar char="•"/>
                      </a:pPr>
                      <a:r>
                        <a:rPr lang="en-GB" sz="900" b="0">
                          <a:solidFill>
                            <a:schemeClr val="dk1"/>
                          </a:solidFill>
                          <a:latin typeface="Century Gothic"/>
                          <a:ea typeface="Century Gothic"/>
                          <a:cs typeface="Century Gothic"/>
                          <a:sym typeface="Century Gothic"/>
                        </a:rPr>
                        <a:t>Define targeted customer growth strategies</a:t>
                      </a:r>
                      <a:endParaRPr/>
                    </a:p>
                    <a:p>
                      <a:pPr marL="171450" marR="0" lvl="0" indent="-171450" algn="l" rtl="0">
                        <a:lnSpc>
                          <a:spcPct val="100000"/>
                        </a:lnSpc>
                        <a:spcBef>
                          <a:spcPts val="0"/>
                        </a:spcBef>
                        <a:spcAft>
                          <a:spcPts val="0"/>
                        </a:spcAft>
                        <a:buClr>
                          <a:schemeClr val="dk1"/>
                        </a:buClr>
                        <a:buSzPts val="900"/>
                        <a:buFont typeface="Arial"/>
                        <a:buChar char="•"/>
                      </a:pPr>
                      <a:r>
                        <a:rPr lang="en-GB" sz="900" b="0">
                          <a:solidFill>
                            <a:schemeClr val="dk1"/>
                          </a:solidFill>
                          <a:latin typeface="Century Gothic"/>
                          <a:ea typeface="Century Gothic"/>
                          <a:cs typeface="Century Gothic"/>
                          <a:sym typeface="Century Gothic"/>
                        </a:rPr>
                        <a:t>Understand product activation &amp; usage paths</a:t>
                      </a:r>
                      <a:endParaRPr/>
                    </a:p>
                    <a:p>
                      <a:pPr marL="171450" marR="0" lvl="0" indent="-171450" algn="l" rtl="0">
                        <a:lnSpc>
                          <a:spcPct val="100000"/>
                        </a:lnSpc>
                        <a:spcBef>
                          <a:spcPts val="0"/>
                        </a:spcBef>
                        <a:spcAft>
                          <a:spcPts val="0"/>
                        </a:spcAft>
                        <a:buClr>
                          <a:schemeClr val="dk1"/>
                        </a:buClr>
                        <a:buSzPts val="900"/>
                        <a:buFont typeface="Arial"/>
                        <a:buChar char="•"/>
                      </a:pPr>
                      <a:r>
                        <a:rPr lang="en-GB" sz="900" b="0">
                          <a:solidFill>
                            <a:schemeClr val="dk1"/>
                          </a:solidFill>
                          <a:latin typeface="Century Gothic"/>
                          <a:ea typeface="Century Gothic"/>
                          <a:cs typeface="Century Gothic"/>
                          <a:sym typeface="Century Gothic"/>
                        </a:rPr>
                        <a:t>Accelerate customer on-boarding and path to value</a:t>
                      </a:r>
                      <a:endParaRPr/>
                    </a:p>
                    <a:p>
                      <a:pPr marL="171450" marR="0" lvl="0" indent="-171450" algn="l" rtl="0">
                        <a:lnSpc>
                          <a:spcPct val="100000"/>
                        </a:lnSpc>
                        <a:spcBef>
                          <a:spcPts val="0"/>
                        </a:spcBef>
                        <a:spcAft>
                          <a:spcPts val="0"/>
                        </a:spcAft>
                        <a:buClr>
                          <a:schemeClr val="dk1"/>
                        </a:buClr>
                        <a:buSzPts val="900"/>
                        <a:buFont typeface="Arial"/>
                        <a:buChar char="•"/>
                      </a:pPr>
                      <a:r>
                        <a:rPr lang="en-GB" sz="900" b="0">
                          <a:solidFill>
                            <a:schemeClr val="dk1"/>
                          </a:solidFill>
                          <a:latin typeface="Century Gothic"/>
                          <a:ea typeface="Century Gothic"/>
                          <a:cs typeface="Century Gothic"/>
                          <a:sym typeface="Century Gothic"/>
                        </a:rPr>
                        <a:t>Deliver more leads to frontline channels</a:t>
                      </a:r>
                      <a:endParaRPr/>
                    </a:p>
                    <a:p>
                      <a:pPr marL="171450" marR="0" lvl="0" indent="-171450" algn="l" rtl="0">
                        <a:lnSpc>
                          <a:spcPct val="100000"/>
                        </a:lnSpc>
                        <a:spcBef>
                          <a:spcPts val="0"/>
                        </a:spcBef>
                        <a:spcAft>
                          <a:spcPts val="0"/>
                        </a:spcAft>
                        <a:buClr>
                          <a:schemeClr val="dk1"/>
                        </a:buClr>
                        <a:buSzPts val="900"/>
                        <a:buFont typeface="Arial"/>
                        <a:buChar char="•"/>
                      </a:pPr>
                      <a:r>
                        <a:rPr lang="en-GB" sz="900"/>
                        <a:t>Design and deploy more sophisticated lead types with higher response rates</a:t>
                      </a:r>
                      <a:endParaRPr/>
                    </a:p>
                    <a:p>
                      <a:pPr marL="171450" marR="0" lvl="0" indent="-171450" algn="l" rtl="0">
                        <a:lnSpc>
                          <a:spcPct val="100000"/>
                        </a:lnSpc>
                        <a:spcBef>
                          <a:spcPts val="0"/>
                        </a:spcBef>
                        <a:spcAft>
                          <a:spcPts val="0"/>
                        </a:spcAft>
                        <a:buClr>
                          <a:schemeClr val="dk1"/>
                        </a:buClr>
                        <a:buSzPts val="900"/>
                        <a:buFont typeface="Arial"/>
                        <a:buChar char="•"/>
                      </a:pPr>
                      <a:r>
                        <a:rPr lang="en-GB" sz="900"/>
                        <a:t>Increase products/customer from 1.8 to 3.0+ through data-driven cross-sell models</a:t>
                      </a:r>
                      <a:endParaRPr/>
                    </a:p>
                    <a:p>
                      <a:pPr marL="171450" marR="0" lvl="0" indent="-171450" algn="l" rtl="0">
                        <a:lnSpc>
                          <a:spcPct val="100000"/>
                        </a:lnSpc>
                        <a:spcBef>
                          <a:spcPts val="0"/>
                        </a:spcBef>
                        <a:spcAft>
                          <a:spcPts val="0"/>
                        </a:spcAft>
                        <a:buClr>
                          <a:schemeClr val="dk1"/>
                        </a:buClr>
                        <a:buSzPts val="900"/>
                        <a:buFont typeface="Arial"/>
                        <a:buChar char="•"/>
                      </a:pPr>
                      <a:r>
                        <a:rPr lang="en-GB" sz="900"/>
                        <a:t>Build pipeline: CASA &gt; debit &gt; credit &gt; personal loan &gt; auto &gt; home &gt; investment &gt; insurance</a:t>
                      </a:r>
                      <a:endParaRPr/>
                    </a:p>
                    <a:p>
                      <a:pPr marL="171450" marR="0" lvl="0" indent="-171450" algn="l" rtl="0">
                        <a:lnSpc>
                          <a:spcPct val="100000"/>
                        </a:lnSpc>
                        <a:spcBef>
                          <a:spcPts val="0"/>
                        </a:spcBef>
                        <a:spcAft>
                          <a:spcPts val="0"/>
                        </a:spcAft>
                        <a:buClr>
                          <a:schemeClr val="dk1"/>
                        </a:buClr>
                        <a:buSzPts val="900"/>
                        <a:buFont typeface="Arial"/>
                        <a:buChar char="•"/>
                      </a:pPr>
                      <a:r>
                        <a:rPr lang="en-GB" sz="900"/>
                        <a:t>Cross-sell Islamic products to conventional customers and vice versa</a:t>
                      </a:r>
                      <a:endParaRPr/>
                    </a:p>
                    <a:p>
                      <a:pPr marL="171450" marR="0" lvl="0" indent="-171450" algn="l" rtl="0">
                        <a:lnSpc>
                          <a:spcPct val="100000"/>
                        </a:lnSpc>
                        <a:spcBef>
                          <a:spcPts val="0"/>
                        </a:spcBef>
                        <a:spcAft>
                          <a:spcPts val="0"/>
                        </a:spcAft>
                        <a:buClr>
                          <a:schemeClr val="dk1"/>
                        </a:buClr>
                        <a:buSzPts val="900"/>
                        <a:buFont typeface="Arial"/>
                        <a:buChar char="•"/>
                      </a:pPr>
                      <a:r>
                        <a:rPr lang="en-GB" sz="900"/>
                        <a:t>Leverage salary credit events for personal loan and credit card triggers within 48 hours</a:t>
                      </a:r>
                      <a:endParaRPr/>
                    </a:p>
                    <a:p>
                      <a:pPr marL="171450" marR="0" lvl="0" indent="-171450" algn="l" rtl="0">
                        <a:lnSpc>
                          <a:spcPct val="100000"/>
                        </a:lnSpc>
                        <a:spcBef>
                          <a:spcPts val="0"/>
                        </a:spcBef>
                        <a:spcAft>
                          <a:spcPts val="0"/>
                        </a:spcAft>
                        <a:buClr>
                          <a:schemeClr val="dk1"/>
                        </a:buClr>
                        <a:buSzPts val="900"/>
                        <a:buFont typeface="Arial"/>
                        <a:buChar char="•"/>
                      </a:pPr>
                      <a:r>
                        <a:rPr lang="en-GB" sz="900"/>
                        <a:t>Enable agent-assisted cross-sell at 500,000+ branchless banking points</a:t>
                      </a:r>
                      <a:endParaRPr/>
                    </a:p>
                  </a:txBody>
                  <a:tcPr marL="46800" marR="4680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vMerge="1">
                  <a:txBody>
                    <a:bodyPr/>
                    <a:lstStyle/>
                    <a:p>
                      <a:endParaRPr/>
                    </a:p>
                  </a:txBody>
                  <a:tcPr/>
                </a:tc>
                <a:tc vMerge="1">
                  <a:txBody>
                    <a:bodyPr/>
                    <a:lstStyle/>
                    <a:p>
                      <a:endParaRPr/>
                    </a:p>
                  </a:txBody>
                  <a:tcPr/>
                </a:tc>
                <a:extLst>
                  <a:ext uri="{0D108BD9-81ED-4DB2-BD59-A6C34878D82A}">
                    <a16:rowId xmlns:a16="http://schemas.microsoft.com/office/drawing/2014/main" val="10001"/>
                  </a:ext>
                </a:extLst>
              </a:tr>
              <a:tr h="208500">
                <a:tc>
                  <a:txBody>
                    <a:bodyPr/>
                    <a:lstStyle/>
                    <a:p>
                      <a:pPr marL="0" marR="0" lvl="0" indent="0" algn="l" rtl="0">
                        <a:spcBef>
                          <a:spcPts val="0"/>
                        </a:spcBef>
                        <a:spcAft>
                          <a:spcPts val="0"/>
                        </a:spcAft>
                        <a:buNone/>
                      </a:pPr>
                      <a:r>
                        <a:rPr lang="en-GB" sz="1400" b="1">
                          <a:solidFill>
                            <a:schemeClr val="dk2"/>
                          </a:solidFill>
                          <a:latin typeface="Century Gothic"/>
                          <a:ea typeface="Century Gothic"/>
                          <a:cs typeface="Century Gothic"/>
                          <a:sym typeface="Century Gothic"/>
                        </a:rPr>
                        <a:t>Data &amp; Solution</a:t>
                      </a:r>
                      <a:endParaRPr sz="1400" b="1">
                        <a:solidFill>
                          <a:schemeClr val="dk2"/>
                        </a:solidFill>
                        <a:latin typeface="Century Gothic"/>
                        <a:ea typeface="Century Gothic"/>
                        <a:cs typeface="Century Gothic"/>
                        <a:sym typeface="Century Gothic"/>
                      </a:endParaRPr>
                    </a:p>
                    <a:p>
                      <a:r>
                        <a:rPr sz="800" b="1">
                          <a:solidFill>
                            <a:srgbClr val="006699"/>
                          </a:solidFill>
                        </a:rPr>
                        <a:t>FSDM: Party_Event, Event_Type, Event_Trigger, Behavioral_Event, Life_Event, Financial_Event</a:t>
                      </a:r>
                    </a:p>
                    <a:p>
                      <a:r>
                        <a:rPr sz="800" i="1">
                          <a:solidFill>
                            <a:srgbClr val="008040"/>
                          </a:solidFill>
                        </a:rPr>
                        <a:t>Pakistan: Salary credit events, utility payment patterns, Eid/Ramadan spending spikes, tax filing season triggers, CNIC expiry alerts, maturity renewal events</a:t>
                      </a:r>
                    </a:p>
                  </a:txBody>
                  <a:tcPr marL="46800" marR="46800" marT="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400"/>
                        <a:buFont typeface="Century Gothic"/>
                        <a:buNone/>
                      </a:pPr>
                      <a:endParaRPr sz="1400" b="1">
                        <a:solidFill>
                          <a:schemeClr val="dk2"/>
                        </a:solidFill>
                        <a:latin typeface="Century Gothic"/>
                        <a:ea typeface="Century Gothic"/>
                        <a:cs typeface="Century Gothic"/>
                        <a:sym typeface="Century Gothic"/>
                      </a:endParaRPr>
                    </a:p>
                  </a:txBody>
                  <a:tcPr marL="46800" marR="46800" marT="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2"/>
                        </a:buClr>
                        <a:buSzPts val="1400"/>
                        <a:buFont typeface="Century Gothic"/>
                        <a:buNone/>
                      </a:pPr>
                      <a:r>
                        <a:rPr lang="en-GB" sz="1400" b="1">
                          <a:solidFill>
                            <a:schemeClr val="dk2"/>
                          </a:solidFill>
                          <a:latin typeface="Century Gothic"/>
                          <a:ea typeface="Century Gothic"/>
                          <a:cs typeface="Century Gothic"/>
                          <a:sym typeface="Century Gothic"/>
                        </a:rPr>
                        <a:t>Outcome</a:t>
                      </a:r>
                      <a:endParaRPr/>
                    </a:p>
                  </a:txBody>
                  <a:tcPr marL="46800" marR="46800" marT="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1538200">
                <a:tc>
                  <a:txBody>
                    <a:bodyPr/>
                    <a:lstStyle/>
                    <a:p>
                      <a:pPr marL="0" marR="0" lvl="0" indent="0" algn="l" rtl="0">
                        <a:spcBef>
                          <a:spcPts val="0"/>
                        </a:spcBef>
                        <a:spcAft>
                          <a:spcPts val="0"/>
                        </a:spcAft>
                        <a:buNone/>
                      </a:pPr>
                      <a:r>
                        <a:rPr lang="en-GB" sz="900" b="1">
                          <a:solidFill>
                            <a:schemeClr val="dk1"/>
                          </a:solidFill>
                        </a:rPr>
                        <a:t>Data</a:t>
                      </a:r>
                      <a:endParaRPr/>
                    </a:p>
                    <a:p>
                      <a:pPr marL="179388" marR="0" lvl="0" indent="-179388" algn="l" rtl="0">
                        <a:spcBef>
                          <a:spcPts val="0"/>
                        </a:spcBef>
                        <a:spcAft>
                          <a:spcPts val="0"/>
                        </a:spcAft>
                        <a:buClr>
                          <a:schemeClr val="dk1"/>
                        </a:buClr>
                        <a:buSzPts val="900"/>
                        <a:buFont typeface="Arial"/>
                        <a:buChar char="•"/>
                      </a:pPr>
                      <a:r>
                        <a:rPr lang="en-GB" sz="900">
                          <a:solidFill>
                            <a:schemeClr val="dk1"/>
                          </a:solidFill>
                        </a:rPr>
                        <a:t>Customer demographics, product holdings and behavioural data </a:t>
                      </a:r>
                      <a:endParaRPr/>
                    </a:p>
                    <a:p>
                      <a:pPr marL="171450" marR="0" lvl="0" indent="-171450" algn="l" rtl="0">
                        <a:spcBef>
                          <a:spcPts val="0"/>
                        </a:spcBef>
                        <a:spcAft>
                          <a:spcPts val="0"/>
                        </a:spcAft>
                        <a:buClr>
                          <a:schemeClr val="dk1"/>
                        </a:buClr>
                        <a:buSzPts val="900"/>
                        <a:buFont typeface="Arial"/>
                        <a:buChar char="•"/>
                      </a:pPr>
                      <a:r>
                        <a:rPr lang="en-GB" sz="900"/>
                        <a:t>Weblog data from public and customer website</a:t>
                      </a:r>
                      <a:endParaRPr/>
                    </a:p>
                    <a:p>
                      <a:pPr marL="171450" marR="0" lvl="0" indent="-171450" algn="l" rtl="0">
                        <a:spcBef>
                          <a:spcPts val="0"/>
                        </a:spcBef>
                        <a:spcAft>
                          <a:spcPts val="0"/>
                        </a:spcAft>
                        <a:buClr>
                          <a:schemeClr val="dk1"/>
                        </a:buClr>
                        <a:buSzPts val="900"/>
                        <a:buFont typeface="Arial"/>
                        <a:buChar char="•"/>
                      </a:pPr>
                      <a:r>
                        <a:rPr lang="en-GB" sz="900"/>
                        <a:t>Mobile banking data  (mobile banking and payment). </a:t>
                      </a:r>
                      <a:endParaRPr sz="900"/>
                    </a:p>
                    <a:p>
                      <a:pPr marL="171450" marR="0" lvl="0" indent="-171450" algn="l" rtl="0">
                        <a:spcBef>
                          <a:spcPts val="0"/>
                        </a:spcBef>
                        <a:spcAft>
                          <a:spcPts val="0"/>
                        </a:spcAft>
                        <a:buClr>
                          <a:schemeClr val="dk1"/>
                        </a:buClr>
                        <a:buSzPts val="900"/>
                        <a:buFont typeface="Arial"/>
                        <a:buChar char="•"/>
                      </a:pPr>
                      <a:r>
                        <a:rPr lang="en-GB" sz="900"/>
                        <a:t>Channels interaction data to identify events in customer service conversations, emails, phone banking.</a:t>
                      </a:r>
                      <a:endParaRPr/>
                    </a:p>
                    <a:p>
                      <a:pPr marL="171450" marR="0" lvl="0" indent="-171450" algn="l" rtl="0">
                        <a:spcBef>
                          <a:spcPts val="0"/>
                        </a:spcBef>
                        <a:spcAft>
                          <a:spcPts val="0"/>
                        </a:spcAft>
                        <a:buClr>
                          <a:schemeClr val="dk1"/>
                        </a:buClr>
                        <a:buSzPts val="900"/>
                        <a:buFont typeface="Arial"/>
                        <a:buChar char="•"/>
                      </a:pPr>
                      <a:r>
                        <a:rPr lang="en-GB" sz="900"/>
                        <a:t>Banking transaction data for e.g. significant money flow, large ticket credit card purchases, dividend/stock income etc.</a:t>
                      </a:r>
                      <a:endParaRPr/>
                    </a:p>
                    <a:p>
                      <a:pPr marL="0" marR="0" lvl="0" indent="0" algn="l" rtl="0">
                        <a:spcBef>
                          <a:spcPts val="0"/>
                        </a:spcBef>
                        <a:spcAft>
                          <a:spcPts val="0"/>
                        </a:spcAft>
                        <a:buClr>
                          <a:schemeClr val="dk1"/>
                        </a:buClr>
                        <a:buSzPts val="900"/>
                        <a:buFont typeface="Arial"/>
                        <a:buNone/>
                      </a:pPr>
                      <a:r>
                        <a:rPr lang="en-GB" sz="900" b="1">
                          <a:solidFill>
                            <a:schemeClr val="dk1"/>
                          </a:solidFill>
                        </a:rPr>
                        <a:t>Analytics</a:t>
                      </a:r>
                      <a:endParaRPr/>
                    </a:p>
                    <a:p>
                      <a:pPr marL="179388" marR="0" lvl="0" indent="-179388" algn="l" rtl="0">
                        <a:spcBef>
                          <a:spcPts val="0"/>
                        </a:spcBef>
                        <a:spcAft>
                          <a:spcPts val="0"/>
                        </a:spcAft>
                        <a:buClr>
                          <a:schemeClr val="dk1"/>
                        </a:buClr>
                        <a:buSzPts val="900"/>
                        <a:buFont typeface="Arial"/>
                        <a:buChar char="•"/>
                      </a:pPr>
                      <a:r>
                        <a:rPr lang="en-GB" sz="900">
                          <a:solidFill>
                            <a:schemeClr val="dk1"/>
                          </a:solidFill>
                        </a:rPr>
                        <a:t>Event Analytics: Customer Life Events &amp; Product Lifecycle</a:t>
                      </a:r>
                      <a:endParaRPr/>
                    </a:p>
                    <a:p>
                      <a:pPr marL="179388" marR="0" lvl="0" indent="-179388" algn="l" rtl="0">
                        <a:spcBef>
                          <a:spcPts val="0"/>
                        </a:spcBef>
                        <a:spcAft>
                          <a:spcPts val="0"/>
                        </a:spcAft>
                        <a:buClr>
                          <a:schemeClr val="dk1"/>
                        </a:buClr>
                        <a:buSzPts val="900"/>
                        <a:buFont typeface="Arial"/>
                        <a:buChar char="•"/>
                      </a:pPr>
                      <a:r>
                        <a:rPr lang="en-GB" sz="900">
                          <a:solidFill>
                            <a:schemeClr val="dk1"/>
                          </a:solidFill>
                        </a:rPr>
                        <a:t>Event Analytics- Transactional event / trigger detection</a:t>
                      </a:r>
                      <a:endParaRPr sz="900">
                        <a:solidFill>
                          <a:schemeClr val="dk1"/>
                        </a:solidFill>
                      </a:endParaRPr>
                    </a:p>
                    <a:p>
                      <a:pPr marL="179388" marR="0" lvl="0" indent="-179388" algn="l" rtl="0">
                        <a:spcBef>
                          <a:spcPts val="0"/>
                        </a:spcBef>
                        <a:spcAft>
                          <a:spcPts val="0"/>
                        </a:spcAft>
                        <a:buClr>
                          <a:schemeClr val="dk1"/>
                        </a:buClr>
                        <a:buSzPts val="900"/>
                        <a:buFont typeface="Arial"/>
                        <a:buChar char="•"/>
                      </a:pPr>
                      <a:r>
                        <a:rPr lang="en-GB" sz="900">
                          <a:solidFill>
                            <a:schemeClr val="dk1"/>
                          </a:solidFill>
                        </a:rPr>
                        <a:t>Product affinity analysis </a:t>
                      </a:r>
                      <a:endParaRPr sz="900">
                        <a:solidFill>
                          <a:schemeClr val="dk1"/>
                        </a:solidFill>
                      </a:endParaRPr>
                    </a:p>
                    <a:p>
                      <a:pPr marL="179388" marR="0" lvl="0" indent="-179388" algn="l" rtl="0">
                        <a:spcBef>
                          <a:spcPts val="0"/>
                        </a:spcBef>
                        <a:spcAft>
                          <a:spcPts val="0"/>
                        </a:spcAft>
                        <a:buClr>
                          <a:schemeClr val="dk1"/>
                        </a:buClr>
                        <a:buSzPts val="900"/>
                        <a:buFont typeface="Arial"/>
                        <a:buChar char="•"/>
                      </a:pPr>
                      <a:r>
                        <a:rPr lang="en-GB" sz="900">
                          <a:solidFill>
                            <a:schemeClr val="dk1"/>
                          </a:solidFill>
                        </a:rPr>
                        <a:t>Product service activation and usage analysis over time</a:t>
                      </a:r>
                      <a:endParaRPr/>
                    </a:p>
                    <a:p>
                      <a:pPr marL="179388" marR="0" lvl="0" indent="-179388" algn="l" rtl="0">
                        <a:lnSpc>
                          <a:spcPct val="100000"/>
                        </a:lnSpc>
                        <a:spcBef>
                          <a:spcPts val="0"/>
                        </a:spcBef>
                        <a:spcAft>
                          <a:spcPts val="0"/>
                        </a:spcAft>
                        <a:buClr>
                          <a:schemeClr val="dk1"/>
                        </a:buClr>
                        <a:buSzPts val="900"/>
                        <a:buFont typeface="Arial"/>
                        <a:buChar char="•"/>
                      </a:pPr>
                      <a:r>
                        <a:rPr lang="en-GB" sz="900"/>
                        <a:t>Identify paths and sequences of product purchases / upgrades</a:t>
                      </a:r>
                      <a:endParaRPr sz="900"/>
                    </a:p>
                    <a:p>
                      <a:r>
                        <a:rPr sz="800" b="1">
                          <a:solidFill>
                            <a:srgbClr val="006699"/>
                          </a:solidFill>
                        </a:rPr>
                        <a:t>FSDM: Party_Event, Event_Type, Event_Trigger, Behavioral_Event, Life_Event, Financial_Event</a:t>
                      </a:r>
                    </a:p>
                    <a:p>
                      <a:r>
                        <a:rPr sz="800" i="1">
                          <a:solidFill>
                            <a:srgbClr val="008040"/>
                          </a:solidFill>
                        </a:rPr>
                        <a:t>Pakistan: Salary credit events, utility payment patterns, Eid/Ramadan spending spikes, tax filing season triggers, CNIC expiry alerts, maturity renewal events</a:t>
                      </a:r>
                    </a:p>
                  </a:txBody>
                  <a:tcPr marL="46800" marR="4680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171450" marR="0" lvl="0" indent="-114300" algn="l" rtl="0">
                        <a:lnSpc>
                          <a:spcPct val="100000"/>
                        </a:lnSpc>
                        <a:spcBef>
                          <a:spcPts val="0"/>
                        </a:spcBef>
                        <a:spcAft>
                          <a:spcPts val="0"/>
                        </a:spcAft>
                        <a:buClr>
                          <a:schemeClr val="dk1"/>
                        </a:buClr>
                        <a:buSzPts val="900"/>
                        <a:buFont typeface="Arial"/>
                        <a:buNone/>
                      </a:pPr>
                      <a:endParaRPr sz="900">
                        <a:solidFill>
                          <a:schemeClr val="dk1"/>
                        </a:solidFill>
                        <a:latin typeface="Century Gothic"/>
                        <a:ea typeface="Century Gothic"/>
                        <a:cs typeface="Century Gothic"/>
                        <a:sym typeface="Century Gothic"/>
                      </a:endParaRPr>
                    </a:p>
                  </a:txBody>
                  <a:tcPr marL="46800" marR="4680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171450" marR="0" lvl="0" indent="-171450" algn="l" rtl="0">
                        <a:lnSpc>
                          <a:spcPct val="100000"/>
                        </a:lnSpc>
                        <a:spcBef>
                          <a:spcPts val="0"/>
                        </a:spcBef>
                        <a:spcAft>
                          <a:spcPts val="0"/>
                        </a:spcAft>
                        <a:buClr>
                          <a:schemeClr val="dk1"/>
                        </a:buClr>
                        <a:buSzPts val="900"/>
                        <a:buFont typeface="Arial"/>
                        <a:buChar char="•"/>
                      </a:pPr>
                      <a:r>
                        <a:rPr lang="en-GB" sz="900" b="0">
                          <a:solidFill>
                            <a:schemeClr val="dk1"/>
                          </a:solidFill>
                        </a:rPr>
                        <a:t>Increase customer value</a:t>
                      </a:r>
                      <a:r>
                        <a:rPr lang="en-GB" sz="900"/>
                        <a:t> with higher average product holdings / usage </a:t>
                      </a:r>
                      <a:endParaRPr/>
                    </a:p>
                    <a:p>
                      <a:pPr marL="171450" marR="0" lvl="0" indent="-171450" algn="l" rtl="0">
                        <a:spcBef>
                          <a:spcPts val="0"/>
                        </a:spcBef>
                        <a:spcAft>
                          <a:spcPts val="0"/>
                        </a:spcAft>
                        <a:buClr>
                          <a:schemeClr val="dk1"/>
                        </a:buClr>
                        <a:buSzPts val="900"/>
                        <a:buFont typeface="Arial"/>
                        <a:buChar char="•"/>
                      </a:pPr>
                      <a:r>
                        <a:rPr lang="en-GB" sz="900" b="0">
                          <a:solidFill>
                            <a:schemeClr val="dk1"/>
                          </a:solidFill>
                        </a:rPr>
                        <a:t>Capitalize on product / service wallet to speed up new market deployment  </a:t>
                      </a:r>
                      <a:endParaRPr/>
                    </a:p>
                    <a:p>
                      <a:pPr marL="171450" marR="0" lvl="0" indent="-171450" algn="l" rtl="0">
                        <a:spcBef>
                          <a:spcPts val="0"/>
                        </a:spcBef>
                        <a:spcAft>
                          <a:spcPts val="0"/>
                        </a:spcAft>
                        <a:buClr>
                          <a:schemeClr val="dk1"/>
                        </a:buClr>
                        <a:buSzPts val="900"/>
                        <a:buFont typeface="Arial"/>
                        <a:buChar char="•"/>
                      </a:pPr>
                      <a:r>
                        <a:rPr lang="en-GB" sz="900" b="0">
                          <a:solidFill>
                            <a:schemeClr val="dk1"/>
                          </a:solidFill>
                        </a:rPr>
                        <a:t>Increase customer loyalty </a:t>
                      </a:r>
                      <a:endParaRPr/>
                    </a:p>
                    <a:p>
                      <a:pPr marL="171450" marR="0" lvl="0" indent="-171450" algn="l" rtl="0">
                        <a:spcBef>
                          <a:spcPts val="0"/>
                        </a:spcBef>
                        <a:spcAft>
                          <a:spcPts val="0"/>
                        </a:spcAft>
                        <a:buClr>
                          <a:schemeClr val="dk1"/>
                        </a:buClr>
                        <a:buSzPts val="900"/>
                        <a:buFont typeface="Arial"/>
                        <a:buChar char="•"/>
                      </a:pPr>
                      <a:r>
                        <a:rPr lang="en-GB" sz="900" b="0">
                          <a:solidFill>
                            <a:schemeClr val="dk1"/>
                          </a:solidFill>
                        </a:rPr>
                        <a:t>Reduce customer attrition </a:t>
                      </a:r>
                      <a:endParaRPr/>
                    </a:p>
                    <a:p>
                      <a:pPr marL="171450" marR="0" lvl="0" indent="-171450" algn="l" rtl="0">
                        <a:spcBef>
                          <a:spcPts val="0"/>
                        </a:spcBef>
                        <a:spcAft>
                          <a:spcPts val="0"/>
                        </a:spcAft>
                        <a:buClr>
                          <a:schemeClr val="dk1"/>
                        </a:buClr>
                        <a:buSzPts val="900"/>
                        <a:buFont typeface="Arial"/>
                        <a:buChar char="•"/>
                      </a:pPr>
                      <a:r>
                        <a:rPr lang="en-GB" sz="900" b="0">
                          <a:solidFill>
                            <a:schemeClr val="dk1"/>
                          </a:solidFill>
                        </a:rPr>
                        <a:t>Increase overall organisation profitability </a:t>
                      </a:r>
                      <a:endParaRPr/>
                    </a:p>
                    <a:p>
                      <a:pPr marL="171450" marR="0" lvl="0" indent="-171450" algn="l" rtl="0">
                        <a:spcBef>
                          <a:spcPts val="0"/>
                        </a:spcBef>
                        <a:spcAft>
                          <a:spcPts val="0"/>
                        </a:spcAft>
                        <a:buClr>
                          <a:schemeClr val="dk1"/>
                        </a:buClr>
                        <a:buSzPts val="900"/>
                        <a:buFont typeface="Arial"/>
                        <a:buChar char="•"/>
                      </a:pPr>
                      <a:r>
                        <a:rPr lang="en-GB" sz="900" b="0">
                          <a:solidFill>
                            <a:schemeClr val="dk1"/>
                          </a:solidFill>
                        </a:rPr>
                        <a:t>Reduce customer replacement cost </a:t>
                      </a:r>
                      <a:endParaRPr sz="900" b="0">
                        <a:solidFill>
                          <a:schemeClr val="dk1"/>
                        </a:solidFill>
                      </a:endParaRPr>
                    </a:p>
                    <a:p>
                      <a:pPr marL="171450" marR="0" lvl="0" indent="-114300" algn="l" rtl="0">
                        <a:lnSpc>
                          <a:spcPct val="100000"/>
                        </a:lnSpc>
                        <a:spcBef>
                          <a:spcPts val="0"/>
                        </a:spcBef>
                        <a:spcAft>
                          <a:spcPts val="0"/>
                        </a:spcAft>
                        <a:buClr>
                          <a:schemeClr val="dk1"/>
                        </a:buClr>
                        <a:buSzPts val="900"/>
                        <a:buFont typeface="Arial"/>
                        <a:buNone/>
                      </a:pPr>
                      <a:endParaRPr sz="900"/>
                    </a:p>
                    <a:p>
                      <a:pPr marL="171450" marR="0" lvl="0" indent="-114300" algn="l" rtl="0">
                        <a:lnSpc>
                          <a:spcPct val="100000"/>
                        </a:lnSpc>
                        <a:spcBef>
                          <a:spcPts val="0"/>
                        </a:spcBef>
                        <a:spcAft>
                          <a:spcPts val="0"/>
                        </a:spcAft>
                        <a:buClr>
                          <a:schemeClr val="dk1"/>
                        </a:buClr>
                        <a:buSzPts val="900"/>
                        <a:buFont typeface="Arial"/>
                        <a:buNone/>
                      </a:pPr>
                      <a:endParaRPr sz="900" b="0">
                        <a:solidFill>
                          <a:schemeClr val="dk1"/>
                        </a:solidFill>
                        <a:latin typeface="Century Gothic"/>
                        <a:ea typeface="Century Gothic"/>
                        <a:cs typeface="Century Gothic"/>
                        <a:sym typeface="Century Gothic"/>
                      </a:endParaRPr>
                    </a:p>
                    <a:p>
                      <a:pPr marL="171450" marR="0" lvl="0" indent="-114300" algn="l" rtl="0">
                        <a:lnSpc>
                          <a:spcPct val="100000"/>
                        </a:lnSpc>
                        <a:spcBef>
                          <a:spcPts val="0"/>
                        </a:spcBef>
                        <a:spcAft>
                          <a:spcPts val="0"/>
                        </a:spcAft>
                        <a:buClr>
                          <a:schemeClr val="dk1"/>
                        </a:buClr>
                        <a:buSzPts val="900"/>
                        <a:buFont typeface="Arial"/>
                        <a:buNone/>
                      </a:pPr>
                      <a:endParaRPr sz="900">
                        <a:solidFill>
                          <a:schemeClr val="dk1"/>
                        </a:solidFill>
                        <a:latin typeface="Century Gothic"/>
                        <a:ea typeface="Century Gothic"/>
                        <a:cs typeface="Century Gothic"/>
                        <a:sym typeface="Century Gothic"/>
                      </a:endParaRPr>
                    </a:p>
                    <a:p>
                      <a:pPr marL="171450" marR="0" lvl="0" indent="-114300" algn="l" rtl="0">
                        <a:lnSpc>
                          <a:spcPct val="100000"/>
                        </a:lnSpc>
                        <a:spcBef>
                          <a:spcPts val="0"/>
                        </a:spcBef>
                        <a:spcAft>
                          <a:spcPts val="0"/>
                        </a:spcAft>
                        <a:buClr>
                          <a:schemeClr val="dk1"/>
                        </a:buClr>
                        <a:buSzPts val="900"/>
                        <a:buFont typeface="Arial"/>
                        <a:buNone/>
                      </a:pPr>
                      <a:endParaRPr sz="900">
                        <a:solidFill>
                          <a:schemeClr val="dk1"/>
                        </a:solidFill>
                        <a:latin typeface="Century Gothic"/>
                        <a:ea typeface="Century Gothic"/>
                        <a:cs typeface="Century Gothic"/>
                        <a:sym typeface="Century Gothic"/>
                      </a:endParaRPr>
                    </a:p>
                    <a:p>
                      <a:pPr marL="171450" marR="0" lvl="0" indent="-114300" algn="l" rtl="0">
                        <a:lnSpc>
                          <a:spcPct val="100000"/>
                        </a:lnSpc>
                        <a:spcBef>
                          <a:spcPts val="0"/>
                        </a:spcBef>
                        <a:spcAft>
                          <a:spcPts val="0"/>
                        </a:spcAft>
                        <a:buClr>
                          <a:schemeClr val="dk1"/>
                        </a:buClr>
                        <a:buSzPts val="900"/>
                        <a:buFont typeface="Arial"/>
                        <a:buNone/>
                      </a:pPr>
                      <a:endParaRPr sz="900">
                        <a:solidFill>
                          <a:schemeClr val="dk1"/>
                        </a:solidFill>
                        <a:latin typeface="Century Gothic"/>
                        <a:ea typeface="Century Gothic"/>
                        <a:cs typeface="Century Gothic"/>
                        <a:sym typeface="Century Gothic"/>
                      </a:endParaRPr>
                    </a:p>
                  </a:txBody>
                  <a:tcPr marL="46800" marR="4680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grpSp>
        <p:nvGrpSpPr>
          <p:cNvPr id="1704" name="Google Shape;1704;p108"/>
          <p:cNvGrpSpPr/>
          <p:nvPr/>
        </p:nvGrpSpPr>
        <p:grpSpPr>
          <a:xfrm>
            <a:off x="6681181" y="227746"/>
            <a:ext cx="2432605" cy="1508418"/>
            <a:chOff x="3241483" y="678377"/>
            <a:chExt cx="2432605" cy="1508418"/>
          </a:xfrm>
        </p:grpSpPr>
        <p:sp>
          <p:nvSpPr>
            <p:cNvPr id="1705" name="Google Shape;1705;p108"/>
            <p:cNvSpPr/>
            <p:nvPr/>
          </p:nvSpPr>
          <p:spPr>
            <a:xfrm>
              <a:off x="3241483" y="678377"/>
              <a:ext cx="2432605" cy="1508418"/>
            </a:xfrm>
            <a:prstGeom prst="rect">
              <a:avLst/>
            </a:prstGeom>
            <a:solidFill>
              <a:srgbClr val="FFFFFF"/>
            </a:solidFill>
            <a:ln w="22225" cap="flat" cmpd="sng">
              <a:solidFill>
                <a:srgbClr val="FFFFFF"/>
              </a:solidFill>
              <a:prstDash val="dot"/>
              <a:miter lim="800000"/>
              <a:headEnd type="none" w="sm" len="sm"/>
              <a:tailEnd type="none" w="sm" len="sm"/>
            </a:ln>
          </p:spPr>
          <p:txBody>
            <a:bodyPr spcFirstLastPara="1" wrap="square" lIns="36000" tIns="36000" rIns="36000" bIns="36000" anchor="t" anchorCtr="0">
              <a:noAutofit/>
            </a:bodyPr>
            <a:lstStyle/>
            <a:p>
              <a:pPr marL="0" marR="0" lvl="0" indent="0" algn="ctr" rtl="0">
                <a:lnSpc>
                  <a:spcPct val="95000"/>
                </a:lnSpc>
                <a:spcBef>
                  <a:spcPts val="0"/>
                </a:spcBef>
                <a:spcAft>
                  <a:spcPts val="0"/>
                </a:spcAft>
                <a:buClr>
                  <a:srgbClr val="FFFFFF"/>
                </a:buClr>
                <a:buSzPts val="1200"/>
                <a:buFont typeface="Century Gothic"/>
                <a:buNone/>
              </a:pPr>
              <a:br>
                <a:rPr lang="en-GB" sz="1200" b="1" i="0" u="none" strike="noStrike" cap="none">
                  <a:solidFill>
                    <a:srgbClr val="3C3C3B"/>
                  </a:solidFill>
                  <a:latin typeface="Century Gothic"/>
                  <a:ea typeface="Century Gothic"/>
                  <a:cs typeface="Century Gothic"/>
                  <a:sym typeface="Century Gothic"/>
                </a:rPr>
              </a:br>
              <a:endParaRPr sz="1200" b="1" i="0" u="none" strike="noStrike" cap="none">
                <a:solidFill>
                  <a:srgbClr val="3C3C3B"/>
                </a:solidFill>
                <a:latin typeface="Century Gothic"/>
                <a:ea typeface="Century Gothic"/>
                <a:cs typeface="Century Gothic"/>
                <a:sym typeface="Century Gothic"/>
              </a:endParaRPr>
            </a:p>
            <a:p>
              <a:pPr marL="0" marR="0" lvl="0" indent="0" algn="l" rtl="0">
                <a:lnSpc>
                  <a:spcPct val="95000"/>
                </a:lnSpc>
                <a:spcBef>
                  <a:spcPts val="0"/>
                </a:spcBef>
                <a:spcAft>
                  <a:spcPts val="0"/>
                </a:spcAft>
                <a:buClr>
                  <a:srgbClr val="FFFFFF"/>
                </a:buClr>
                <a:buSzPts val="1200"/>
                <a:buFont typeface="Century Gothic"/>
                <a:buNone/>
              </a:pPr>
              <a:br>
                <a:rPr lang="en-GB" sz="1200" b="1" i="0" u="none" strike="noStrike" cap="none">
                  <a:solidFill>
                    <a:srgbClr val="3C3C3B"/>
                  </a:solidFill>
                  <a:latin typeface="Century Gothic"/>
                  <a:ea typeface="Century Gothic"/>
                  <a:cs typeface="Century Gothic"/>
                  <a:sym typeface="Century Gothic"/>
                </a:rPr>
              </a:br>
              <a:endParaRPr sz="1000" b="1" i="0" u="none" strike="noStrike" cap="none">
                <a:solidFill>
                  <a:srgbClr val="3C3C3B"/>
                </a:solidFill>
                <a:latin typeface="Century Gothic"/>
                <a:ea typeface="Century Gothic"/>
                <a:cs typeface="Century Gothic"/>
                <a:sym typeface="Century Gothic"/>
              </a:endParaRPr>
            </a:p>
          </p:txBody>
        </p:sp>
        <p:grpSp>
          <p:nvGrpSpPr>
            <p:cNvPr id="1706" name="Google Shape;1706;p108"/>
            <p:cNvGrpSpPr/>
            <p:nvPr/>
          </p:nvGrpSpPr>
          <p:grpSpPr>
            <a:xfrm>
              <a:off x="3430680" y="814892"/>
              <a:ext cx="2230757" cy="1257815"/>
              <a:chOff x="6269745" y="1818918"/>
              <a:chExt cx="2825275" cy="1593033"/>
            </a:xfrm>
          </p:grpSpPr>
          <p:grpSp>
            <p:nvGrpSpPr>
              <p:cNvPr id="1707" name="Google Shape;1707;p108"/>
              <p:cNvGrpSpPr/>
              <p:nvPr/>
            </p:nvGrpSpPr>
            <p:grpSpPr>
              <a:xfrm>
                <a:off x="7216189" y="1999143"/>
                <a:ext cx="992955" cy="399680"/>
                <a:chOff x="1795630" y="3780481"/>
                <a:chExt cx="992955" cy="399680"/>
              </a:xfrm>
            </p:grpSpPr>
            <p:sp>
              <p:nvSpPr>
                <p:cNvPr id="1708" name="Google Shape;1708;p108"/>
                <p:cNvSpPr/>
                <p:nvPr/>
              </p:nvSpPr>
              <p:spPr>
                <a:xfrm>
                  <a:off x="1941288" y="3941602"/>
                  <a:ext cx="283523" cy="128647"/>
                </a:xfrm>
                <a:custGeom>
                  <a:avLst/>
                  <a:gdLst/>
                  <a:ahLst/>
                  <a:cxnLst/>
                  <a:rect l="l" t="t" r="r" b="b"/>
                  <a:pathLst>
                    <a:path w="246" h="111" extrusionOk="0">
                      <a:moveTo>
                        <a:pt x="225" y="0"/>
                      </a:moveTo>
                      <a:cubicBezTo>
                        <a:pt x="214" y="0"/>
                        <a:pt x="204" y="10"/>
                        <a:pt x="204" y="21"/>
                      </a:cubicBezTo>
                      <a:cubicBezTo>
                        <a:pt x="204" y="25"/>
                        <a:pt x="206" y="29"/>
                        <a:pt x="208" y="33"/>
                      </a:cubicBezTo>
                      <a:cubicBezTo>
                        <a:pt x="157" y="74"/>
                        <a:pt x="157" y="74"/>
                        <a:pt x="157" y="74"/>
                      </a:cubicBezTo>
                      <a:cubicBezTo>
                        <a:pt x="153" y="71"/>
                        <a:pt x="148" y="69"/>
                        <a:pt x="143" y="69"/>
                      </a:cubicBezTo>
                      <a:cubicBezTo>
                        <a:pt x="137" y="69"/>
                        <a:pt x="131" y="71"/>
                        <a:pt x="128" y="75"/>
                      </a:cubicBezTo>
                      <a:cubicBezTo>
                        <a:pt x="86" y="46"/>
                        <a:pt x="86" y="46"/>
                        <a:pt x="86" y="46"/>
                      </a:cubicBezTo>
                      <a:cubicBezTo>
                        <a:pt x="87" y="43"/>
                        <a:pt x="88" y="40"/>
                        <a:pt x="88" y="37"/>
                      </a:cubicBezTo>
                      <a:cubicBezTo>
                        <a:pt x="88" y="25"/>
                        <a:pt x="78" y="16"/>
                        <a:pt x="67" y="16"/>
                      </a:cubicBezTo>
                      <a:cubicBezTo>
                        <a:pt x="55" y="16"/>
                        <a:pt x="46" y="25"/>
                        <a:pt x="46" y="37"/>
                      </a:cubicBezTo>
                      <a:cubicBezTo>
                        <a:pt x="46" y="40"/>
                        <a:pt x="46" y="42"/>
                        <a:pt x="47" y="45"/>
                      </a:cubicBezTo>
                      <a:cubicBezTo>
                        <a:pt x="0" y="74"/>
                        <a:pt x="0" y="74"/>
                        <a:pt x="0" y="74"/>
                      </a:cubicBezTo>
                      <a:cubicBezTo>
                        <a:pt x="4" y="80"/>
                        <a:pt x="4" y="80"/>
                        <a:pt x="4" y="80"/>
                      </a:cubicBezTo>
                      <a:cubicBezTo>
                        <a:pt x="51" y="51"/>
                        <a:pt x="51" y="51"/>
                        <a:pt x="51" y="51"/>
                      </a:cubicBezTo>
                      <a:cubicBezTo>
                        <a:pt x="55" y="55"/>
                        <a:pt x="61" y="58"/>
                        <a:pt x="67" y="58"/>
                      </a:cubicBezTo>
                      <a:cubicBezTo>
                        <a:pt x="73" y="58"/>
                        <a:pt x="78" y="55"/>
                        <a:pt x="82" y="51"/>
                      </a:cubicBezTo>
                      <a:cubicBezTo>
                        <a:pt x="124" y="81"/>
                        <a:pt x="124" y="81"/>
                        <a:pt x="124" y="81"/>
                      </a:cubicBezTo>
                      <a:cubicBezTo>
                        <a:pt x="122" y="84"/>
                        <a:pt x="122" y="87"/>
                        <a:pt x="122" y="90"/>
                      </a:cubicBezTo>
                      <a:cubicBezTo>
                        <a:pt x="122" y="102"/>
                        <a:pt x="131" y="111"/>
                        <a:pt x="143" y="111"/>
                      </a:cubicBezTo>
                      <a:cubicBezTo>
                        <a:pt x="154" y="111"/>
                        <a:pt x="164" y="102"/>
                        <a:pt x="164" y="90"/>
                      </a:cubicBezTo>
                      <a:cubicBezTo>
                        <a:pt x="164" y="86"/>
                        <a:pt x="163" y="83"/>
                        <a:pt x="161" y="80"/>
                      </a:cubicBezTo>
                      <a:cubicBezTo>
                        <a:pt x="212" y="38"/>
                        <a:pt x="212" y="38"/>
                        <a:pt x="212" y="38"/>
                      </a:cubicBezTo>
                      <a:cubicBezTo>
                        <a:pt x="216" y="40"/>
                        <a:pt x="220" y="42"/>
                        <a:pt x="225" y="42"/>
                      </a:cubicBezTo>
                      <a:cubicBezTo>
                        <a:pt x="237" y="42"/>
                        <a:pt x="246" y="33"/>
                        <a:pt x="246" y="21"/>
                      </a:cubicBezTo>
                      <a:cubicBezTo>
                        <a:pt x="246" y="10"/>
                        <a:pt x="237" y="0"/>
                        <a:pt x="225" y="0"/>
                      </a:cubicBezTo>
                      <a:close/>
                    </a:path>
                  </a:pathLst>
                </a:custGeom>
                <a:solidFill>
                  <a:srgbClr val="CD391F">
                    <a:alpha val="69803"/>
                  </a:srgbClr>
                </a:solid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Century Gothic"/>
                    <a:buNone/>
                  </a:pPr>
                  <a:endParaRPr sz="1800" b="0" i="0" u="none" strike="noStrike" cap="none">
                    <a:solidFill>
                      <a:srgbClr val="3C3C3B"/>
                    </a:solidFill>
                    <a:latin typeface="Century Gothic"/>
                    <a:ea typeface="Century Gothic"/>
                    <a:cs typeface="Century Gothic"/>
                    <a:sym typeface="Century Gothic"/>
                  </a:endParaRPr>
                </a:p>
              </p:txBody>
            </p:sp>
            <p:sp>
              <p:nvSpPr>
                <p:cNvPr id="1709" name="Google Shape;1709;p108"/>
                <p:cNvSpPr/>
                <p:nvPr/>
              </p:nvSpPr>
              <p:spPr>
                <a:xfrm>
                  <a:off x="1795630" y="3780481"/>
                  <a:ext cx="992955" cy="399680"/>
                </a:xfrm>
                <a:custGeom>
                  <a:avLst/>
                  <a:gdLst/>
                  <a:ahLst/>
                  <a:cxnLst/>
                  <a:rect l="l" t="t" r="r" b="b"/>
                  <a:pathLst>
                    <a:path w="863" h="346" extrusionOk="0">
                      <a:moveTo>
                        <a:pt x="835" y="130"/>
                      </a:moveTo>
                      <a:cubicBezTo>
                        <a:pt x="814" y="55"/>
                        <a:pt x="739" y="0"/>
                        <a:pt x="651" y="0"/>
                      </a:cubicBezTo>
                      <a:cubicBezTo>
                        <a:pt x="592" y="0"/>
                        <a:pt x="540" y="24"/>
                        <a:pt x="505" y="61"/>
                      </a:cubicBezTo>
                      <a:cubicBezTo>
                        <a:pt x="505" y="61"/>
                        <a:pt x="470" y="90"/>
                        <a:pt x="431" y="90"/>
                      </a:cubicBezTo>
                      <a:cubicBezTo>
                        <a:pt x="393" y="90"/>
                        <a:pt x="358" y="61"/>
                        <a:pt x="358" y="61"/>
                      </a:cubicBezTo>
                      <a:cubicBezTo>
                        <a:pt x="323" y="24"/>
                        <a:pt x="271" y="0"/>
                        <a:pt x="212" y="0"/>
                      </a:cubicBezTo>
                      <a:cubicBezTo>
                        <a:pt x="123" y="0"/>
                        <a:pt x="49" y="55"/>
                        <a:pt x="28" y="130"/>
                      </a:cubicBezTo>
                      <a:cubicBezTo>
                        <a:pt x="0" y="130"/>
                        <a:pt x="0" y="130"/>
                        <a:pt x="0" y="130"/>
                      </a:cubicBezTo>
                      <a:cubicBezTo>
                        <a:pt x="0" y="215"/>
                        <a:pt x="0" y="215"/>
                        <a:pt x="0" y="215"/>
                      </a:cubicBezTo>
                      <a:cubicBezTo>
                        <a:pt x="28" y="215"/>
                        <a:pt x="28" y="215"/>
                        <a:pt x="28" y="215"/>
                      </a:cubicBezTo>
                      <a:cubicBezTo>
                        <a:pt x="49" y="290"/>
                        <a:pt x="123" y="346"/>
                        <a:pt x="212" y="346"/>
                      </a:cubicBezTo>
                      <a:cubicBezTo>
                        <a:pt x="289" y="346"/>
                        <a:pt x="355" y="305"/>
                        <a:pt x="385" y="246"/>
                      </a:cubicBezTo>
                      <a:cubicBezTo>
                        <a:pt x="400" y="217"/>
                        <a:pt x="430" y="212"/>
                        <a:pt x="431" y="211"/>
                      </a:cubicBezTo>
                      <a:cubicBezTo>
                        <a:pt x="433" y="212"/>
                        <a:pt x="463" y="217"/>
                        <a:pt x="478" y="246"/>
                      </a:cubicBezTo>
                      <a:cubicBezTo>
                        <a:pt x="508" y="305"/>
                        <a:pt x="574" y="346"/>
                        <a:pt x="651" y="346"/>
                      </a:cubicBezTo>
                      <a:cubicBezTo>
                        <a:pt x="739" y="346"/>
                        <a:pt x="814" y="290"/>
                        <a:pt x="835" y="215"/>
                      </a:cubicBezTo>
                      <a:cubicBezTo>
                        <a:pt x="863" y="215"/>
                        <a:pt x="863" y="215"/>
                        <a:pt x="863" y="215"/>
                      </a:cubicBezTo>
                      <a:cubicBezTo>
                        <a:pt x="863" y="130"/>
                        <a:pt x="863" y="130"/>
                        <a:pt x="863" y="130"/>
                      </a:cubicBezTo>
                      <a:lnTo>
                        <a:pt x="835" y="130"/>
                      </a:lnTo>
                      <a:close/>
                      <a:moveTo>
                        <a:pt x="212" y="309"/>
                      </a:moveTo>
                      <a:cubicBezTo>
                        <a:pt x="127" y="309"/>
                        <a:pt x="59" y="248"/>
                        <a:pt x="59" y="173"/>
                      </a:cubicBezTo>
                      <a:cubicBezTo>
                        <a:pt x="59" y="98"/>
                        <a:pt x="127" y="36"/>
                        <a:pt x="212" y="36"/>
                      </a:cubicBezTo>
                      <a:cubicBezTo>
                        <a:pt x="297" y="36"/>
                        <a:pt x="366" y="98"/>
                        <a:pt x="366" y="173"/>
                      </a:cubicBezTo>
                      <a:cubicBezTo>
                        <a:pt x="366" y="248"/>
                        <a:pt x="297" y="309"/>
                        <a:pt x="212" y="309"/>
                      </a:cubicBezTo>
                      <a:close/>
                      <a:moveTo>
                        <a:pt x="761" y="268"/>
                      </a:moveTo>
                      <a:cubicBezTo>
                        <a:pt x="761" y="111"/>
                        <a:pt x="761" y="111"/>
                        <a:pt x="761" y="111"/>
                      </a:cubicBezTo>
                      <a:cubicBezTo>
                        <a:pt x="703" y="111"/>
                        <a:pt x="703" y="111"/>
                        <a:pt x="703" y="111"/>
                      </a:cubicBezTo>
                      <a:cubicBezTo>
                        <a:pt x="703" y="301"/>
                        <a:pt x="703" y="301"/>
                        <a:pt x="703" y="301"/>
                      </a:cubicBezTo>
                      <a:cubicBezTo>
                        <a:pt x="696" y="304"/>
                        <a:pt x="688" y="306"/>
                        <a:pt x="680" y="307"/>
                      </a:cubicBezTo>
                      <a:cubicBezTo>
                        <a:pt x="680" y="165"/>
                        <a:pt x="680" y="165"/>
                        <a:pt x="680" y="165"/>
                      </a:cubicBezTo>
                      <a:cubicBezTo>
                        <a:pt x="622" y="165"/>
                        <a:pt x="622" y="165"/>
                        <a:pt x="622" y="165"/>
                      </a:cubicBezTo>
                      <a:cubicBezTo>
                        <a:pt x="622" y="307"/>
                        <a:pt x="622" y="307"/>
                        <a:pt x="622" y="307"/>
                      </a:cubicBezTo>
                      <a:cubicBezTo>
                        <a:pt x="614" y="306"/>
                        <a:pt x="606" y="304"/>
                        <a:pt x="598" y="301"/>
                      </a:cubicBezTo>
                      <a:cubicBezTo>
                        <a:pt x="598" y="235"/>
                        <a:pt x="598" y="235"/>
                        <a:pt x="598" y="235"/>
                      </a:cubicBezTo>
                      <a:cubicBezTo>
                        <a:pt x="541" y="235"/>
                        <a:pt x="541" y="235"/>
                        <a:pt x="541" y="235"/>
                      </a:cubicBezTo>
                      <a:cubicBezTo>
                        <a:pt x="541" y="269"/>
                        <a:pt x="541" y="269"/>
                        <a:pt x="541" y="269"/>
                      </a:cubicBezTo>
                      <a:cubicBezTo>
                        <a:pt x="514" y="244"/>
                        <a:pt x="497" y="210"/>
                        <a:pt x="497" y="173"/>
                      </a:cubicBezTo>
                      <a:cubicBezTo>
                        <a:pt x="497" y="98"/>
                        <a:pt x="566" y="36"/>
                        <a:pt x="651" y="36"/>
                      </a:cubicBezTo>
                      <a:cubicBezTo>
                        <a:pt x="736" y="36"/>
                        <a:pt x="804" y="98"/>
                        <a:pt x="804" y="173"/>
                      </a:cubicBezTo>
                      <a:cubicBezTo>
                        <a:pt x="804" y="210"/>
                        <a:pt x="788" y="244"/>
                        <a:pt x="761" y="268"/>
                      </a:cubicBezTo>
                      <a:close/>
                    </a:path>
                  </a:pathLst>
                </a:custGeom>
                <a:solidFill>
                  <a:srgbClr val="CD391F">
                    <a:alpha val="69803"/>
                  </a:srgbClr>
                </a:solid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Century Gothic"/>
                    <a:buNone/>
                  </a:pPr>
                  <a:endParaRPr sz="1800" b="0" i="0" u="none" strike="noStrike" cap="none">
                    <a:solidFill>
                      <a:srgbClr val="3C3C3B"/>
                    </a:solidFill>
                    <a:latin typeface="Century Gothic"/>
                    <a:ea typeface="Century Gothic"/>
                    <a:cs typeface="Century Gothic"/>
                    <a:sym typeface="Century Gothic"/>
                  </a:endParaRPr>
                </a:p>
              </p:txBody>
            </p:sp>
          </p:grpSp>
          <p:grpSp>
            <p:nvGrpSpPr>
              <p:cNvPr id="1710" name="Google Shape;1710;p108"/>
              <p:cNvGrpSpPr/>
              <p:nvPr/>
            </p:nvGrpSpPr>
            <p:grpSpPr>
              <a:xfrm>
                <a:off x="8395782" y="1818918"/>
                <a:ext cx="582035" cy="745654"/>
                <a:chOff x="6632575" y="6389688"/>
                <a:chExt cx="739775" cy="947737"/>
              </a:xfrm>
            </p:grpSpPr>
            <p:sp>
              <p:nvSpPr>
                <p:cNvPr id="1711" name="Google Shape;1711;p108"/>
                <p:cNvSpPr/>
                <p:nvPr/>
              </p:nvSpPr>
              <p:spPr>
                <a:xfrm>
                  <a:off x="6632575" y="6389688"/>
                  <a:ext cx="739775" cy="947737"/>
                </a:xfrm>
                <a:custGeom>
                  <a:avLst/>
                  <a:gdLst/>
                  <a:ahLst/>
                  <a:cxnLst/>
                  <a:rect l="l" t="t" r="r" b="b"/>
                  <a:pathLst>
                    <a:path w="613" h="784" extrusionOk="0">
                      <a:moveTo>
                        <a:pt x="307" y="784"/>
                      </a:moveTo>
                      <a:cubicBezTo>
                        <a:pt x="158" y="784"/>
                        <a:pt x="0" y="746"/>
                        <a:pt x="0" y="675"/>
                      </a:cubicBezTo>
                      <a:cubicBezTo>
                        <a:pt x="0" y="109"/>
                        <a:pt x="0" y="109"/>
                        <a:pt x="0" y="109"/>
                      </a:cubicBezTo>
                      <a:cubicBezTo>
                        <a:pt x="0" y="38"/>
                        <a:pt x="158" y="0"/>
                        <a:pt x="307" y="0"/>
                      </a:cubicBezTo>
                      <a:cubicBezTo>
                        <a:pt x="455" y="0"/>
                        <a:pt x="613" y="38"/>
                        <a:pt x="613" y="109"/>
                      </a:cubicBezTo>
                      <a:cubicBezTo>
                        <a:pt x="613" y="675"/>
                        <a:pt x="613" y="675"/>
                        <a:pt x="613" y="675"/>
                      </a:cubicBezTo>
                      <a:cubicBezTo>
                        <a:pt x="613" y="746"/>
                        <a:pt x="455" y="784"/>
                        <a:pt x="307" y="784"/>
                      </a:cubicBezTo>
                      <a:close/>
                      <a:moveTo>
                        <a:pt x="307" y="26"/>
                      </a:moveTo>
                      <a:cubicBezTo>
                        <a:pt x="230" y="26"/>
                        <a:pt x="157" y="36"/>
                        <a:pt x="103" y="54"/>
                      </a:cubicBezTo>
                      <a:cubicBezTo>
                        <a:pt x="55" y="69"/>
                        <a:pt x="27" y="90"/>
                        <a:pt x="27" y="109"/>
                      </a:cubicBezTo>
                      <a:cubicBezTo>
                        <a:pt x="27" y="675"/>
                        <a:pt x="27" y="675"/>
                        <a:pt x="27" y="675"/>
                      </a:cubicBezTo>
                      <a:cubicBezTo>
                        <a:pt x="27" y="693"/>
                        <a:pt x="55" y="714"/>
                        <a:pt x="103" y="730"/>
                      </a:cubicBezTo>
                      <a:cubicBezTo>
                        <a:pt x="157" y="747"/>
                        <a:pt x="230" y="757"/>
                        <a:pt x="307" y="757"/>
                      </a:cubicBezTo>
                      <a:cubicBezTo>
                        <a:pt x="384" y="757"/>
                        <a:pt x="456" y="747"/>
                        <a:pt x="510" y="730"/>
                      </a:cubicBezTo>
                      <a:cubicBezTo>
                        <a:pt x="558" y="714"/>
                        <a:pt x="587" y="693"/>
                        <a:pt x="587" y="675"/>
                      </a:cubicBezTo>
                      <a:cubicBezTo>
                        <a:pt x="587" y="109"/>
                        <a:pt x="587" y="109"/>
                        <a:pt x="587" y="109"/>
                      </a:cubicBezTo>
                      <a:cubicBezTo>
                        <a:pt x="587" y="90"/>
                        <a:pt x="558" y="69"/>
                        <a:pt x="510" y="54"/>
                      </a:cubicBezTo>
                      <a:cubicBezTo>
                        <a:pt x="456" y="36"/>
                        <a:pt x="384" y="26"/>
                        <a:pt x="307" y="26"/>
                      </a:cubicBezTo>
                      <a:close/>
                    </a:path>
                  </a:pathLst>
                </a:custGeom>
                <a:solidFill>
                  <a:srgbClr val="CD391F">
                    <a:alpha val="69803"/>
                  </a:srgbClr>
                </a:solid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Century Gothic"/>
                    <a:buNone/>
                  </a:pPr>
                  <a:endParaRPr sz="1800" b="0" i="0" u="none" strike="noStrike" cap="none">
                    <a:solidFill>
                      <a:srgbClr val="3C3C3B"/>
                    </a:solidFill>
                    <a:latin typeface="Century Gothic"/>
                    <a:ea typeface="Century Gothic"/>
                    <a:cs typeface="Century Gothic"/>
                    <a:sym typeface="Century Gothic"/>
                  </a:endParaRPr>
                </a:p>
              </p:txBody>
            </p:sp>
            <p:sp>
              <p:nvSpPr>
                <p:cNvPr id="1712" name="Google Shape;1712;p108"/>
                <p:cNvSpPr/>
                <p:nvPr/>
              </p:nvSpPr>
              <p:spPr>
                <a:xfrm>
                  <a:off x="6732588" y="6604000"/>
                  <a:ext cx="530225" cy="509587"/>
                </a:xfrm>
                <a:custGeom>
                  <a:avLst/>
                  <a:gdLst/>
                  <a:ahLst/>
                  <a:cxnLst/>
                  <a:rect l="l" t="t" r="r" b="b"/>
                  <a:pathLst>
                    <a:path w="439" h="422" extrusionOk="0">
                      <a:moveTo>
                        <a:pt x="408" y="140"/>
                      </a:moveTo>
                      <a:cubicBezTo>
                        <a:pt x="391" y="140"/>
                        <a:pt x="377" y="154"/>
                        <a:pt x="377" y="171"/>
                      </a:cubicBezTo>
                      <a:cubicBezTo>
                        <a:pt x="377" y="173"/>
                        <a:pt x="378" y="174"/>
                        <a:pt x="378" y="176"/>
                      </a:cubicBezTo>
                      <a:cubicBezTo>
                        <a:pt x="272" y="217"/>
                        <a:pt x="272" y="217"/>
                        <a:pt x="272" y="217"/>
                      </a:cubicBezTo>
                      <a:cubicBezTo>
                        <a:pt x="259" y="193"/>
                        <a:pt x="234" y="176"/>
                        <a:pt x="205" y="175"/>
                      </a:cubicBezTo>
                      <a:cubicBezTo>
                        <a:pt x="201" y="119"/>
                        <a:pt x="201" y="119"/>
                        <a:pt x="201" y="119"/>
                      </a:cubicBezTo>
                      <a:cubicBezTo>
                        <a:pt x="229" y="114"/>
                        <a:pt x="250" y="90"/>
                        <a:pt x="250" y="60"/>
                      </a:cubicBezTo>
                      <a:cubicBezTo>
                        <a:pt x="250" y="27"/>
                        <a:pt x="223" y="0"/>
                        <a:pt x="190" y="0"/>
                      </a:cubicBezTo>
                      <a:cubicBezTo>
                        <a:pt x="157" y="0"/>
                        <a:pt x="130" y="27"/>
                        <a:pt x="130" y="60"/>
                      </a:cubicBezTo>
                      <a:cubicBezTo>
                        <a:pt x="130" y="68"/>
                        <a:pt x="132" y="75"/>
                        <a:pt x="134" y="82"/>
                      </a:cubicBezTo>
                      <a:cubicBezTo>
                        <a:pt x="55" y="123"/>
                        <a:pt x="55" y="123"/>
                        <a:pt x="55" y="123"/>
                      </a:cubicBezTo>
                      <a:cubicBezTo>
                        <a:pt x="49" y="116"/>
                        <a:pt x="41" y="112"/>
                        <a:pt x="31" y="112"/>
                      </a:cubicBezTo>
                      <a:cubicBezTo>
                        <a:pt x="14" y="112"/>
                        <a:pt x="0" y="125"/>
                        <a:pt x="0" y="142"/>
                      </a:cubicBezTo>
                      <a:cubicBezTo>
                        <a:pt x="0" y="160"/>
                        <a:pt x="14" y="173"/>
                        <a:pt x="31" y="173"/>
                      </a:cubicBezTo>
                      <a:cubicBezTo>
                        <a:pt x="48" y="173"/>
                        <a:pt x="62" y="160"/>
                        <a:pt x="62" y="142"/>
                      </a:cubicBezTo>
                      <a:cubicBezTo>
                        <a:pt x="62" y="140"/>
                        <a:pt x="62" y="137"/>
                        <a:pt x="61" y="135"/>
                      </a:cubicBezTo>
                      <a:cubicBezTo>
                        <a:pt x="140" y="94"/>
                        <a:pt x="140" y="94"/>
                        <a:pt x="140" y="94"/>
                      </a:cubicBezTo>
                      <a:cubicBezTo>
                        <a:pt x="151" y="109"/>
                        <a:pt x="168" y="119"/>
                        <a:pt x="188" y="120"/>
                      </a:cubicBezTo>
                      <a:cubicBezTo>
                        <a:pt x="192" y="176"/>
                        <a:pt x="192" y="176"/>
                        <a:pt x="192" y="176"/>
                      </a:cubicBezTo>
                      <a:cubicBezTo>
                        <a:pt x="156" y="182"/>
                        <a:pt x="128" y="213"/>
                        <a:pt x="128" y="251"/>
                      </a:cubicBezTo>
                      <a:cubicBezTo>
                        <a:pt x="128" y="293"/>
                        <a:pt x="162" y="327"/>
                        <a:pt x="204" y="327"/>
                      </a:cubicBezTo>
                      <a:cubicBezTo>
                        <a:pt x="225" y="327"/>
                        <a:pt x="244" y="318"/>
                        <a:pt x="258" y="304"/>
                      </a:cubicBezTo>
                      <a:cubicBezTo>
                        <a:pt x="321" y="356"/>
                        <a:pt x="321" y="356"/>
                        <a:pt x="321" y="356"/>
                      </a:cubicBezTo>
                      <a:cubicBezTo>
                        <a:pt x="317" y="362"/>
                        <a:pt x="315" y="370"/>
                        <a:pt x="315" y="378"/>
                      </a:cubicBezTo>
                      <a:cubicBezTo>
                        <a:pt x="315" y="402"/>
                        <a:pt x="334" y="422"/>
                        <a:pt x="358" y="422"/>
                      </a:cubicBezTo>
                      <a:cubicBezTo>
                        <a:pt x="382" y="422"/>
                        <a:pt x="402" y="402"/>
                        <a:pt x="402" y="378"/>
                      </a:cubicBezTo>
                      <a:cubicBezTo>
                        <a:pt x="402" y="354"/>
                        <a:pt x="382" y="335"/>
                        <a:pt x="358" y="335"/>
                      </a:cubicBezTo>
                      <a:cubicBezTo>
                        <a:pt x="347" y="335"/>
                        <a:pt x="337" y="339"/>
                        <a:pt x="329" y="346"/>
                      </a:cubicBezTo>
                      <a:cubicBezTo>
                        <a:pt x="266" y="294"/>
                        <a:pt x="266" y="294"/>
                        <a:pt x="266" y="294"/>
                      </a:cubicBezTo>
                      <a:cubicBezTo>
                        <a:pt x="275" y="282"/>
                        <a:pt x="280" y="267"/>
                        <a:pt x="280" y="251"/>
                      </a:cubicBezTo>
                      <a:cubicBezTo>
                        <a:pt x="280" y="244"/>
                        <a:pt x="279" y="237"/>
                        <a:pt x="277" y="230"/>
                      </a:cubicBezTo>
                      <a:cubicBezTo>
                        <a:pt x="383" y="188"/>
                        <a:pt x="383" y="188"/>
                        <a:pt x="383" y="188"/>
                      </a:cubicBezTo>
                      <a:cubicBezTo>
                        <a:pt x="388" y="197"/>
                        <a:pt x="398" y="202"/>
                        <a:pt x="408" y="202"/>
                      </a:cubicBezTo>
                      <a:cubicBezTo>
                        <a:pt x="425" y="202"/>
                        <a:pt x="439" y="188"/>
                        <a:pt x="439" y="171"/>
                      </a:cubicBezTo>
                      <a:cubicBezTo>
                        <a:pt x="439" y="154"/>
                        <a:pt x="425" y="140"/>
                        <a:pt x="408" y="140"/>
                      </a:cubicBezTo>
                      <a:close/>
                    </a:path>
                  </a:pathLst>
                </a:custGeom>
                <a:solidFill>
                  <a:srgbClr val="CD391F">
                    <a:alpha val="69803"/>
                  </a:srgbClr>
                </a:solid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Century Gothic"/>
                    <a:buNone/>
                  </a:pPr>
                  <a:endParaRPr sz="1800" b="0" i="0" u="none" strike="noStrike" cap="none">
                    <a:solidFill>
                      <a:srgbClr val="3C3C3B"/>
                    </a:solidFill>
                    <a:latin typeface="Century Gothic"/>
                    <a:ea typeface="Century Gothic"/>
                    <a:cs typeface="Century Gothic"/>
                    <a:sym typeface="Century Gothic"/>
                  </a:endParaRPr>
                </a:p>
              </p:txBody>
            </p:sp>
          </p:grpSp>
          <p:sp>
            <p:nvSpPr>
              <p:cNvPr id="1713" name="Google Shape;1713;p108"/>
              <p:cNvSpPr/>
              <p:nvPr/>
            </p:nvSpPr>
            <p:spPr>
              <a:xfrm>
                <a:off x="8278580" y="2640132"/>
                <a:ext cx="816440" cy="751329"/>
              </a:xfrm>
              <a:custGeom>
                <a:avLst/>
                <a:gdLst/>
                <a:ahLst/>
                <a:cxnLst/>
                <a:rect l="l" t="t" r="r" b="b"/>
                <a:pathLst>
                  <a:path w="805" h="733" extrusionOk="0">
                    <a:moveTo>
                      <a:pt x="456" y="617"/>
                    </a:moveTo>
                    <a:cubicBezTo>
                      <a:pt x="415" y="635"/>
                      <a:pt x="371" y="645"/>
                      <a:pt x="323" y="645"/>
                    </a:cubicBezTo>
                    <a:cubicBezTo>
                      <a:pt x="145" y="645"/>
                      <a:pt x="0" y="501"/>
                      <a:pt x="0" y="323"/>
                    </a:cubicBezTo>
                    <a:cubicBezTo>
                      <a:pt x="0" y="145"/>
                      <a:pt x="145" y="0"/>
                      <a:pt x="323" y="0"/>
                    </a:cubicBezTo>
                    <a:cubicBezTo>
                      <a:pt x="501" y="0"/>
                      <a:pt x="646" y="145"/>
                      <a:pt x="646" y="323"/>
                    </a:cubicBezTo>
                    <a:cubicBezTo>
                      <a:pt x="646" y="341"/>
                      <a:pt x="644" y="359"/>
                      <a:pt x="641" y="377"/>
                    </a:cubicBezTo>
                    <a:cubicBezTo>
                      <a:pt x="639" y="377"/>
                      <a:pt x="637" y="376"/>
                      <a:pt x="635" y="376"/>
                    </a:cubicBezTo>
                    <a:cubicBezTo>
                      <a:pt x="559" y="376"/>
                      <a:pt x="494" y="422"/>
                      <a:pt x="464" y="487"/>
                    </a:cubicBezTo>
                    <a:cubicBezTo>
                      <a:pt x="418" y="388"/>
                      <a:pt x="418" y="388"/>
                      <a:pt x="418" y="388"/>
                    </a:cubicBezTo>
                    <a:cubicBezTo>
                      <a:pt x="414" y="378"/>
                      <a:pt x="407" y="368"/>
                      <a:pt x="399" y="359"/>
                    </a:cubicBezTo>
                    <a:cubicBezTo>
                      <a:pt x="391" y="350"/>
                      <a:pt x="383" y="344"/>
                      <a:pt x="375" y="341"/>
                    </a:cubicBezTo>
                    <a:cubicBezTo>
                      <a:pt x="375" y="340"/>
                      <a:pt x="375" y="340"/>
                      <a:pt x="375" y="340"/>
                    </a:cubicBezTo>
                    <a:cubicBezTo>
                      <a:pt x="401" y="333"/>
                      <a:pt x="422" y="321"/>
                      <a:pt x="436" y="303"/>
                    </a:cubicBezTo>
                    <a:cubicBezTo>
                      <a:pt x="451" y="284"/>
                      <a:pt x="458" y="262"/>
                      <a:pt x="458" y="236"/>
                    </a:cubicBezTo>
                    <a:cubicBezTo>
                      <a:pt x="458" y="204"/>
                      <a:pt x="448" y="179"/>
                      <a:pt x="426" y="161"/>
                    </a:cubicBezTo>
                    <a:cubicBezTo>
                      <a:pt x="404" y="143"/>
                      <a:pt x="373" y="134"/>
                      <a:pt x="334" y="134"/>
                    </a:cubicBezTo>
                    <a:cubicBezTo>
                      <a:pt x="212" y="134"/>
                      <a:pt x="212" y="134"/>
                      <a:pt x="212" y="134"/>
                    </a:cubicBezTo>
                    <a:cubicBezTo>
                      <a:pt x="212" y="511"/>
                      <a:pt x="212" y="511"/>
                      <a:pt x="212" y="511"/>
                    </a:cubicBezTo>
                    <a:cubicBezTo>
                      <a:pt x="275" y="511"/>
                      <a:pt x="275" y="511"/>
                      <a:pt x="275" y="511"/>
                    </a:cubicBezTo>
                    <a:cubicBezTo>
                      <a:pt x="275" y="358"/>
                      <a:pt x="275" y="358"/>
                      <a:pt x="275" y="358"/>
                    </a:cubicBezTo>
                    <a:cubicBezTo>
                      <a:pt x="304" y="358"/>
                      <a:pt x="304" y="358"/>
                      <a:pt x="304" y="358"/>
                    </a:cubicBezTo>
                    <a:cubicBezTo>
                      <a:pt x="326" y="358"/>
                      <a:pt x="343" y="373"/>
                      <a:pt x="355" y="402"/>
                    </a:cubicBezTo>
                    <a:cubicBezTo>
                      <a:pt x="401" y="511"/>
                      <a:pt x="401" y="511"/>
                      <a:pt x="401" y="511"/>
                    </a:cubicBezTo>
                    <a:cubicBezTo>
                      <a:pt x="456" y="511"/>
                      <a:pt x="456" y="511"/>
                      <a:pt x="456" y="511"/>
                    </a:cubicBezTo>
                    <a:cubicBezTo>
                      <a:pt x="451" y="528"/>
                      <a:pt x="448" y="545"/>
                      <a:pt x="448" y="563"/>
                    </a:cubicBezTo>
                    <a:cubicBezTo>
                      <a:pt x="448" y="582"/>
                      <a:pt x="451" y="600"/>
                      <a:pt x="456" y="617"/>
                    </a:cubicBezTo>
                    <a:moveTo>
                      <a:pt x="375" y="201"/>
                    </a:moveTo>
                    <a:cubicBezTo>
                      <a:pt x="363" y="191"/>
                      <a:pt x="346" y="186"/>
                      <a:pt x="325" y="186"/>
                    </a:cubicBezTo>
                    <a:cubicBezTo>
                      <a:pt x="275" y="186"/>
                      <a:pt x="275" y="186"/>
                      <a:pt x="275" y="186"/>
                    </a:cubicBezTo>
                    <a:cubicBezTo>
                      <a:pt x="275" y="306"/>
                      <a:pt x="275" y="306"/>
                      <a:pt x="275" y="306"/>
                    </a:cubicBezTo>
                    <a:cubicBezTo>
                      <a:pt x="324" y="306"/>
                      <a:pt x="324" y="306"/>
                      <a:pt x="324" y="306"/>
                    </a:cubicBezTo>
                    <a:cubicBezTo>
                      <a:pt x="344" y="306"/>
                      <a:pt x="360" y="300"/>
                      <a:pt x="373" y="288"/>
                    </a:cubicBezTo>
                    <a:cubicBezTo>
                      <a:pt x="386" y="276"/>
                      <a:pt x="393" y="261"/>
                      <a:pt x="393" y="242"/>
                    </a:cubicBezTo>
                    <a:cubicBezTo>
                      <a:pt x="393" y="224"/>
                      <a:pt x="387" y="211"/>
                      <a:pt x="375" y="201"/>
                    </a:cubicBezTo>
                    <a:close/>
                    <a:moveTo>
                      <a:pt x="805" y="563"/>
                    </a:moveTo>
                    <a:cubicBezTo>
                      <a:pt x="805" y="657"/>
                      <a:pt x="729" y="733"/>
                      <a:pt x="635" y="733"/>
                    </a:cubicBezTo>
                    <a:cubicBezTo>
                      <a:pt x="541" y="733"/>
                      <a:pt x="465" y="657"/>
                      <a:pt x="465" y="563"/>
                    </a:cubicBezTo>
                    <a:cubicBezTo>
                      <a:pt x="465" y="470"/>
                      <a:pt x="541" y="393"/>
                      <a:pt x="635" y="393"/>
                    </a:cubicBezTo>
                    <a:cubicBezTo>
                      <a:pt x="729" y="393"/>
                      <a:pt x="805" y="470"/>
                      <a:pt x="805" y="563"/>
                    </a:cubicBezTo>
                    <a:close/>
                    <a:moveTo>
                      <a:pt x="772" y="563"/>
                    </a:moveTo>
                    <a:cubicBezTo>
                      <a:pt x="772" y="488"/>
                      <a:pt x="710" y="427"/>
                      <a:pt x="635" y="427"/>
                    </a:cubicBezTo>
                    <a:cubicBezTo>
                      <a:pt x="560" y="427"/>
                      <a:pt x="499" y="488"/>
                      <a:pt x="499" y="563"/>
                    </a:cubicBezTo>
                    <a:cubicBezTo>
                      <a:pt x="499" y="639"/>
                      <a:pt x="560" y="700"/>
                      <a:pt x="635" y="700"/>
                    </a:cubicBezTo>
                    <a:cubicBezTo>
                      <a:pt x="710" y="700"/>
                      <a:pt x="772" y="639"/>
                      <a:pt x="772" y="563"/>
                    </a:cubicBezTo>
                    <a:close/>
                    <a:moveTo>
                      <a:pt x="600" y="616"/>
                    </a:moveTo>
                    <a:cubicBezTo>
                      <a:pt x="600" y="596"/>
                      <a:pt x="600" y="596"/>
                      <a:pt x="600" y="596"/>
                    </a:cubicBezTo>
                    <a:cubicBezTo>
                      <a:pt x="542" y="566"/>
                      <a:pt x="542" y="566"/>
                      <a:pt x="542" y="566"/>
                    </a:cubicBezTo>
                    <a:cubicBezTo>
                      <a:pt x="542" y="565"/>
                      <a:pt x="542" y="565"/>
                      <a:pt x="542" y="565"/>
                    </a:cubicBezTo>
                    <a:cubicBezTo>
                      <a:pt x="600" y="532"/>
                      <a:pt x="600" y="532"/>
                      <a:pt x="600" y="532"/>
                    </a:cubicBezTo>
                    <a:cubicBezTo>
                      <a:pt x="600" y="513"/>
                      <a:pt x="600" y="513"/>
                      <a:pt x="600" y="513"/>
                    </a:cubicBezTo>
                    <a:cubicBezTo>
                      <a:pt x="519" y="561"/>
                      <a:pt x="519" y="561"/>
                      <a:pt x="519" y="561"/>
                    </a:cubicBezTo>
                    <a:cubicBezTo>
                      <a:pt x="519" y="572"/>
                      <a:pt x="519" y="572"/>
                      <a:pt x="519" y="572"/>
                    </a:cubicBezTo>
                    <a:lnTo>
                      <a:pt x="600" y="616"/>
                    </a:lnTo>
                    <a:close/>
                    <a:moveTo>
                      <a:pt x="677" y="479"/>
                    </a:moveTo>
                    <a:cubicBezTo>
                      <a:pt x="657" y="479"/>
                      <a:pt x="657" y="479"/>
                      <a:pt x="657" y="479"/>
                    </a:cubicBezTo>
                    <a:cubicBezTo>
                      <a:pt x="595" y="650"/>
                      <a:pt x="595" y="650"/>
                      <a:pt x="595" y="650"/>
                    </a:cubicBezTo>
                    <a:cubicBezTo>
                      <a:pt x="614" y="650"/>
                      <a:pt x="614" y="650"/>
                      <a:pt x="614" y="650"/>
                    </a:cubicBezTo>
                    <a:lnTo>
                      <a:pt x="677" y="479"/>
                    </a:lnTo>
                    <a:close/>
                    <a:moveTo>
                      <a:pt x="754" y="571"/>
                    </a:moveTo>
                    <a:cubicBezTo>
                      <a:pt x="754" y="560"/>
                      <a:pt x="754" y="560"/>
                      <a:pt x="754" y="560"/>
                    </a:cubicBezTo>
                    <a:cubicBezTo>
                      <a:pt x="673" y="512"/>
                      <a:pt x="673" y="512"/>
                      <a:pt x="673" y="512"/>
                    </a:cubicBezTo>
                    <a:cubicBezTo>
                      <a:pt x="673" y="532"/>
                      <a:pt x="673" y="532"/>
                      <a:pt x="673" y="532"/>
                    </a:cubicBezTo>
                    <a:cubicBezTo>
                      <a:pt x="732" y="565"/>
                      <a:pt x="732" y="565"/>
                      <a:pt x="732" y="565"/>
                    </a:cubicBezTo>
                    <a:cubicBezTo>
                      <a:pt x="732" y="566"/>
                      <a:pt x="732" y="566"/>
                      <a:pt x="732" y="566"/>
                    </a:cubicBezTo>
                    <a:cubicBezTo>
                      <a:pt x="673" y="595"/>
                      <a:pt x="673" y="595"/>
                      <a:pt x="673" y="595"/>
                    </a:cubicBezTo>
                    <a:cubicBezTo>
                      <a:pt x="673" y="615"/>
                      <a:pt x="673" y="615"/>
                      <a:pt x="673" y="615"/>
                    </a:cubicBezTo>
                    <a:lnTo>
                      <a:pt x="754" y="571"/>
                    </a:lnTo>
                    <a:close/>
                  </a:path>
                </a:pathLst>
              </a:custGeom>
              <a:solidFill>
                <a:srgbClr val="CD391F">
                  <a:alpha val="69803"/>
                </a:srgb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Century Gothic"/>
                  <a:buNone/>
                </a:pPr>
                <a:endParaRPr sz="1800" b="0" i="0" u="none" strike="noStrike" cap="none">
                  <a:solidFill>
                    <a:srgbClr val="3C3C3B"/>
                  </a:solidFill>
                  <a:latin typeface="Century Gothic"/>
                  <a:ea typeface="Century Gothic"/>
                  <a:cs typeface="Century Gothic"/>
                  <a:sym typeface="Century Gothic"/>
                </a:endParaRPr>
              </a:p>
            </p:txBody>
          </p:sp>
          <p:sp>
            <p:nvSpPr>
              <p:cNvPr id="1714" name="Google Shape;1714;p108"/>
              <p:cNvSpPr/>
              <p:nvPr/>
            </p:nvSpPr>
            <p:spPr>
              <a:xfrm>
                <a:off x="6269745" y="2637237"/>
                <a:ext cx="774716" cy="774714"/>
              </a:xfrm>
              <a:custGeom>
                <a:avLst/>
                <a:gdLst/>
                <a:ahLst/>
                <a:cxnLst/>
                <a:rect l="l" t="t" r="r" b="b"/>
                <a:pathLst>
                  <a:path w="568" h="568" extrusionOk="0">
                    <a:moveTo>
                      <a:pt x="284" y="0"/>
                    </a:moveTo>
                    <a:cubicBezTo>
                      <a:pt x="128" y="0"/>
                      <a:pt x="0" y="128"/>
                      <a:pt x="0" y="284"/>
                    </a:cubicBezTo>
                    <a:cubicBezTo>
                      <a:pt x="0" y="440"/>
                      <a:pt x="128" y="568"/>
                      <a:pt x="284" y="568"/>
                    </a:cubicBezTo>
                    <a:cubicBezTo>
                      <a:pt x="440" y="568"/>
                      <a:pt x="568" y="440"/>
                      <a:pt x="568" y="284"/>
                    </a:cubicBezTo>
                    <a:cubicBezTo>
                      <a:pt x="568" y="128"/>
                      <a:pt x="440" y="0"/>
                      <a:pt x="284" y="0"/>
                    </a:cubicBezTo>
                    <a:close/>
                    <a:moveTo>
                      <a:pt x="538" y="200"/>
                    </a:moveTo>
                    <a:cubicBezTo>
                      <a:pt x="522" y="203"/>
                      <a:pt x="482" y="210"/>
                      <a:pt x="430" y="228"/>
                    </a:cubicBezTo>
                    <a:cubicBezTo>
                      <a:pt x="422" y="213"/>
                      <a:pt x="406" y="204"/>
                      <a:pt x="389" y="204"/>
                    </a:cubicBezTo>
                    <a:cubicBezTo>
                      <a:pt x="382" y="204"/>
                      <a:pt x="375" y="206"/>
                      <a:pt x="369" y="208"/>
                    </a:cubicBezTo>
                    <a:cubicBezTo>
                      <a:pt x="347" y="182"/>
                      <a:pt x="320" y="161"/>
                      <a:pt x="293" y="144"/>
                    </a:cubicBezTo>
                    <a:cubicBezTo>
                      <a:pt x="295" y="139"/>
                      <a:pt x="296" y="134"/>
                      <a:pt x="296" y="128"/>
                    </a:cubicBezTo>
                    <a:cubicBezTo>
                      <a:pt x="296" y="112"/>
                      <a:pt x="288" y="97"/>
                      <a:pt x="275" y="89"/>
                    </a:cubicBezTo>
                    <a:cubicBezTo>
                      <a:pt x="296" y="53"/>
                      <a:pt x="314" y="27"/>
                      <a:pt x="320" y="19"/>
                    </a:cubicBezTo>
                    <a:cubicBezTo>
                      <a:pt x="423" y="33"/>
                      <a:pt x="507" y="105"/>
                      <a:pt x="538" y="200"/>
                    </a:cubicBezTo>
                    <a:close/>
                    <a:moveTo>
                      <a:pt x="226" y="325"/>
                    </a:moveTo>
                    <a:cubicBezTo>
                      <a:pt x="218" y="320"/>
                      <a:pt x="209" y="317"/>
                      <a:pt x="199" y="317"/>
                    </a:cubicBezTo>
                    <a:cubicBezTo>
                      <a:pt x="198" y="317"/>
                      <a:pt x="198" y="317"/>
                      <a:pt x="197" y="317"/>
                    </a:cubicBezTo>
                    <a:cubicBezTo>
                      <a:pt x="198" y="310"/>
                      <a:pt x="198" y="303"/>
                      <a:pt x="199" y="296"/>
                    </a:cubicBezTo>
                    <a:cubicBezTo>
                      <a:pt x="203" y="253"/>
                      <a:pt x="217" y="211"/>
                      <a:pt x="233" y="172"/>
                    </a:cubicBezTo>
                    <a:cubicBezTo>
                      <a:pt x="238" y="174"/>
                      <a:pt x="243" y="175"/>
                      <a:pt x="249" y="175"/>
                    </a:cubicBezTo>
                    <a:cubicBezTo>
                      <a:pt x="265" y="175"/>
                      <a:pt x="279" y="167"/>
                      <a:pt x="288" y="155"/>
                    </a:cubicBezTo>
                    <a:cubicBezTo>
                      <a:pt x="313" y="170"/>
                      <a:pt x="338" y="190"/>
                      <a:pt x="359" y="215"/>
                    </a:cubicBezTo>
                    <a:cubicBezTo>
                      <a:pt x="349" y="223"/>
                      <a:pt x="342" y="236"/>
                      <a:pt x="342" y="251"/>
                    </a:cubicBezTo>
                    <a:cubicBezTo>
                      <a:pt x="342" y="254"/>
                      <a:pt x="342" y="258"/>
                      <a:pt x="343" y="261"/>
                    </a:cubicBezTo>
                    <a:cubicBezTo>
                      <a:pt x="306" y="278"/>
                      <a:pt x="266" y="299"/>
                      <a:pt x="226" y="325"/>
                    </a:cubicBezTo>
                    <a:close/>
                    <a:moveTo>
                      <a:pt x="307" y="17"/>
                    </a:moveTo>
                    <a:cubicBezTo>
                      <a:pt x="298" y="29"/>
                      <a:pt x="282" y="53"/>
                      <a:pt x="264" y="84"/>
                    </a:cubicBezTo>
                    <a:cubicBezTo>
                      <a:pt x="259" y="82"/>
                      <a:pt x="254" y="81"/>
                      <a:pt x="249" y="81"/>
                    </a:cubicBezTo>
                    <a:cubicBezTo>
                      <a:pt x="231" y="81"/>
                      <a:pt x="215" y="91"/>
                      <a:pt x="207" y="106"/>
                    </a:cubicBezTo>
                    <a:cubicBezTo>
                      <a:pt x="163" y="92"/>
                      <a:pt x="124" y="87"/>
                      <a:pt x="104" y="86"/>
                    </a:cubicBezTo>
                    <a:cubicBezTo>
                      <a:pt x="152" y="43"/>
                      <a:pt x="215" y="16"/>
                      <a:pt x="284" y="16"/>
                    </a:cubicBezTo>
                    <a:cubicBezTo>
                      <a:pt x="292" y="16"/>
                      <a:pt x="299" y="17"/>
                      <a:pt x="307" y="17"/>
                    </a:cubicBezTo>
                    <a:close/>
                    <a:moveTo>
                      <a:pt x="93" y="97"/>
                    </a:moveTo>
                    <a:cubicBezTo>
                      <a:pt x="104" y="98"/>
                      <a:pt x="149" y="101"/>
                      <a:pt x="203" y="117"/>
                    </a:cubicBezTo>
                    <a:cubicBezTo>
                      <a:pt x="202" y="121"/>
                      <a:pt x="202" y="124"/>
                      <a:pt x="202" y="128"/>
                    </a:cubicBezTo>
                    <a:cubicBezTo>
                      <a:pt x="202" y="144"/>
                      <a:pt x="210" y="158"/>
                      <a:pt x="222" y="167"/>
                    </a:cubicBezTo>
                    <a:cubicBezTo>
                      <a:pt x="206" y="207"/>
                      <a:pt x="192" y="251"/>
                      <a:pt x="187" y="294"/>
                    </a:cubicBezTo>
                    <a:cubicBezTo>
                      <a:pt x="186" y="303"/>
                      <a:pt x="186" y="311"/>
                      <a:pt x="185" y="319"/>
                    </a:cubicBezTo>
                    <a:cubicBezTo>
                      <a:pt x="166" y="325"/>
                      <a:pt x="152" y="343"/>
                      <a:pt x="152" y="364"/>
                    </a:cubicBezTo>
                    <a:cubicBezTo>
                      <a:pt x="152" y="369"/>
                      <a:pt x="153" y="375"/>
                      <a:pt x="155" y="380"/>
                    </a:cubicBezTo>
                    <a:cubicBezTo>
                      <a:pt x="129" y="402"/>
                      <a:pt x="103" y="428"/>
                      <a:pt x="80" y="456"/>
                    </a:cubicBezTo>
                    <a:cubicBezTo>
                      <a:pt x="40" y="410"/>
                      <a:pt x="16" y="350"/>
                      <a:pt x="16" y="284"/>
                    </a:cubicBezTo>
                    <a:cubicBezTo>
                      <a:pt x="16" y="211"/>
                      <a:pt x="46" y="145"/>
                      <a:pt x="93" y="97"/>
                    </a:cubicBezTo>
                    <a:close/>
                    <a:moveTo>
                      <a:pt x="88" y="465"/>
                    </a:moveTo>
                    <a:cubicBezTo>
                      <a:pt x="110" y="438"/>
                      <a:pt x="135" y="413"/>
                      <a:pt x="160" y="391"/>
                    </a:cubicBezTo>
                    <a:cubicBezTo>
                      <a:pt x="168" y="402"/>
                      <a:pt x="180" y="409"/>
                      <a:pt x="194" y="411"/>
                    </a:cubicBezTo>
                    <a:cubicBezTo>
                      <a:pt x="207" y="473"/>
                      <a:pt x="232" y="524"/>
                      <a:pt x="245" y="549"/>
                    </a:cubicBezTo>
                    <a:cubicBezTo>
                      <a:pt x="183" y="540"/>
                      <a:pt x="128" y="509"/>
                      <a:pt x="88" y="465"/>
                    </a:cubicBezTo>
                    <a:close/>
                    <a:moveTo>
                      <a:pt x="260" y="550"/>
                    </a:moveTo>
                    <a:cubicBezTo>
                      <a:pt x="249" y="531"/>
                      <a:pt x="221" y="478"/>
                      <a:pt x="206" y="410"/>
                    </a:cubicBezTo>
                    <a:cubicBezTo>
                      <a:pt x="229" y="407"/>
                      <a:pt x="246" y="388"/>
                      <a:pt x="246" y="364"/>
                    </a:cubicBezTo>
                    <a:cubicBezTo>
                      <a:pt x="246" y="352"/>
                      <a:pt x="242" y="342"/>
                      <a:pt x="235" y="334"/>
                    </a:cubicBezTo>
                    <a:cubicBezTo>
                      <a:pt x="273" y="309"/>
                      <a:pt x="311" y="288"/>
                      <a:pt x="347" y="272"/>
                    </a:cubicBezTo>
                    <a:cubicBezTo>
                      <a:pt x="355" y="288"/>
                      <a:pt x="371" y="298"/>
                      <a:pt x="389" y="298"/>
                    </a:cubicBezTo>
                    <a:cubicBezTo>
                      <a:pt x="395" y="298"/>
                      <a:pt x="401" y="297"/>
                      <a:pt x="406" y="295"/>
                    </a:cubicBezTo>
                    <a:cubicBezTo>
                      <a:pt x="429" y="356"/>
                      <a:pt x="434" y="429"/>
                      <a:pt x="419" y="515"/>
                    </a:cubicBezTo>
                    <a:cubicBezTo>
                      <a:pt x="379" y="538"/>
                      <a:pt x="333" y="552"/>
                      <a:pt x="284" y="552"/>
                    </a:cubicBezTo>
                    <a:cubicBezTo>
                      <a:pt x="276" y="552"/>
                      <a:pt x="268" y="551"/>
                      <a:pt x="260" y="550"/>
                    </a:cubicBezTo>
                    <a:close/>
                    <a:moveTo>
                      <a:pt x="433" y="506"/>
                    </a:moveTo>
                    <a:cubicBezTo>
                      <a:pt x="446" y="423"/>
                      <a:pt x="440" y="350"/>
                      <a:pt x="417" y="289"/>
                    </a:cubicBezTo>
                    <a:cubicBezTo>
                      <a:pt x="428" y="280"/>
                      <a:pt x="436" y="267"/>
                      <a:pt x="436" y="251"/>
                    </a:cubicBezTo>
                    <a:cubicBezTo>
                      <a:pt x="436" y="247"/>
                      <a:pt x="435" y="243"/>
                      <a:pt x="434" y="239"/>
                    </a:cubicBezTo>
                    <a:cubicBezTo>
                      <a:pt x="488" y="221"/>
                      <a:pt x="528" y="214"/>
                      <a:pt x="542" y="212"/>
                    </a:cubicBezTo>
                    <a:cubicBezTo>
                      <a:pt x="548" y="235"/>
                      <a:pt x="552" y="259"/>
                      <a:pt x="552" y="284"/>
                    </a:cubicBezTo>
                    <a:cubicBezTo>
                      <a:pt x="552" y="377"/>
                      <a:pt x="504" y="458"/>
                      <a:pt x="433" y="506"/>
                    </a:cubicBezTo>
                    <a:close/>
                  </a:path>
                </a:pathLst>
              </a:custGeom>
              <a:solidFill>
                <a:srgbClr val="CD391F">
                  <a:alpha val="69803"/>
                </a:srgb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Century Gothic"/>
                  <a:buNone/>
                </a:pPr>
                <a:endParaRPr sz="1800" b="0" i="0" u="none" strike="noStrike" cap="none">
                  <a:solidFill>
                    <a:srgbClr val="3C3C3B"/>
                  </a:solidFill>
                  <a:latin typeface="Century Gothic"/>
                  <a:ea typeface="Century Gothic"/>
                  <a:cs typeface="Century Gothic"/>
                  <a:sym typeface="Century Gothic"/>
                </a:endParaRPr>
              </a:p>
            </p:txBody>
          </p:sp>
          <p:sp>
            <p:nvSpPr>
              <p:cNvPr id="1715" name="Google Shape;1715;p108"/>
              <p:cNvSpPr/>
              <p:nvPr/>
            </p:nvSpPr>
            <p:spPr>
              <a:xfrm>
                <a:off x="7224175" y="2716464"/>
                <a:ext cx="854290" cy="614602"/>
              </a:xfrm>
              <a:custGeom>
                <a:avLst/>
                <a:gdLst/>
                <a:ahLst/>
                <a:cxnLst/>
                <a:rect l="l" t="t" r="r" b="b"/>
                <a:pathLst>
                  <a:path w="564" h="406" extrusionOk="0">
                    <a:moveTo>
                      <a:pt x="483" y="212"/>
                    </a:moveTo>
                    <a:cubicBezTo>
                      <a:pt x="486" y="231"/>
                      <a:pt x="503" y="245"/>
                      <a:pt x="523" y="245"/>
                    </a:cubicBezTo>
                    <a:cubicBezTo>
                      <a:pt x="546" y="245"/>
                      <a:pt x="564" y="227"/>
                      <a:pt x="564" y="204"/>
                    </a:cubicBezTo>
                    <a:cubicBezTo>
                      <a:pt x="564" y="181"/>
                      <a:pt x="546" y="163"/>
                      <a:pt x="523" y="163"/>
                    </a:cubicBezTo>
                    <a:cubicBezTo>
                      <a:pt x="503" y="163"/>
                      <a:pt x="487" y="177"/>
                      <a:pt x="483" y="196"/>
                    </a:cubicBezTo>
                    <a:cubicBezTo>
                      <a:pt x="330" y="196"/>
                      <a:pt x="330" y="196"/>
                      <a:pt x="330" y="196"/>
                    </a:cubicBezTo>
                    <a:cubicBezTo>
                      <a:pt x="328" y="186"/>
                      <a:pt x="324" y="176"/>
                      <a:pt x="318" y="169"/>
                    </a:cubicBezTo>
                    <a:cubicBezTo>
                      <a:pt x="404" y="49"/>
                      <a:pt x="404" y="49"/>
                      <a:pt x="404" y="49"/>
                    </a:cubicBezTo>
                    <a:cubicBezTo>
                      <a:pt x="483" y="49"/>
                      <a:pt x="483" y="49"/>
                      <a:pt x="483" y="49"/>
                    </a:cubicBezTo>
                    <a:cubicBezTo>
                      <a:pt x="486" y="68"/>
                      <a:pt x="503" y="82"/>
                      <a:pt x="523" y="82"/>
                    </a:cubicBezTo>
                    <a:cubicBezTo>
                      <a:pt x="546" y="82"/>
                      <a:pt x="564" y="64"/>
                      <a:pt x="564" y="41"/>
                    </a:cubicBezTo>
                    <a:cubicBezTo>
                      <a:pt x="564" y="18"/>
                      <a:pt x="546" y="0"/>
                      <a:pt x="523" y="0"/>
                    </a:cubicBezTo>
                    <a:cubicBezTo>
                      <a:pt x="503" y="0"/>
                      <a:pt x="486" y="14"/>
                      <a:pt x="483" y="33"/>
                    </a:cubicBezTo>
                    <a:cubicBezTo>
                      <a:pt x="396" y="33"/>
                      <a:pt x="396" y="33"/>
                      <a:pt x="396" y="33"/>
                    </a:cubicBezTo>
                    <a:cubicBezTo>
                      <a:pt x="305" y="159"/>
                      <a:pt x="305" y="159"/>
                      <a:pt x="305" y="159"/>
                    </a:cubicBezTo>
                    <a:cubicBezTo>
                      <a:pt x="298" y="155"/>
                      <a:pt x="289" y="152"/>
                      <a:pt x="280" y="152"/>
                    </a:cubicBezTo>
                    <a:cubicBezTo>
                      <a:pt x="272" y="152"/>
                      <a:pt x="264" y="154"/>
                      <a:pt x="258" y="157"/>
                    </a:cubicBezTo>
                    <a:cubicBezTo>
                      <a:pt x="168" y="33"/>
                      <a:pt x="168" y="33"/>
                      <a:pt x="168" y="33"/>
                    </a:cubicBezTo>
                    <a:cubicBezTo>
                      <a:pt x="81" y="33"/>
                      <a:pt x="81" y="33"/>
                      <a:pt x="81" y="33"/>
                    </a:cubicBezTo>
                    <a:cubicBezTo>
                      <a:pt x="78" y="14"/>
                      <a:pt x="61" y="0"/>
                      <a:pt x="41" y="0"/>
                    </a:cubicBezTo>
                    <a:cubicBezTo>
                      <a:pt x="18" y="0"/>
                      <a:pt x="0" y="18"/>
                      <a:pt x="0" y="41"/>
                    </a:cubicBezTo>
                    <a:cubicBezTo>
                      <a:pt x="0" y="64"/>
                      <a:pt x="18" y="82"/>
                      <a:pt x="41" y="82"/>
                    </a:cubicBezTo>
                    <a:cubicBezTo>
                      <a:pt x="61" y="82"/>
                      <a:pt x="78" y="68"/>
                      <a:pt x="81" y="49"/>
                    </a:cubicBezTo>
                    <a:cubicBezTo>
                      <a:pt x="160" y="49"/>
                      <a:pt x="160" y="49"/>
                      <a:pt x="160" y="49"/>
                    </a:cubicBezTo>
                    <a:cubicBezTo>
                      <a:pt x="245" y="167"/>
                      <a:pt x="245" y="167"/>
                      <a:pt x="245" y="167"/>
                    </a:cubicBezTo>
                    <a:cubicBezTo>
                      <a:pt x="237" y="174"/>
                      <a:pt x="232" y="184"/>
                      <a:pt x="230" y="196"/>
                    </a:cubicBezTo>
                    <a:cubicBezTo>
                      <a:pt x="81" y="196"/>
                      <a:pt x="81" y="196"/>
                      <a:pt x="81" y="196"/>
                    </a:cubicBezTo>
                    <a:cubicBezTo>
                      <a:pt x="77" y="177"/>
                      <a:pt x="61" y="163"/>
                      <a:pt x="41" y="163"/>
                    </a:cubicBezTo>
                    <a:cubicBezTo>
                      <a:pt x="18" y="163"/>
                      <a:pt x="0" y="181"/>
                      <a:pt x="0" y="204"/>
                    </a:cubicBezTo>
                    <a:cubicBezTo>
                      <a:pt x="0" y="227"/>
                      <a:pt x="18" y="245"/>
                      <a:pt x="41" y="245"/>
                    </a:cubicBezTo>
                    <a:cubicBezTo>
                      <a:pt x="61" y="245"/>
                      <a:pt x="78" y="231"/>
                      <a:pt x="81" y="212"/>
                    </a:cubicBezTo>
                    <a:cubicBezTo>
                      <a:pt x="231" y="212"/>
                      <a:pt x="231" y="212"/>
                      <a:pt x="231" y="212"/>
                    </a:cubicBezTo>
                    <a:cubicBezTo>
                      <a:pt x="233" y="222"/>
                      <a:pt x="238" y="231"/>
                      <a:pt x="246" y="238"/>
                    </a:cubicBezTo>
                    <a:cubicBezTo>
                      <a:pt x="160" y="357"/>
                      <a:pt x="160" y="357"/>
                      <a:pt x="160" y="357"/>
                    </a:cubicBezTo>
                    <a:cubicBezTo>
                      <a:pt x="81" y="357"/>
                      <a:pt x="81" y="357"/>
                      <a:pt x="81" y="357"/>
                    </a:cubicBezTo>
                    <a:cubicBezTo>
                      <a:pt x="78" y="338"/>
                      <a:pt x="61" y="324"/>
                      <a:pt x="41" y="324"/>
                    </a:cubicBezTo>
                    <a:cubicBezTo>
                      <a:pt x="18" y="324"/>
                      <a:pt x="0" y="342"/>
                      <a:pt x="0" y="365"/>
                    </a:cubicBezTo>
                    <a:cubicBezTo>
                      <a:pt x="0" y="388"/>
                      <a:pt x="18" y="406"/>
                      <a:pt x="41" y="406"/>
                    </a:cubicBezTo>
                    <a:cubicBezTo>
                      <a:pt x="61" y="406"/>
                      <a:pt x="78" y="392"/>
                      <a:pt x="81" y="373"/>
                    </a:cubicBezTo>
                    <a:cubicBezTo>
                      <a:pt x="168" y="373"/>
                      <a:pt x="168" y="373"/>
                      <a:pt x="168" y="373"/>
                    </a:cubicBezTo>
                    <a:cubicBezTo>
                      <a:pt x="259" y="247"/>
                      <a:pt x="259" y="247"/>
                      <a:pt x="259" y="247"/>
                    </a:cubicBezTo>
                    <a:cubicBezTo>
                      <a:pt x="265" y="250"/>
                      <a:pt x="272" y="252"/>
                      <a:pt x="280" y="252"/>
                    </a:cubicBezTo>
                    <a:cubicBezTo>
                      <a:pt x="289" y="252"/>
                      <a:pt x="297" y="250"/>
                      <a:pt x="304" y="246"/>
                    </a:cubicBezTo>
                    <a:cubicBezTo>
                      <a:pt x="396" y="373"/>
                      <a:pt x="396" y="373"/>
                      <a:pt x="396" y="373"/>
                    </a:cubicBezTo>
                    <a:cubicBezTo>
                      <a:pt x="483" y="373"/>
                      <a:pt x="483" y="373"/>
                      <a:pt x="483" y="373"/>
                    </a:cubicBezTo>
                    <a:cubicBezTo>
                      <a:pt x="486" y="392"/>
                      <a:pt x="503" y="406"/>
                      <a:pt x="523" y="406"/>
                    </a:cubicBezTo>
                    <a:cubicBezTo>
                      <a:pt x="546" y="406"/>
                      <a:pt x="564" y="388"/>
                      <a:pt x="564" y="365"/>
                    </a:cubicBezTo>
                    <a:cubicBezTo>
                      <a:pt x="564" y="342"/>
                      <a:pt x="546" y="324"/>
                      <a:pt x="523" y="324"/>
                    </a:cubicBezTo>
                    <a:cubicBezTo>
                      <a:pt x="503" y="324"/>
                      <a:pt x="486" y="338"/>
                      <a:pt x="483" y="357"/>
                    </a:cubicBezTo>
                    <a:cubicBezTo>
                      <a:pt x="404" y="357"/>
                      <a:pt x="404" y="357"/>
                      <a:pt x="404" y="357"/>
                    </a:cubicBezTo>
                    <a:cubicBezTo>
                      <a:pt x="317" y="236"/>
                      <a:pt x="317" y="236"/>
                      <a:pt x="317" y="236"/>
                    </a:cubicBezTo>
                    <a:cubicBezTo>
                      <a:pt x="323" y="229"/>
                      <a:pt x="327" y="221"/>
                      <a:pt x="329" y="212"/>
                    </a:cubicBezTo>
                    <a:lnTo>
                      <a:pt x="483" y="212"/>
                    </a:lnTo>
                    <a:close/>
                    <a:moveTo>
                      <a:pt x="523" y="179"/>
                    </a:moveTo>
                    <a:cubicBezTo>
                      <a:pt x="537" y="179"/>
                      <a:pt x="548" y="190"/>
                      <a:pt x="548" y="204"/>
                    </a:cubicBezTo>
                    <a:cubicBezTo>
                      <a:pt x="548" y="218"/>
                      <a:pt x="537" y="229"/>
                      <a:pt x="523" y="229"/>
                    </a:cubicBezTo>
                    <a:cubicBezTo>
                      <a:pt x="509" y="229"/>
                      <a:pt x="498" y="218"/>
                      <a:pt x="498" y="204"/>
                    </a:cubicBezTo>
                    <a:cubicBezTo>
                      <a:pt x="498" y="190"/>
                      <a:pt x="509" y="179"/>
                      <a:pt x="523" y="179"/>
                    </a:cubicBezTo>
                    <a:close/>
                    <a:moveTo>
                      <a:pt x="523" y="16"/>
                    </a:moveTo>
                    <a:cubicBezTo>
                      <a:pt x="537" y="16"/>
                      <a:pt x="548" y="27"/>
                      <a:pt x="548" y="41"/>
                    </a:cubicBezTo>
                    <a:cubicBezTo>
                      <a:pt x="548" y="55"/>
                      <a:pt x="537" y="66"/>
                      <a:pt x="523" y="66"/>
                    </a:cubicBezTo>
                    <a:cubicBezTo>
                      <a:pt x="509" y="66"/>
                      <a:pt x="498" y="55"/>
                      <a:pt x="498" y="41"/>
                    </a:cubicBezTo>
                    <a:cubicBezTo>
                      <a:pt x="498" y="27"/>
                      <a:pt x="509" y="16"/>
                      <a:pt x="523" y="16"/>
                    </a:cubicBezTo>
                    <a:close/>
                    <a:moveTo>
                      <a:pt x="41" y="66"/>
                    </a:moveTo>
                    <a:cubicBezTo>
                      <a:pt x="27" y="66"/>
                      <a:pt x="16" y="55"/>
                      <a:pt x="16" y="41"/>
                    </a:cubicBezTo>
                    <a:cubicBezTo>
                      <a:pt x="16" y="27"/>
                      <a:pt x="27" y="16"/>
                      <a:pt x="41" y="16"/>
                    </a:cubicBezTo>
                    <a:cubicBezTo>
                      <a:pt x="55" y="16"/>
                      <a:pt x="66" y="27"/>
                      <a:pt x="66" y="41"/>
                    </a:cubicBezTo>
                    <a:cubicBezTo>
                      <a:pt x="66" y="55"/>
                      <a:pt x="55" y="66"/>
                      <a:pt x="41" y="66"/>
                    </a:cubicBezTo>
                    <a:close/>
                    <a:moveTo>
                      <a:pt x="41" y="229"/>
                    </a:moveTo>
                    <a:cubicBezTo>
                      <a:pt x="27" y="229"/>
                      <a:pt x="16" y="218"/>
                      <a:pt x="16" y="204"/>
                    </a:cubicBezTo>
                    <a:cubicBezTo>
                      <a:pt x="16" y="190"/>
                      <a:pt x="27" y="179"/>
                      <a:pt x="41" y="179"/>
                    </a:cubicBezTo>
                    <a:cubicBezTo>
                      <a:pt x="55" y="179"/>
                      <a:pt x="66" y="190"/>
                      <a:pt x="66" y="204"/>
                    </a:cubicBezTo>
                    <a:cubicBezTo>
                      <a:pt x="66" y="218"/>
                      <a:pt x="55" y="229"/>
                      <a:pt x="41" y="229"/>
                    </a:cubicBezTo>
                    <a:close/>
                    <a:moveTo>
                      <a:pt x="41" y="390"/>
                    </a:moveTo>
                    <a:cubicBezTo>
                      <a:pt x="27" y="390"/>
                      <a:pt x="16" y="379"/>
                      <a:pt x="16" y="365"/>
                    </a:cubicBezTo>
                    <a:cubicBezTo>
                      <a:pt x="16" y="351"/>
                      <a:pt x="27" y="340"/>
                      <a:pt x="41" y="340"/>
                    </a:cubicBezTo>
                    <a:cubicBezTo>
                      <a:pt x="55" y="340"/>
                      <a:pt x="66" y="351"/>
                      <a:pt x="66" y="365"/>
                    </a:cubicBezTo>
                    <a:cubicBezTo>
                      <a:pt x="66" y="379"/>
                      <a:pt x="55" y="390"/>
                      <a:pt x="41" y="390"/>
                    </a:cubicBezTo>
                    <a:close/>
                    <a:moveTo>
                      <a:pt x="523" y="340"/>
                    </a:moveTo>
                    <a:cubicBezTo>
                      <a:pt x="537" y="340"/>
                      <a:pt x="548" y="351"/>
                      <a:pt x="548" y="365"/>
                    </a:cubicBezTo>
                    <a:cubicBezTo>
                      <a:pt x="548" y="379"/>
                      <a:pt x="537" y="390"/>
                      <a:pt x="523" y="390"/>
                    </a:cubicBezTo>
                    <a:cubicBezTo>
                      <a:pt x="509" y="390"/>
                      <a:pt x="498" y="379"/>
                      <a:pt x="498" y="365"/>
                    </a:cubicBezTo>
                    <a:cubicBezTo>
                      <a:pt x="498" y="351"/>
                      <a:pt x="509" y="340"/>
                      <a:pt x="523" y="340"/>
                    </a:cubicBezTo>
                    <a:close/>
                    <a:moveTo>
                      <a:pt x="246" y="202"/>
                    </a:moveTo>
                    <a:cubicBezTo>
                      <a:pt x="246" y="183"/>
                      <a:pt x="261" y="168"/>
                      <a:pt x="280" y="168"/>
                    </a:cubicBezTo>
                    <a:cubicBezTo>
                      <a:pt x="299" y="168"/>
                      <a:pt x="314" y="183"/>
                      <a:pt x="314" y="202"/>
                    </a:cubicBezTo>
                    <a:cubicBezTo>
                      <a:pt x="314" y="221"/>
                      <a:pt x="299" y="236"/>
                      <a:pt x="280" y="236"/>
                    </a:cubicBezTo>
                    <a:cubicBezTo>
                      <a:pt x="261" y="236"/>
                      <a:pt x="246" y="221"/>
                      <a:pt x="246" y="202"/>
                    </a:cubicBezTo>
                    <a:close/>
                  </a:path>
                </a:pathLst>
              </a:custGeom>
              <a:solidFill>
                <a:srgbClr val="CD391F">
                  <a:alpha val="69803"/>
                </a:srgb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Century Gothic"/>
                  <a:buNone/>
                </a:pPr>
                <a:endParaRPr sz="1800" b="0" i="0" u="none" strike="noStrike" cap="none">
                  <a:solidFill>
                    <a:srgbClr val="3C3C3B"/>
                  </a:solidFill>
                  <a:latin typeface="Century Gothic"/>
                  <a:ea typeface="Century Gothic"/>
                  <a:cs typeface="Century Gothic"/>
                  <a:sym typeface="Century Gothic"/>
                </a:endParaRPr>
              </a:p>
            </p:txBody>
          </p:sp>
          <p:sp>
            <p:nvSpPr>
              <p:cNvPr id="1716" name="Google Shape;1716;p108"/>
              <p:cNvSpPr/>
              <p:nvPr/>
            </p:nvSpPr>
            <p:spPr>
              <a:xfrm>
                <a:off x="6327765" y="1851893"/>
                <a:ext cx="697160" cy="712679"/>
              </a:xfrm>
              <a:custGeom>
                <a:avLst/>
                <a:gdLst/>
                <a:ahLst/>
                <a:cxnLst/>
                <a:rect l="l" t="t" r="r" b="b"/>
                <a:pathLst>
                  <a:path w="630" h="643" extrusionOk="0">
                    <a:moveTo>
                      <a:pt x="630" y="246"/>
                    </a:moveTo>
                    <a:cubicBezTo>
                      <a:pt x="630" y="257"/>
                      <a:pt x="621" y="266"/>
                      <a:pt x="610" y="266"/>
                    </a:cubicBezTo>
                    <a:cubicBezTo>
                      <a:pt x="313" y="266"/>
                      <a:pt x="313" y="266"/>
                      <a:pt x="313" y="266"/>
                    </a:cubicBezTo>
                    <a:cubicBezTo>
                      <a:pt x="313" y="551"/>
                      <a:pt x="313" y="551"/>
                      <a:pt x="313" y="551"/>
                    </a:cubicBezTo>
                    <a:cubicBezTo>
                      <a:pt x="313" y="643"/>
                      <a:pt x="313" y="643"/>
                      <a:pt x="313" y="643"/>
                    </a:cubicBezTo>
                    <a:cubicBezTo>
                      <a:pt x="275" y="559"/>
                      <a:pt x="275" y="559"/>
                      <a:pt x="275" y="559"/>
                    </a:cubicBezTo>
                    <a:cubicBezTo>
                      <a:pt x="275" y="559"/>
                      <a:pt x="275" y="559"/>
                      <a:pt x="275" y="559"/>
                    </a:cubicBezTo>
                    <a:cubicBezTo>
                      <a:pt x="141" y="266"/>
                      <a:pt x="141" y="266"/>
                      <a:pt x="141" y="266"/>
                    </a:cubicBezTo>
                    <a:cubicBezTo>
                      <a:pt x="20" y="266"/>
                      <a:pt x="20" y="266"/>
                      <a:pt x="20" y="266"/>
                    </a:cubicBezTo>
                    <a:cubicBezTo>
                      <a:pt x="9" y="266"/>
                      <a:pt x="0" y="257"/>
                      <a:pt x="0" y="246"/>
                    </a:cubicBezTo>
                    <a:cubicBezTo>
                      <a:pt x="0" y="234"/>
                      <a:pt x="9" y="226"/>
                      <a:pt x="20" y="226"/>
                    </a:cubicBezTo>
                    <a:cubicBezTo>
                      <a:pt x="153" y="226"/>
                      <a:pt x="153" y="226"/>
                      <a:pt x="153" y="226"/>
                    </a:cubicBezTo>
                    <a:cubicBezTo>
                      <a:pt x="161" y="226"/>
                      <a:pt x="168" y="230"/>
                      <a:pt x="172" y="237"/>
                    </a:cubicBezTo>
                    <a:cubicBezTo>
                      <a:pt x="273" y="459"/>
                      <a:pt x="273" y="459"/>
                      <a:pt x="273" y="459"/>
                    </a:cubicBezTo>
                    <a:cubicBezTo>
                      <a:pt x="273" y="246"/>
                      <a:pt x="273" y="246"/>
                      <a:pt x="273" y="246"/>
                    </a:cubicBezTo>
                    <a:cubicBezTo>
                      <a:pt x="273" y="234"/>
                      <a:pt x="282" y="226"/>
                      <a:pt x="293" y="226"/>
                    </a:cubicBezTo>
                    <a:cubicBezTo>
                      <a:pt x="610" y="226"/>
                      <a:pt x="610" y="226"/>
                      <a:pt x="610" y="226"/>
                    </a:cubicBezTo>
                    <a:cubicBezTo>
                      <a:pt x="621" y="226"/>
                      <a:pt x="630" y="234"/>
                      <a:pt x="630" y="246"/>
                    </a:cubicBezTo>
                    <a:close/>
                    <a:moveTo>
                      <a:pt x="56" y="138"/>
                    </a:moveTo>
                    <a:cubicBezTo>
                      <a:pt x="56" y="44"/>
                      <a:pt x="56" y="44"/>
                      <a:pt x="56" y="44"/>
                    </a:cubicBezTo>
                    <a:cubicBezTo>
                      <a:pt x="56" y="12"/>
                      <a:pt x="63" y="0"/>
                      <a:pt x="93" y="0"/>
                    </a:cubicBezTo>
                    <a:cubicBezTo>
                      <a:pt x="122" y="0"/>
                      <a:pt x="129" y="12"/>
                      <a:pt x="129" y="44"/>
                    </a:cubicBezTo>
                    <a:cubicBezTo>
                      <a:pt x="129" y="138"/>
                      <a:pt x="129" y="138"/>
                      <a:pt x="129" y="138"/>
                    </a:cubicBezTo>
                    <a:cubicBezTo>
                      <a:pt x="129" y="170"/>
                      <a:pt x="122" y="181"/>
                      <a:pt x="93" y="181"/>
                    </a:cubicBezTo>
                    <a:cubicBezTo>
                      <a:pt x="63" y="181"/>
                      <a:pt x="56" y="170"/>
                      <a:pt x="56" y="138"/>
                    </a:cubicBezTo>
                    <a:close/>
                    <a:moveTo>
                      <a:pt x="79" y="141"/>
                    </a:moveTo>
                    <a:cubicBezTo>
                      <a:pt x="79" y="153"/>
                      <a:pt x="79" y="164"/>
                      <a:pt x="93" y="164"/>
                    </a:cubicBezTo>
                    <a:cubicBezTo>
                      <a:pt x="106" y="164"/>
                      <a:pt x="106" y="153"/>
                      <a:pt x="106" y="141"/>
                    </a:cubicBezTo>
                    <a:cubicBezTo>
                      <a:pt x="106" y="40"/>
                      <a:pt x="106" y="40"/>
                      <a:pt x="106" y="40"/>
                    </a:cubicBezTo>
                    <a:cubicBezTo>
                      <a:pt x="106" y="29"/>
                      <a:pt x="106" y="18"/>
                      <a:pt x="93" y="18"/>
                    </a:cubicBezTo>
                    <a:cubicBezTo>
                      <a:pt x="79" y="18"/>
                      <a:pt x="79" y="29"/>
                      <a:pt x="79" y="40"/>
                    </a:cubicBezTo>
                    <a:lnTo>
                      <a:pt x="79" y="141"/>
                    </a:lnTo>
                    <a:close/>
                    <a:moveTo>
                      <a:pt x="178" y="35"/>
                    </a:moveTo>
                    <a:cubicBezTo>
                      <a:pt x="178" y="35"/>
                      <a:pt x="178" y="35"/>
                      <a:pt x="178" y="35"/>
                    </a:cubicBezTo>
                    <a:cubicBezTo>
                      <a:pt x="178" y="180"/>
                      <a:pt x="178" y="180"/>
                      <a:pt x="178" y="180"/>
                    </a:cubicBezTo>
                    <a:cubicBezTo>
                      <a:pt x="201" y="180"/>
                      <a:pt x="201" y="180"/>
                      <a:pt x="201" y="180"/>
                    </a:cubicBezTo>
                    <a:cubicBezTo>
                      <a:pt x="201" y="2"/>
                      <a:pt x="201" y="2"/>
                      <a:pt x="201" y="2"/>
                    </a:cubicBezTo>
                    <a:cubicBezTo>
                      <a:pt x="180" y="2"/>
                      <a:pt x="180" y="2"/>
                      <a:pt x="180" y="2"/>
                    </a:cubicBezTo>
                    <a:cubicBezTo>
                      <a:pt x="177" y="10"/>
                      <a:pt x="164" y="27"/>
                      <a:pt x="158" y="31"/>
                    </a:cubicBezTo>
                    <a:cubicBezTo>
                      <a:pt x="158" y="54"/>
                      <a:pt x="158" y="54"/>
                      <a:pt x="158" y="54"/>
                    </a:cubicBezTo>
                    <a:cubicBezTo>
                      <a:pt x="168" y="47"/>
                      <a:pt x="172" y="42"/>
                      <a:pt x="178" y="35"/>
                    </a:cubicBezTo>
                    <a:close/>
                    <a:moveTo>
                      <a:pt x="239" y="138"/>
                    </a:moveTo>
                    <a:cubicBezTo>
                      <a:pt x="239" y="44"/>
                      <a:pt x="239" y="44"/>
                      <a:pt x="239" y="44"/>
                    </a:cubicBezTo>
                    <a:cubicBezTo>
                      <a:pt x="239" y="12"/>
                      <a:pt x="247" y="0"/>
                      <a:pt x="276" y="0"/>
                    </a:cubicBezTo>
                    <a:cubicBezTo>
                      <a:pt x="306" y="0"/>
                      <a:pt x="313" y="12"/>
                      <a:pt x="313" y="44"/>
                    </a:cubicBezTo>
                    <a:cubicBezTo>
                      <a:pt x="313" y="138"/>
                      <a:pt x="313" y="138"/>
                      <a:pt x="313" y="138"/>
                    </a:cubicBezTo>
                    <a:cubicBezTo>
                      <a:pt x="313" y="170"/>
                      <a:pt x="306" y="181"/>
                      <a:pt x="276" y="181"/>
                    </a:cubicBezTo>
                    <a:cubicBezTo>
                      <a:pt x="247" y="181"/>
                      <a:pt x="239" y="170"/>
                      <a:pt x="239" y="138"/>
                    </a:cubicBezTo>
                    <a:close/>
                    <a:moveTo>
                      <a:pt x="263" y="141"/>
                    </a:moveTo>
                    <a:cubicBezTo>
                      <a:pt x="263" y="153"/>
                      <a:pt x="263" y="164"/>
                      <a:pt x="276" y="164"/>
                    </a:cubicBezTo>
                    <a:cubicBezTo>
                      <a:pt x="290" y="164"/>
                      <a:pt x="290" y="153"/>
                      <a:pt x="290" y="141"/>
                    </a:cubicBezTo>
                    <a:cubicBezTo>
                      <a:pt x="290" y="40"/>
                      <a:pt x="290" y="40"/>
                      <a:pt x="290" y="40"/>
                    </a:cubicBezTo>
                    <a:cubicBezTo>
                      <a:pt x="290" y="29"/>
                      <a:pt x="290" y="18"/>
                      <a:pt x="276" y="18"/>
                    </a:cubicBezTo>
                    <a:cubicBezTo>
                      <a:pt x="263" y="18"/>
                      <a:pt x="263" y="29"/>
                      <a:pt x="263" y="40"/>
                    </a:cubicBezTo>
                    <a:lnTo>
                      <a:pt x="263" y="141"/>
                    </a:lnTo>
                    <a:close/>
                    <a:moveTo>
                      <a:pt x="331" y="138"/>
                    </a:moveTo>
                    <a:cubicBezTo>
                      <a:pt x="331" y="44"/>
                      <a:pt x="331" y="44"/>
                      <a:pt x="331" y="44"/>
                    </a:cubicBezTo>
                    <a:cubicBezTo>
                      <a:pt x="331" y="12"/>
                      <a:pt x="339" y="0"/>
                      <a:pt x="368" y="0"/>
                    </a:cubicBezTo>
                    <a:cubicBezTo>
                      <a:pt x="397" y="0"/>
                      <a:pt x="405" y="12"/>
                      <a:pt x="405" y="44"/>
                    </a:cubicBezTo>
                    <a:cubicBezTo>
                      <a:pt x="405" y="138"/>
                      <a:pt x="405" y="138"/>
                      <a:pt x="405" y="138"/>
                    </a:cubicBezTo>
                    <a:cubicBezTo>
                      <a:pt x="405" y="170"/>
                      <a:pt x="397" y="181"/>
                      <a:pt x="368" y="181"/>
                    </a:cubicBezTo>
                    <a:cubicBezTo>
                      <a:pt x="339" y="181"/>
                      <a:pt x="331" y="170"/>
                      <a:pt x="331" y="138"/>
                    </a:cubicBezTo>
                    <a:close/>
                    <a:moveTo>
                      <a:pt x="354" y="141"/>
                    </a:moveTo>
                    <a:cubicBezTo>
                      <a:pt x="354" y="153"/>
                      <a:pt x="354" y="164"/>
                      <a:pt x="368" y="164"/>
                    </a:cubicBezTo>
                    <a:cubicBezTo>
                      <a:pt x="382" y="164"/>
                      <a:pt x="382" y="153"/>
                      <a:pt x="382" y="141"/>
                    </a:cubicBezTo>
                    <a:cubicBezTo>
                      <a:pt x="382" y="40"/>
                      <a:pt x="382" y="40"/>
                      <a:pt x="382" y="40"/>
                    </a:cubicBezTo>
                    <a:cubicBezTo>
                      <a:pt x="382" y="29"/>
                      <a:pt x="382" y="18"/>
                      <a:pt x="368" y="18"/>
                    </a:cubicBezTo>
                    <a:cubicBezTo>
                      <a:pt x="354" y="18"/>
                      <a:pt x="354" y="29"/>
                      <a:pt x="354" y="40"/>
                    </a:cubicBezTo>
                    <a:lnTo>
                      <a:pt x="354" y="141"/>
                    </a:lnTo>
                    <a:close/>
                    <a:moveTo>
                      <a:pt x="453" y="35"/>
                    </a:moveTo>
                    <a:cubicBezTo>
                      <a:pt x="453" y="35"/>
                      <a:pt x="453" y="35"/>
                      <a:pt x="453" y="35"/>
                    </a:cubicBezTo>
                    <a:cubicBezTo>
                      <a:pt x="453" y="180"/>
                      <a:pt x="453" y="180"/>
                      <a:pt x="453" y="180"/>
                    </a:cubicBezTo>
                    <a:cubicBezTo>
                      <a:pt x="476" y="180"/>
                      <a:pt x="476" y="180"/>
                      <a:pt x="476" y="180"/>
                    </a:cubicBezTo>
                    <a:cubicBezTo>
                      <a:pt x="476" y="2"/>
                      <a:pt x="476" y="2"/>
                      <a:pt x="476" y="2"/>
                    </a:cubicBezTo>
                    <a:cubicBezTo>
                      <a:pt x="456" y="2"/>
                      <a:pt x="456" y="2"/>
                      <a:pt x="456" y="2"/>
                    </a:cubicBezTo>
                    <a:cubicBezTo>
                      <a:pt x="453" y="10"/>
                      <a:pt x="439" y="27"/>
                      <a:pt x="434" y="31"/>
                    </a:cubicBezTo>
                    <a:cubicBezTo>
                      <a:pt x="434" y="54"/>
                      <a:pt x="434" y="54"/>
                      <a:pt x="434" y="54"/>
                    </a:cubicBezTo>
                    <a:cubicBezTo>
                      <a:pt x="443" y="47"/>
                      <a:pt x="448" y="42"/>
                      <a:pt x="453" y="35"/>
                    </a:cubicBezTo>
                    <a:close/>
                    <a:moveTo>
                      <a:pt x="515" y="138"/>
                    </a:moveTo>
                    <a:cubicBezTo>
                      <a:pt x="515" y="44"/>
                      <a:pt x="515" y="44"/>
                      <a:pt x="515" y="44"/>
                    </a:cubicBezTo>
                    <a:cubicBezTo>
                      <a:pt x="515" y="12"/>
                      <a:pt x="522" y="0"/>
                      <a:pt x="551" y="0"/>
                    </a:cubicBezTo>
                    <a:cubicBezTo>
                      <a:pt x="581" y="0"/>
                      <a:pt x="588" y="12"/>
                      <a:pt x="588" y="44"/>
                    </a:cubicBezTo>
                    <a:cubicBezTo>
                      <a:pt x="588" y="138"/>
                      <a:pt x="588" y="138"/>
                      <a:pt x="588" y="138"/>
                    </a:cubicBezTo>
                    <a:cubicBezTo>
                      <a:pt x="588" y="170"/>
                      <a:pt x="581" y="181"/>
                      <a:pt x="551" y="181"/>
                    </a:cubicBezTo>
                    <a:cubicBezTo>
                      <a:pt x="522" y="181"/>
                      <a:pt x="515" y="170"/>
                      <a:pt x="515" y="138"/>
                    </a:cubicBezTo>
                    <a:close/>
                    <a:moveTo>
                      <a:pt x="538" y="141"/>
                    </a:moveTo>
                    <a:cubicBezTo>
                      <a:pt x="538" y="153"/>
                      <a:pt x="538" y="164"/>
                      <a:pt x="551" y="164"/>
                    </a:cubicBezTo>
                    <a:cubicBezTo>
                      <a:pt x="565" y="164"/>
                      <a:pt x="565" y="153"/>
                      <a:pt x="565" y="141"/>
                    </a:cubicBezTo>
                    <a:cubicBezTo>
                      <a:pt x="565" y="40"/>
                      <a:pt x="565" y="40"/>
                      <a:pt x="565" y="40"/>
                    </a:cubicBezTo>
                    <a:cubicBezTo>
                      <a:pt x="565" y="29"/>
                      <a:pt x="565" y="18"/>
                      <a:pt x="551" y="18"/>
                    </a:cubicBezTo>
                    <a:cubicBezTo>
                      <a:pt x="538" y="18"/>
                      <a:pt x="538" y="29"/>
                      <a:pt x="538" y="40"/>
                    </a:cubicBezTo>
                    <a:lnTo>
                      <a:pt x="538" y="141"/>
                    </a:lnTo>
                    <a:close/>
                    <a:moveTo>
                      <a:pt x="152" y="400"/>
                    </a:moveTo>
                    <a:cubicBezTo>
                      <a:pt x="118" y="400"/>
                      <a:pt x="85" y="400"/>
                      <a:pt x="51" y="400"/>
                    </a:cubicBezTo>
                    <a:cubicBezTo>
                      <a:pt x="42" y="400"/>
                      <a:pt x="40" y="400"/>
                      <a:pt x="39" y="400"/>
                    </a:cubicBezTo>
                    <a:cubicBezTo>
                      <a:pt x="30" y="402"/>
                      <a:pt x="26" y="403"/>
                      <a:pt x="21" y="408"/>
                    </a:cubicBezTo>
                    <a:cubicBezTo>
                      <a:pt x="15" y="414"/>
                      <a:pt x="11" y="421"/>
                      <a:pt x="7" y="430"/>
                    </a:cubicBezTo>
                    <a:cubicBezTo>
                      <a:pt x="6" y="433"/>
                      <a:pt x="4" y="439"/>
                      <a:pt x="3" y="442"/>
                    </a:cubicBezTo>
                    <a:cubicBezTo>
                      <a:pt x="2" y="443"/>
                      <a:pt x="2" y="443"/>
                      <a:pt x="2" y="443"/>
                    </a:cubicBezTo>
                    <a:cubicBezTo>
                      <a:pt x="7" y="443"/>
                      <a:pt x="7" y="443"/>
                      <a:pt x="7" y="443"/>
                    </a:cubicBezTo>
                    <a:cubicBezTo>
                      <a:pt x="9" y="441"/>
                      <a:pt x="9" y="441"/>
                      <a:pt x="9" y="441"/>
                    </a:cubicBezTo>
                    <a:cubicBezTo>
                      <a:pt x="13" y="434"/>
                      <a:pt x="18" y="429"/>
                      <a:pt x="22" y="426"/>
                    </a:cubicBezTo>
                    <a:cubicBezTo>
                      <a:pt x="26" y="423"/>
                      <a:pt x="33" y="421"/>
                      <a:pt x="42" y="421"/>
                    </a:cubicBezTo>
                    <a:cubicBezTo>
                      <a:pt x="45" y="421"/>
                      <a:pt x="45" y="421"/>
                      <a:pt x="45" y="421"/>
                    </a:cubicBezTo>
                    <a:cubicBezTo>
                      <a:pt x="44" y="429"/>
                      <a:pt x="44" y="437"/>
                      <a:pt x="43" y="445"/>
                    </a:cubicBezTo>
                    <a:cubicBezTo>
                      <a:pt x="41" y="471"/>
                      <a:pt x="41" y="471"/>
                      <a:pt x="40" y="477"/>
                    </a:cubicBezTo>
                    <a:cubicBezTo>
                      <a:pt x="37" y="496"/>
                      <a:pt x="35" y="503"/>
                      <a:pt x="27" y="514"/>
                    </a:cubicBezTo>
                    <a:cubicBezTo>
                      <a:pt x="20" y="524"/>
                      <a:pt x="19" y="526"/>
                      <a:pt x="18" y="531"/>
                    </a:cubicBezTo>
                    <a:cubicBezTo>
                      <a:pt x="17" y="538"/>
                      <a:pt x="21" y="543"/>
                      <a:pt x="27" y="545"/>
                    </a:cubicBezTo>
                    <a:cubicBezTo>
                      <a:pt x="30" y="546"/>
                      <a:pt x="33" y="546"/>
                      <a:pt x="36" y="545"/>
                    </a:cubicBezTo>
                    <a:cubicBezTo>
                      <a:pt x="36" y="545"/>
                      <a:pt x="36" y="545"/>
                      <a:pt x="36" y="545"/>
                    </a:cubicBezTo>
                    <a:cubicBezTo>
                      <a:pt x="39" y="543"/>
                      <a:pt x="43" y="539"/>
                      <a:pt x="45" y="534"/>
                    </a:cubicBezTo>
                    <a:cubicBezTo>
                      <a:pt x="50" y="525"/>
                      <a:pt x="55" y="500"/>
                      <a:pt x="58" y="470"/>
                    </a:cubicBezTo>
                    <a:cubicBezTo>
                      <a:pt x="58" y="467"/>
                      <a:pt x="61" y="423"/>
                      <a:pt x="61" y="421"/>
                    </a:cubicBezTo>
                    <a:cubicBezTo>
                      <a:pt x="99" y="421"/>
                      <a:pt x="99" y="421"/>
                      <a:pt x="99" y="421"/>
                    </a:cubicBezTo>
                    <a:cubicBezTo>
                      <a:pt x="96" y="439"/>
                      <a:pt x="95" y="456"/>
                      <a:pt x="94" y="473"/>
                    </a:cubicBezTo>
                    <a:cubicBezTo>
                      <a:pt x="93" y="479"/>
                      <a:pt x="93" y="499"/>
                      <a:pt x="93" y="505"/>
                    </a:cubicBezTo>
                    <a:cubicBezTo>
                      <a:pt x="94" y="520"/>
                      <a:pt x="97" y="530"/>
                      <a:pt x="101" y="536"/>
                    </a:cubicBezTo>
                    <a:cubicBezTo>
                      <a:pt x="105" y="541"/>
                      <a:pt x="110" y="544"/>
                      <a:pt x="115" y="545"/>
                    </a:cubicBezTo>
                    <a:cubicBezTo>
                      <a:pt x="118" y="546"/>
                      <a:pt x="123" y="546"/>
                      <a:pt x="126" y="545"/>
                    </a:cubicBezTo>
                    <a:cubicBezTo>
                      <a:pt x="130" y="544"/>
                      <a:pt x="134" y="541"/>
                      <a:pt x="138" y="537"/>
                    </a:cubicBezTo>
                    <a:cubicBezTo>
                      <a:pt x="143" y="532"/>
                      <a:pt x="146" y="526"/>
                      <a:pt x="149" y="517"/>
                    </a:cubicBezTo>
                    <a:cubicBezTo>
                      <a:pt x="150" y="513"/>
                      <a:pt x="151" y="505"/>
                      <a:pt x="151" y="504"/>
                    </a:cubicBezTo>
                    <a:cubicBezTo>
                      <a:pt x="147" y="504"/>
                      <a:pt x="147" y="504"/>
                      <a:pt x="147" y="504"/>
                    </a:cubicBezTo>
                    <a:cubicBezTo>
                      <a:pt x="146" y="508"/>
                      <a:pt x="146" y="509"/>
                      <a:pt x="145" y="511"/>
                    </a:cubicBezTo>
                    <a:cubicBezTo>
                      <a:pt x="143" y="515"/>
                      <a:pt x="140" y="518"/>
                      <a:pt x="135" y="520"/>
                    </a:cubicBezTo>
                    <a:cubicBezTo>
                      <a:pt x="130" y="521"/>
                      <a:pt x="124" y="521"/>
                      <a:pt x="119" y="518"/>
                    </a:cubicBezTo>
                    <a:cubicBezTo>
                      <a:pt x="114" y="515"/>
                      <a:pt x="111" y="509"/>
                      <a:pt x="110" y="502"/>
                    </a:cubicBezTo>
                    <a:cubicBezTo>
                      <a:pt x="108" y="475"/>
                      <a:pt x="112" y="448"/>
                      <a:pt x="115" y="421"/>
                    </a:cubicBezTo>
                    <a:cubicBezTo>
                      <a:pt x="152" y="421"/>
                      <a:pt x="152" y="421"/>
                      <a:pt x="152" y="421"/>
                    </a:cubicBezTo>
                    <a:cubicBezTo>
                      <a:pt x="152" y="400"/>
                      <a:pt x="152" y="400"/>
                      <a:pt x="152" y="400"/>
                    </a:cubicBezTo>
                    <a:close/>
                    <a:moveTo>
                      <a:pt x="366" y="348"/>
                    </a:moveTo>
                    <a:cubicBezTo>
                      <a:pt x="469" y="479"/>
                      <a:pt x="469" y="479"/>
                      <a:pt x="469" y="479"/>
                    </a:cubicBezTo>
                    <a:cubicBezTo>
                      <a:pt x="366" y="600"/>
                      <a:pt x="366" y="600"/>
                      <a:pt x="366" y="600"/>
                    </a:cubicBezTo>
                    <a:cubicBezTo>
                      <a:pt x="366" y="607"/>
                      <a:pt x="366" y="607"/>
                      <a:pt x="366" y="607"/>
                    </a:cubicBezTo>
                    <a:cubicBezTo>
                      <a:pt x="572" y="607"/>
                      <a:pt x="572" y="607"/>
                      <a:pt x="572" y="607"/>
                    </a:cubicBezTo>
                    <a:cubicBezTo>
                      <a:pt x="583" y="526"/>
                      <a:pt x="583" y="526"/>
                      <a:pt x="583" y="526"/>
                    </a:cubicBezTo>
                    <a:cubicBezTo>
                      <a:pt x="576" y="525"/>
                      <a:pt x="576" y="525"/>
                      <a:pt x="576" y="525"/>
                    </a:cubicBezTo>
                    <a:cubicBezTo>
                      <a:pt x="571" y="543"/>
                      <a:pt x="564" y="556"/>
                      <a:pt x="554" y="561"/>
                    </a:cubicBezTo>
                    <a:cubicBezTo>
                      <a:pt x="544" y="567"/>
                      <a:pt x="530" y="570"/>
                      <a:pt x="512" y="570"/>
                    </a:cubicBezTo>
                    <a:cubicBezTo>
                      <a:pt x="411" y="570"/>
                      <a:pt x="411" y="570"/>
                      <a:pt x="411" y="570"/>
                    </a:cubicBezTo>
                    <a:cubicBezTo>
                      <a:pt x="503" y="462"/>
                      <a:pt x="503" y="462"/>
                      <a:pt x="503" y="462"/>
                    </a:cubicBezTo>
                    <a:cubicBezTo>
                      <a:pt x="422" y="358"/>
                      <a:pt x="422" y="358"/>
                      <a:pt x="422" y="358"/>
                    </a:cubicBezTo>
                    <a:cubicBezTo>
                      <a:pt x="513" y="358"/>
                      <a:pt x="513" y="358"/>
                      <a:pt x="513" y="358"/>
                    </a:cubicBezTo>
                    <a:cubicBezTo>
                      <a:pt x="526" y="358"/>
                      <a:pt x="536" y="359"/>
                      <a:pt x="542" y="362"/>
                    </a:cubicBezTo>
                    <a:cubicBezTo>
                      <a:pt x="548" y="366"/>
                      <a:pt x="553" y="371"/>
                      <a:pt x="557" y="378"/>
                    </a:cubicBezTo>
                    <a:cubicBezTo>
                      <a:pt x="560" y="385"/>
                      <a:pt x="563" y="395"/>
                      <a:pt x="563" y="408"/>
                    </a:cubicBezTo>
                    <a:cubicBezTo>
                      <a:pt x="571" y="408"/>
                      <a:pt x="571" y="408"/>
                      <a:pt x="571" y="408"/>
                    </a:cubicBezTo>
                    <a:cubicBezTo>
                      <a:pt x="566" y="341"/>
                      <a:pt x="566" y="341"/>
                      <a:pt x="566" y="341"/>
                    </a:cubicBezTo>
                    <a:cubicBezTo>
                      <a:pt x="366" y="341"/>
                      <a:pt x="366" y="341"/>
                      <a:pt x="366" y="341"/>
                    </a:cubicBezTo>
                    <a:lnTo>
                      <a:pt x="366" y="348"/>
                    </a:lnTo>
                    <a:close/>
                  </a:path>
                </a:pathLst>
              </a:custGeom>
              <a:solidFill>
                <a:srgbClr val="CD391F">
                  <a:alpha val="69803"/>
                </a:srgbClr>
              </a:solid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Century Gothic"/>
                  <a:buNone/>
                </a:pPr>
                <a:endParaRPr sz="1800" b="0" i="0" u="none" strike="noStrike" cap="none">
                  <a:solidFill>
                    <a:srgbClr val="3C3C3B"/>
                  </a:solidFill>
                  <a:latin typeface="Century Gothic"/>
                  <a:ea typeface="Century Gothic"/>
                  <a:cs typeface="Century Gothic"/>
                  <a:sym typeface="Century Gothic"/>
                </a:endParaRPr>
              </a:p>
            </p:txBody>
          </p:sp>
        </p:grpSp>
      </p:grpSp>
      <p:sp>
        <p:nvSpPr>
          <p:cNvPr id="1717" name="Google Shape;1717;p108">
            <a:hlinkClick r:id="rId3" action="ppaction://hlinksldjump"/>
          </p:cNvPr>
          <p:cNvSpPr/>
          <p:nvPr/>
        </p:nvSpPr>
        <p:spPr>
          <a:xfrm>
            <a:off x="6515100" y="-196501"/>
            <a:ext cx="2777392" cy="378533"/>
          </a:xfrm>
          <a:prstGeom prst="roundRect">
            <a:avLst>
              <a:gd name="adj" fmla="val 50000"/>
            </a:avLst>
          </a:prstGeom>
          <a:solidFill>
            <a:schemeClr val="accent4"/>
          </a:solidFill>
          <a:ln>
            <a:noFill/>
          </a:ln>
        </p:spPr>
        <p:txBody>
          <a:bodyPr spcFirstLastPara="1" wrap="square" lIns="36000" tIns="180000" rIns="180000" bIns="0" anchor="ctr" anchorCtr="0">
            <a:noAutofit/>
          </a:bodyPr>
          <a:lstStyle/>
          <a:p>
            <a:pPr marL="0" marR="0" lvl="0" indent="0" algn="ctr" rtl="0">
              <a:spcBef>
                <a:spcPts val="0"/>
              </a:spcBef>
              <a:spcAft>
                <a:spcPts val="0"/>
              </a:spcAft>
              <a:buNone/>
            </a:pPr>
            <a:r>
              <a:rPr lang="en-GB" sz="750">
                <a:solidFill>
                  <a:schemeClr val="lt1"/>
                </a:solidFill>
                <a:latin typeface="Century Gothic"/>
                <a:ea typeface="Century Gothic"/>
                <a:cs typeface="Century Gothic"/>
                <a:sym typeface="Century Gothic"/>
              </a:rPr>
              <a:t>   Customer Lifecycle Management</a:t>
            </a:r>
            <a:endParaRPr sz="750">
              <a:solidFill>
                <a:schemeClr val="lt1"/>
              </a:solidFill>
              <a:latin typeface="Century Gothic"/>
              <a:ea typeface="Century Gothic"/>
              <a:cs typeface="Century Gothic"/>
              <a:sym typeface="Century Gothic"/>
            </a:endParaRPr>
          </a:p>
        </p:txBody>
      </p:sp>
      <p:grpSp>
        <p:nvGrpSpPr>
          <p:cNvPr id="1718" name="Google Shape;1718;p108"/>
          <p:cNvGrpSpPr/>
          <p:nvPr/>
        </p:nvGrpSpPr>
        <p:grpSpPr>
          <a:xfrm>
            <a:off x="7717533" y="4360377"/>
            <a:ext cx="1058348" cy="347375"/>
            <a:chOff x="7651698" y="4287227"/>
            <a:chExt cx="1058348" cy="347375"/>
          </a:xfrm>
        </p:grpSpPr>
        <p:grpSp>
          <p:nvGrpSpPr>
            <p:cNvPr id="1719" name="Google Shape;1719;p108"/>
            <p:cNvGrpSpPr/>
            <p:nvPr/>
          </p:nvGrpSpPr>
          <p:grpSpPr>
            <a:xfrm>
              <a:off x="7714163" y="4337598"/>
              <a:ext cx="995883" cy="297004"/>
              <a:chOff x="7711013" y="3986494"/>
              <a:chExt cx="995883" cy="297004"/>
            </a:xfrm>
          </p:grpSpPr>
          <p:sp>
            <p:nvSpPr>
              <p:cNvPr id="1720" name="Google Shape;1720;p108"/>
              <p:cNvSpPr txBox="1"/>
              <p:nvPr/>
            </p:nvSpPr>
            <p:spPr>
              <a:xfrm>
                <a:off x="7967591" y="3986494"/>
                <a:ext cx="739305" cy="297004"/>
              </a:xfrm>
              <a:prstGeom prst="rect">
                <a:avLst/>
              </a:prstGeom>
              <a:noFill/>
              <a:ln>
                <a:noFill/>
              </a:ln>
            </p:spPr>
            <p:txBody>
              <a:bodyPr spcFirstLastPara="1" wrap="square" lIns="91425" tIns="45700" rIns="91425" bIns="45700" anchor="t" anchorCtr="0">
                <a:noAutofit/>
              </a:bodyPr>
              <a:lstStyle/>
              <a:p>
                <a:pPr marL="0" marR="0" lvl="0" indent="0" algn="l" rtl="0">
                  <a:lnSpc>
                    <a:spcPct val="95000"/>
                  </a:lnSpc>
                  <a:spcBef>
                    <a:spcPts val="0"/>
                  </a:spcBef>
                  <a:spcAft>
                    <a:spcPts val="0"/>
                  </a:spcAft>
                  <a:buNone/>
                </a:pPr>
                <a:r>
                  <a:rPr lang="en-GB" sz="700">
                    <a:solidFill>
                      <a:srgbClr val="3C3C3B"/>
                    </a:solidFill>
                    <a:latin typeface="Century Gothic"/>
                    <a:ea typeface="Century Gothic"/>
                    <a:cs typeface="Century Gothic"/>
                    <a:sym typeface="Century Gothic"/>
                  </a:rPr>
                  <a:t>Use Cases &amp;</a:t>
                </a:r>
                <a:br>
                  <a:rPr lang="en-GB" sz="700">
                    <a:solidFill>
                      <a:srgbClr val="3C3C3B"/>
                    </a:solidFill>
                    <a:latin typeface="Century Gothic"/>
                    <a:ea typeface="Century Gothic"/>
                    <a:cs typeface="Century Gothic"/>
                    <a:sym typeface="Century Gothic"/>
                  </a:rPr>
                </a:br>
                <a:r>
                  <a:rPr lang="en-GB" sz="700">
                    <a:solidFill>
                      <a:srgbClr val="3C3C3B"/>
                    </a:solidFill>
                    <a:latin typeface="Century Gothic"/>
                    <a:ea typeface="Century Gothic"/>
                    <a:cs typeface="Century Gothic"/>
                    <a:sym typeface="Century Gothic"/>
                  </a:rPr>
                  <a:t>Case Studies</a:t>
                </a:r>
                <a:endParaRPr sz="700">
                  <a:solidFill>
                    <a:srgbClr val="3C3C3B"/>
                  </a:solidFill>
                  <a:latin typeface="Century Gothic"/>
                  <a:ea typeface="Century Gothic"/>
                  <a:cs typeface="Century Gothic"/>
                  <a:sym typeface="Century Gothic"/>
                </a:endParaRPr>
              </a:p>
            </p:txBody>
          </p:sp>
          <p:grpSp>
            <p:nvGrpSpPr>
              <p:cNvPr id="1721" name="Google Shape;1721;p108"/>
              <p:cNvGrpSpPr/>
              <p:nvPr/>
            </p:nvGrpSpPr>
            <p:grpSpPr>
              <a:xfrm>
                <a:off x="7711013" y="4002615"/>
                <a:ext cx="281520" cy="241973"/>
                <a:chOff x="5652748" y="4066000"/>
                <a:chExt cx="906498" cy="747974"/>
              </a:xfrm>
            </p:grpSpPr>
            <p:sp>
              <p:nvSpPr>
                <p:cNvPr id="1722" name="Google Shape;1722;p108"/>
                <p:cNvSpPr/>
                <p:nvPr/>
              </p:nvSpPr>
              <p:spPr>
                <a:xfrm>
                  <a:off x="6024179" y="4066000"/>
                  <a:ext cx="535067" cy="685800"/>
                </a:xfrm>
                <a:custGeom>
                  <a:avLst/>
                  <a:gdLst/>
                  <a:ahLst/>
                  <a:cxnLst/>
                  <a:rect l="l" t="t" r="r" b="b"/>
                  <a:pathLst>
                    <a:path w="347" h="445" extrusionOk="0">
                      <a:moveTo>
                        <a:pt x="235" y="136"/>
                      </a:moveTo>
                      <a:cubicBezTo>
                        <a:pt x="347" y="136"/>
                        <a:pt x="347" y="136"/>
                        <a:pt x="347" y="136"/>
                      </a:cubicBezTo>
                      <a:cubicBezTo>
                        <a:pt x="347" y="421"/>
                        <a:pt x="347" y="421"/>
                        <a:pt x="347" y="421"/>
                      </a:cubicBezTo>
                      <a:cubicBezTo>
                        <a:pt x="347" y="434"/>
                        <a:pt x="336" y="445"/>
                        <a:pt x="322" y="445"/>
                      </a:cubicBezTo>
                      <a:cubicBezTo>
                        <a:pt x="25" y="445"/>
                        <a:pt x="25" y="445"/>
                        <a:pt x="25" y="445"/>
                      </a:cubicBezTo>
                      <a:cubicBezTo>
                        <a:pt x="11" y="445"/>
                        <a:pt x="0" y="434"/>
                        <a:pt x="0" y="421"/>
                      </a:cubicBezTo>
                      <a:cubicBezTo>
                        <a:pt x="0" y="25"/>
                        <a:pt x="0" y="25"/>
                        <a:pt x="0" y="25"/>
                      </a:cubicBezTo>
                      <a:cubicBezTo>
                        <a:pt x="0" y="11"/>
                        <a:pt x="11" y="0"/>
                        <a:pt x="25" y="0"/>
                      </a:cubicBezTo>
                      <a:cubicBezTo>
                        <a:pt x="211" y="0"/>
                        <a:pt x="211" y="0"/>
                        <a:pt x="211" y="0"/>
                      </a:cubicBezTo>
                      <a:cubicBezTo>
                        <a:pt x="211" y="111"/>
                        <a:pt x="211" y="111"/>
                        <a:pt x="211" y="111"/>
                      </a:cubicBezTo>
                      <a:cubicBezTo>
                        <a:pt x="211" y="125"/>
                        <a:pt x="222" y="136"/>
                        <a:pt x="235" y="136"/>
                      </a:cubicBezTo>
                      <a:close/>
                      <a:moveTo>
                        <a:pt x="260" y="111"/>
                      </a:moveTo>
                      <a:cubicBezTo>
                        <a:pt x="347" y="111"/>
                        <a:pt x="347" y="111"/>
                        <a:pt x="347" y="111"/>
                      </a:cubicBezTo>
                      <a:cubicBezTo>
                        <a:pt x="235" y="0"/>
                        <a:pt x="235" y="0"/>
                        <a:pt x="235" y="0"/>
                      </a:cubicBezTo>
                      <a:cubicBezTo>
                        <a:pt x="235" y="86"/>
                        <a:pt x="235" y="86"/>
                        <a:pt x="235" y="86"/>
                      </a:cubicBezTo>
                      <a:cubicBezTo>
                        <a:pt x="235" y="100"/>
                        <a:pt x="246" y="111"/>
                        <a:pt x="260" y="111"/>
                      </a:cubicBezTo>
                      <a:close/>
                      <a:moveTo>
                        <a:pt x="293" y="219"/>
                      </a:moveTo>
                      <a:cubicBezTo>
                        <a:pt x="54" y="219"/>
                        <a:pt x="54" y="219"/>
                        <a:pt x="54" y="219"/>
                      </a:cubicBezTo>
                      <a:cubicBezTo>
                        <a:pt x="54" y="246"/>
                        <a:pt x="54" y="246"/>
                        <a:pt x="54" y="246"/>
                      </a:cubicBezTo>
                      <a:cubicBezTo>
                        <a:pt x="293" y="246"/>
                        <a:pt x="293" y="246"/>
                        <a:pt x="293" y="246"/>
                      </a:cubicBezTo>
                      <a:lnTo>
                        <a:pt x="293" y="219"/>
                      </a:lnTo>
                      <a:close/>
                      <a:moveTo>
                        <a:pt x="293" y="278"/>
                      </a:moveTo>
                      <a:cubicBezTo>
                        <a:pt x="54" y="278"/>
                        <a:pt x="54" y="278"/>
                        <a:pt x="54" y="278"/>
                      </a:cubicBezTo>
                      <a:cubicBezTo>
                        <a:pt x="54" y="306"/>
                        <a:pt x="54" y="306"/>
                        <a:pt x="54" y="306"/>
                      </a:cubicBezTo>
                      <a:cubicBezTo>
                        <a:pt x="293" y="306"/>
                        <a:pt x="293" y="306"/>
                        <a:pt x="293" y="306"/>
                      </a:cubicBezTo>
                      <a:lnTo>
                        <a:pt x="293" y="278"/>
                      </a:lnTo>
                      <a:close/>
                      <a:moveTo>
                        <a:pt x="293" y="338"/>
                      </a:moveTo>
                      <a:cubicBezTo>
                        <a:pt x="54" y="338"/>
                        <a:pt x="54" y="338"/>
                        <a:pt x="54" y="338"/>
                      </a:cubicBezTo>
                      <a:cubicBezTo>
                        <a:pt x="54" y="365"/>
                        <a:pt x="54" y="365"/>
                        <a:pt x="54" y="365"/>
                      </a:cubicBezTo>
                      <a:cubicBezTo>
                        <a:pt x="293" y="365"/>
                        <a:pt x="293" y="365"/>
                        <a:pt x="293" y="365"/>
                      </a:cubicBezTo>
                      <a:lnTo>
                        <a:pt x="293" y="338"/>
                      </a:lnTo>
                      <a:close/>
                    </a:path>
                  </a:pathLst>
                </a:custGeom>
                <a:solidFill>
                  <a:srgbClr val="5F6062"/>
                </a:solidFill>
                <a:ln>
                  <a:noFill/>
                </a:ln>
              </p:spPr>
              <p:txBody>
                <a:bodyPr spcFirstLastPara="1" wrap="square" lIns="91425" tIns="45700" rIns="91425" bIns="45700" anchor="t" anchorCtr="0">
                  <a:noAutofit/>
                </a:bodyPr>
                <a:lstStyle/>
                <a:p>
                  <a:pPr marL="0" marR="0" lvl="0" indent="0" algn="ctr" rtl="0">
                    <a:spcBef>
                      <a:spcPts val="0"/>
                    </a:spcBef>
                    <a:spcAft>
                      <a:spcPts val="0"/>
                    </a:spcAft>
                    <a:buNone/>
                  </a:pPr>
                  <a:endParaRPr sz="1800">
                    <a:solidFill>
                      <a:schemeClr val="dk1"/>
                    </a:solidFill>
                    <a:latin typeface="Century Gothic"/>
                    <a:ea typeface="Century Gothic"/>
                    <a:cs typeface="Century Gothic"/>
                    <a:sym typeface="Century Gothic"/>
                  </a:endParaRPr>
                </a:p>
              </p:txBody>
            </p:sp>
            <p:sp>
              <p:nvSpPr>
                <p:cNvPr id="1723" name="Google Shape;1723;p108"/>
                <p:cNvSpPr/>
                <p:nvPr/>
              </p:nvSpPr>
              <p:spPr>
                <a:xfrm>
                  <a:off x="5842000" y="4222750"/>
                  <a:ext cx="412750" cy="412750"/>
                </a:xfrm>
                <a:prstGeom prst="ellipse">
                  <a:avLst/>
                </a:prstGeom>
                <a:solidFill>
                  <a:schemeClr val="accent1"/>
                </a:solidFill>
                <a:ln>
                  <a:noFill/>
                </a:ln>
              </p:spPr>
              <p:txBody>
                <a:bodyPr spcFirstLastPara="1" wrap="square" lIns="91425" tIns="91425" rIns="91425" bIns="91425" anchor="t" anchorCtr="0">
                  <a:noAutofit/>
                </a:bodyPr>
                <a:lstStyle/>
                <a:p>
                  <a:pPr marL="0" marR="0" lvl="0" indent="0" algn="ctr" rtl="0">
                    <a:spcBef>
                      <a:spcPts val="0"/>
                    </a:spcBef>
                    <a:spcAft>
                      <a:spcPts val="0"/>
                    </a:spcAft>
                    <a:buNone/>
                  </a:pPr>
                  <a:endParaRPr sz="1800">
                    <a:solidFill>
                      <a:srgbClr val="FFFFFF"/>
                    </a:solidFill>
                    <a:latin typeface="Century Gothic"/>
                    <a:ea typeface="Century Gothic"/>
                    <a:cs typeface="Century Gothic"/>
                    <a:sym typeface="Century Gothic"/>
                  </a:endParaRPr>
                </a:p>
              </p:txBody>
            </p:sp>
            <p:sp>
              <p:nvSpPr>
                <p:cNvPr id="1724" name="Google Shape;1724;p108"/>
                <p:cNvSpPr/>
                <p:nvPr/>
              </p:nvSpPr>
              <p:spPr>
                <a:xfrm>
                  <a:off x="5652748" y="4166436"/>
                  <a:ext cx="618134" cy="647538"/>
                </a:xfrm>
                <a:custGeom>
                  <a:avLst/>
                  <a:gdLst/>
                  <a:ahLst/>
                  <a:cxnLst/>
                  <a:rect l="l" t="t" r="r" b="b"/>
                  <a:pathLst>
                    <a:path w="383" h="401" extrusionOk="0">
                      <a:moveTo>
                        <a:pt x="380" y="144"/>
                      </a:moveTo>
                      <a:cubicBezTo>
                        <a:pt x="377" y="63"/>
                        <a:pt x="309" y="0"/>
                        <a:pt x="229" y="3"/>
                      </a:cubicBezTo>
                      <a:cubicBezTo>
                        <a:pt x="148" y="6"/>
                        <a:pt x="85" y="74"/>
                        <a:pt x="88" y="155"/>
                      </a:cubicBezTo>
                      <a:cubicBezTo>
                        <a:pt x="89" y="182"/>
                        <a:pt x="98" y="208"/>
                        <a:pt x="112" y="230"/>
                      </a:cubicBezTo>
                      <a:cubicBezTo>
                        <a:pt x="112" y="230"/>
                        <a:pt x="112" y="230"/>
                        <a:pt x="112" y="230"/>
                      </a:cubicBezTo>
                      <a:cubicBezTo>
                        <a:pt x="107" y="235"/>
                        <a:pt x="107" y="235"/>
                        <a:pt x="107" y="235"/>
                      </a:cubicBezTo>
                      <a:cubicBezTo>
                        <a:pt x="63" y="285"/>
                        <a:pt x="63" y="285"/>
                        <a:pt x="63" y="285"/>
                      </a:cubicBezTo>
                      <a:cubicBezTo>
                        <a:pt x="20" y="332"/>
                        <a:pt x="20" y="332"/>
                        <a:pt x="20" y="332"/>
                      </a:cubicBezTo>
                      <a:cubicBezTo>
                        <a:pt x="15" y="338"/>
                        <a:pt x="15" y="338"/>
                        <a:pt x="15" y="338"/>
                      </a:cubicBezTo>
                      <a:cubicBezTo>
                        <a:pt x="0" y="354"/>
                        <a:pt x="0" y="374"/>
                        <a:pt x="15" y="387"/>
                      </a:cubicBezTo>
                      <a:cubicBezTo>
                        <a:pt x="29" y="401"/>
                        <a:pt x="49" y="398"/>
                        <a:pt x="64" y="382"/>
                      </a:cubicBezTo>
                      <a:cubicBezTo>
                        <a:pt x="69" y="377"/>
                        <a:pt x="69" y="377"/>
                        <a:pt x="69" y="377"/>
                      </a:cubicBezTo>
                      <a:cubicBezTo>
                        <a:pt x="156" y="279"/>
                        <a:pt x="156" y="279"/>
                        <a:pt x="156" y="279"/>
                      </a:cubicBezTo>
                      <a:cubicBezTo>
                        <a:pt x="160" y="275"/>
                        <a:pt x="160" y="275"/>
                        <a:pt x="160" y="275"/>
                      </a:cubicBezTo>
                      <a:cubicBezTo>
                        <a:pt x="183" y="289"/>
                        <a:pt x="211" y="296"/>
                        <a:pt x="240" y="295"/>
                      </a:cubicBezTo>
                      <a:cubicBezTo>
                        <a:pt x="320" y="292"/>
                        <a:pt x="383" y="224"/>
                        <a:pt x="380" y="144"/>
                      </a:cubicBezTo>
                      <a:close/>
                      <a:moveTo>
                        <a:pt x="238" y="243"/>
                      </a:moveTo>
                      <a:cubicBezTo>
                        <a:pt x="186" y="245"/>
                        <a:pt x="142" y="205"/>
                        <a:pt x="140" y="153"/>
                      </a:cubicBezTo>
                      <a:cubicBezTo>
                        <a:pt x="139" y="101"/>
                        <a:pt x="179" y="57"/>
                        <a:pt x="231" y="56"/>
                      </a:cubicBezTo>
                      <a:cubicBezTo>
                        <a:pt x="282" y="54"/>
                        <a:pt x="326" y="94"/>
                        <a:pt x="328" y="146"/>
                      </a:cubicBezTo>
                      <a:cubicBezTo>
                        <a:pt x="330" y="198"/>
                        <a:pt x="289" y="241"/>
                        <a:pt x="238" y="243"/>
                      </a:cubicBezTo>
                      <a:close/>
                    </a:path>
                  </a:pathLst>
                </a:custGeom>
                <a:solidFill>
                  <a:schemeClr val="accent6"/>
                </a:solidFill>
                <a:ln w="9525"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ctr" rtl="0">
                    <a:spcBef>
                      <a:spcPts val="0"/>
                    </a:spcBef>
                    <a:spcAft>
                      <a:spcPts val="0"/>
                    </a:spcAft>
                    <a:buNone/>
                  </a:pPr>
                  <a:endParaRPr sz="1800">
                    <a:solidFill>
                      <a:schemeClr val="dk1"/>
                    </a:solidFill>
                    <a:latin typeface="Century Gothic"/>
                    <a:ea typeface="Century Gothic"/>
                    <a:cs typeface="Century Gothic"/>
                    <a:sym typeface="Century Gothic"/>
                  </a:endParaRPr>
                </a:p>
              </p:txBody>
            </p:sp>
          </p:grpSp>
        </p:grpSp>
        <p:sp>
          <p:nvSpPr>
            <p:cNvPr id="1725" name="Google Shape;1725;p108">
              <a:hlinkClick r:id="" action="ppaction://noaction"/>
            </p:cNvPr>
            <p:cNvSpPr/>
            <p:nvPr/>
          </p:nvSpPr>
          <p:spPr>
            <a:xfrm>
              <a:off x="7651698" y="4287227"/>
              <a:ext cx="1023242" cy="338668"/>
            </a:xfrm>
            <a:prstGeom prst="rect">
              <a:avLst/>
            </a:prstGeom>
            <a:solidFill>
              <a:schemeClr val="accent1">
                <a:alpha val="0"/>
              </a:schemeClr>
            </a:solidFill>
            <a:ln>
              <a:noFill/>
            </a:ln>
          </p:spPr>
          <p:txBody>
            <a:bodyPr spcFirstLastPara="1" wrap="square" lIns="91425" tIns="91425" rIns="91425" bIns="91425" anchor="t" anchorCtr="0">
              <a:noAutofit/>
            </a:bodyPr>
            <a:lstStyle/>
            <a:p>
              <a:pPr marL="0" marR="0" lvl="0" indent="0" algn="ctr" rtl="0">
                <a:spcBef>
                  <a:spcPts val="0"/>
                </a:spcBef>
                <a:spcAft>
                  <a:spcPts val="0"/>
                </a:spcAft>
                <a:buNone/>
              </a:pPr>
              <a:endParaRPr sz="1800">
                <a:solidFill>
                  <a:srgbClr val="FFFFFF"/>
                </a:solidFill>
                <a:latin typeface="Century Gothic"/>
                <a:ea typeface="Century Gothic"/>
                <a:cs typeface="Century Gothic"/>
                <a:sym typeface="Century Gothic"/>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730"/>
        <p:cNvGrpSpPr/>
        <p:nvPr/>
      </p:nvGrpSpPr>
      <p:grpSpPr>
        <a:xfrm>
          <a:off x="0" y="0"/>
          <a:ext cx="0" cy="0"/>
          <a:chOff x="0" y="0"/>
          <a:chExt cx="0" cy="0"/>
        </a:xfrm>
      </p:grpSpPr>
      <p:graphicFrame>
        <p:nvGraphicFramePr>
          <p:cNvPr id="1731" name="Google Shape;1731;p109"/>
          <p:cNvGraphicFramePr/>
          <p:nvPr/>
        </p:nvGraphicFramePr>
        <p:xfrm>
          <a:off x="469899" y="789217"/>
          <a:ext cx="3000000" cy="3000000"/>
        </p:xfrm>
        <a:graphic>
          <a:graphicData uri="http://schemas.openxmlformats.org/drawingml/2006/table">
            <a:tbl>
              <a:tblPr firstRow="1" bandRow="1">
                <a:noFill/>
                <a:tableStyleId>{D098BFCB-6916-41F2-A2A5-0DF0D5139B6F}</a:tableStyleId>
              </a:tblPr>
              <a:tblGrid>
                <a:gridCol w="130325">
                  <a:extLst>
                    <a:ext uri="{9D8B030D-6E8A-4147-A177-3AD203B41FA5}">
                      <a16:colId xmlns:a16="http://schemas.microsoft.com/office/drawing/2014/main" val="20000"/>
                    </a:ext>
                  </a:extLst>
                </a:gridCol>
                <a:gridCol w="556275">
                  <a:extLst>
                    <a:ext uri="{9D8B030D-6E8A-4147-A177-3AD203B41FA5}">
                      <a16:colId xmlns:a16="http://schemas.microsoft.com/office/drawing/2014/main" val="20001"/>
                    </a:ext>
                  </a:extLst>
                </a:gridCol>
                <a:gridCol w="367500">
                  <a:extLst>
                    <a:ext uri="{9D8B030D-6E8A-4147-A177-3AD203B41FA5}">
                      <a16:colId xmlns:a16="http://schemas.microsoft.com/office/drawing/2014/main" val="20002"/>
                    </a:ext>
                  </a:extLst>
                </a:gridCol>
                <a:gridCol w="3170075">
                  <a:extLst>
                    <a:ext uri="{9D8B030D-6E8A-4147-A177-3AD203B41FA5}">
                      <a16:colId xmlns:a16="http://schemas.microsoft.com/office/drawing/2014/main" val="20003"/>
                    </a:ext>
                  </a:extLst>
                </a:gridCol>
                <a:gridCol w="3276050">
                  <a:extLst>
                    <a:ext uri="{9D8B030D-6E8A-4147-A177-3AD203B41FA5}">
                      <a16:colId xmlns:a16="http://schemas.microsoft.com/office/drawing/2014/main" val="20004"/>
                    </a:ext>
                  </a:extLst>
                </a:gridCol>
                <a:gridCol w="477150">
                  <a:extLst>
                    <a:ext uri="{9D8B030D-6E8A-4147-A177-3AD203B41FA5}">
                      <a16:colId xmlns:a16="http://schemas.microsoft.com/office/drawing/2014/main" val="20005"/>
                    </a:ext>
                  </a:extLst>
                </a:gridCol>
                <a:gridCol w="477150">
                  <a:extLst>
                    <a:ext uri="{9D8B030D-6E8A-4147-A177-3AD203B41FA5}">
                      <a16:colId xmlns:a16="http://schemas.microsoft.com/office/drawing/2014/main" val="20006"/>
                    </a:ext>
                  </a:extLst>
                </a:gridCol>
              </a:tblGrid>
              <a:tr h="180850">
                <a:tc gridSpan="3">
                  <a:txBody>
                    <a:bodyPr/>
                    <a:lstStyle/>
                    <a:p>
                      <a:pPr marL="0" marR="0" lvl="0" indent="0" algn="ctr" rtl="0">
                        <a:spcBef>
                          <a:spcPts val="0"/>
                        </a:spcBef>
                        <a:spcAft>
                          <a:spcPts val="0"/>
                        </a:spcAft>
                        <a:buNone/>
                      </a:pPr>
                      <a:r>
                        <a:rPr lang="en-GB" sz="1200" b="1">
                          <a:solidFill>
                            <a:schemeClr val="dk2"/>
                          </a:solidFill>
                        </a:rPr>
                        <a:t>Level</a:t>
                      </a:r>
                      <a:endParaRPr sz="1200" b="1">
                        <a:solidFill>
                          <a:schemeClr val="dk2"/>
                        </a:solidFill>
                      </a:endParaRPr>
                    </a:p>
                  </a:txBody>
                  <a:tcPr marL="0" marR="0" marT="0" marB="0"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hMerge="1">
                  <a:txBody>
                    <a:bodyPr/>
                    <a:lstStyle/>
                    <a:p>
                      <a:endParaRPr/>
                    </a:p>
                  </a:txBody>
                  <a:tcPr/>
                </a:tc>
                <a:tc hMerge="1">
                  <a:txBody>
                    <a:bodyPr/>
                    <a:lstStyle/>
                    <a:p>
                      <a:endParaRPr/>
                    </a:p>
                  </a:txBody>
                  <a:tcPr/>
                </a:tc>
                <a:tc gridSpan="2">
                  <a:txBody>
                    <a:bodyPr/>
                    <a:lstStyle/>
                    <a:p>
                      <a:pPr marL="0" marR="0" lvl="0" indent="0" algn="ctr" rtl="0">
                        <a:lnSpc>
                          <a:spcPct val="100000"/>
                        </a:lnSpc>
                        <a:spcBef>
                          <a:spcPts val="0"/>
                        </a:spcBef>
                        <a:spcAft>
                          <a:spcPts val="0"/>
                        </a:spcAft>
                        <a:buClr>
                          <a:schemeClr val="dk2"/>
                        </a:buClr>
                        <a:buSzPts val="1200"/>
                        <a:buFont typeface="Century Gothic"/>
                        <a:buNone/>
                      </a:pPr>
                      <a:r>
                        <a:rPr lang="en-GB" sz="1200" b="1">
                          <a:solidFill>
                            <a:schemeClr val="dk2"/>
                          </a:solidFill>
                        </a:rPr>
                        <a:t>Maturity Statement</a:t>
                      </a:r>
                      <a:endParaRPr/>
                    </a:p>
                  </a:txBody>
                  <a:tcPr marL="0" marR="0" marT="0" marB="0"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hMerge="1">
                  <a:txBody>
                    <a:bodyPr/>
                    <a:lstStyle/>
                    <a:p>
                      <a:endParaRPr/>
                    </a:p>
                  </a:txBody>
                  <a:tcPr/>
                </a:tc>
                <a:tc>
                  <a:txBody>
                    <a:bodyPr/>
                    <a:lstStyle/>
                    <a:p>
                      <a:pPr marL="0" marR="0" lvl="0" indent="0" algn="ctr" rtl="0">
                        <a:spcBef>
                          <a:spcPts val="0"/>
                        </a:spcBef>
                        <a:spcAft>
                          <a:spcPts val="0"/>
                        </a:spcAft>
                        <a:buNone/>
                      </a:pPr>
                      <a:r>
                        <a:rPr lang="en-GB" sz="800" b="1">
                          <a:solidFill>
                            <a:schemeClr val="dk2"/>
                          </a:solidFill>
                        </a:rPr>
                        <a:t>Current</a:t>
                      </a:r>
                      <a:endParaRPr sz="800" b="1">
                        <a:solidFill>
                          <a:schemeClr val="dk2"/>
                        </a:solidFill>
                      </a:endParaRPr>
                    </a:p>
                  </a:txBody>
                  <a:tcPr marL="0" marR="0" marT="0" marB="0"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a:txBody>
                    <a:bodyPr/>
                    <a:lstStyle/>
                    <a:p>
                      <a:pPr marL="0" marR="0" lvl="0" indent="0" algn="ctr" rtl="0">
                        <a:spcBef>
                          <a:spcPts val="0"/>
                        </a:spcBef>
                        <a:spcAft>
                          <a:spcPts val="0"/>
                        </a:spcAft>
                        <a:buNone/>
                      </a:pPr>
                      <a:r>
                        <a:rPr lang="en-GB" sz="800" b="1">
                          <a:solidFill>
                            <a:schemeClr val="dk2"/>
                          </a:solidFill>
                        </a:rPr>
                        <a:t>Desired</a:t>
                      </a:r>
                      <a:endParaRPr sz="800" b="1">
                        <a:solidFill>
                          <a:schemeClr val="dk2"/>
                        </a:solidFill>
                      </a:endParaRPr>
                    </a:p>
                  </a:txBody>
                  <a:tcPr marL="0" marR="0" marT="0" marB="0"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extLst>
                  <a:ext uri="{0D108BD9-81ED-4DB2-BD59-A6C34878D82A}">
                    <a16:rowId xmlns:a16="http://schemas.microsoft.com/office/drawing/2014/main" val="10000"/>
                  </a:ext>
                </a:extLst>
              </a:tr>
              <a:tr h="553500">
                <a:tc>
                  <a:txBody>
                    <a:bodyPr/>
                    <a:lstStyle/>
                    <a:p>
                      <a:pPr marL="0" marR="0" lvl="0" indent="0" algn="ctr" rtl="0">
                        <a:spcBef>
                          <a:spcPts val="0"/>
                        </a:spcBef>
                        <a:spcAft>
                          <a:spcPts val="0"/>
                        </a:spcAft>
                        <a:buNone/>
                      </a:pPr>
                      <a:endParaRPr sz="1000" b="1">
                        <a:solidFill>
                          <a:schemeClr val="lt1"/>
                        </a:solidFill>
                        <a:latin typeface="Century Gothic"/>
                        <a:ea typeface="Century Gothic"/>
                        <a:cs typeface="Century Gothic"/>
                        <a:sym typeface="Century Gothic"/>
                      </a:endParaRPr>
                    </a:p>
                  </a:txBody>
                  <a:tcPr marL="46800" marR="46800" marT="46800" marB="46800"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C06C10"/>
                    </a:solidFill>
                  </a:tcPr>
                </a:tc>
                <a:tc gridSpan="2">
                  <a:txBody>
                    <a:bodyPr/>
                    <a:lstStyle/>
                    <a:p>
                      <a:pPr marL="0" marR="0" lvl="0" indent="0" algn="ctr" rtl="0">
                        <a:lnSpc>
                          <a:spcPct val="100000"/>
                        </a:lnSpc>
                        <a:spcBef>
                          <a:spcPts val="0"/>
                        </a:spcBef>
                        <a:spcAft>
                          <a:spcPts val="0"/>
                        </a:spcAft>
                        <a:buClr>
                          <a:schemeClr val="dk2"/>
                        </a:buClr>
                        <a:buSzPts val="1000"/>
                        <a:buFont typeface="Century Gothic"/>
                        <a:buNone/>
                      </a:pPr>
                      <a:r>
                        <a:rPr lang="en-GB" sz="1000" b="1">
                          <a:solidFill>
                            <a:schemeClr val="dk2"/>
                          </a:solidFill>
                          <a:latin typeface="Century Gothic"/>
                          <a:ea typeface="Century Gothic"/>
                          <a:cs typeface="Century Gothic"/>
                          <a:sym typeface="Century Gothic"/>
                        </a:rPr>
                        <a:t>Leading</a:t>
                      </a:r>
                      <a:endParaRPr/>
                    </a:p>
                  </a:txBody>
                  <a:tcPr marL="46800" marR="46800" marT="46800" marB="46800"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hMerge="1">
                  <a:txBody>
                    <a:bodyPr/>
                    <a:lstStyle/>
                    <a:p>
                      <a:endParaRPr/>
                    </a:p>
                  </a:txBody>
                  <a:tcPr/>
                </a:tc>
                <a:tc gridSpan="2">
                  <a:txBody>
                    <a:bodyPr/>
                    <a:lstStyle/>
                    <a:p>
                      <a:pPr marL="0" marR="0" lvl="0" indent="0" algn="l" rtl="0">
                        <a:spcBef>
                          <a:spcPts val="0"/>
                        </a:spcBef>
                        <a:spcAft>
                          <a:spcPts val="0"/>
                        </a:spcAft>
                        <a:buNone/>
                      </a:pPr>
                      <a:r>
                        <a:rPr lang="en-GB" sz="800" b="0">
                          <a:solidFill>
                            <a:schemeClr val="dk1"/>
                          </a:solidFill>
                          <a:latin typeface="Century Gothic"/>
                          <a:ea typeface="Century Gothic"/>
                          <a:cs typeface="Century Gothic"/>
                          <a:sym typeface="Century Gothic"/>
                        </a:rPr>
                        <a:t>Large portfolio of cross sell / up-sell events detected on a real-time / intraday / daily basis from a rich variety of data sources including transactions, interactions and external data. Advanced event detection routines such as machine learning finds unusual patterns of behaviour and detects changes in behaviour over time. Events are combined to specialise customer treatment and increase response. Next Best Offer framework used to prioritise offers based on value and channel context.</a:t>
                      </a:r>
                      <a:endParaRPr sz="800" b="0">
                        <a:solidFill>
                          <a:schemeClr val="dk1"/>
                        </a:solidFill>
                        <a:latin typeface="Century Gothic"/>
                        <a:ea typeface="Century Gothic"/>
                        <a:cs typeface="Century Gothic"/>
                        <a:sym typeface="Century Gothic"/>
                      </a:endParaRPr>
                    </a:p>
                  </a:txBody>
                  <a:tcPr marL="46875" marR="46875" marT="46875" marB="46875">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hMerge="1">
                  <a:txBody>
                    <a:bodyPr/>
                    <a:lstStyle/>
                    <a:p>
                      <a:endParaRPr/>
                    </a:p>
                  </a:txBody>
                  <a:tcPr/>
                </a:tc>
                <a:tc>
                  <a:txBody>
                    <a:bodyPr/>
                    <a:lstStyle/>
                    <a:p>
                      <a:pPr marL="0" marR="0" lvl="0" indent="0" algn="ctr" rtl="0">
                        <a:spcBef>
                          <a:spcPts val="0"/>
                        </a:spcBef>
                        <a:spcAft>
                          <a:spcPts val="0"/>
                        </a:spcAft>
                        <a:buNone/>
                      </a:pPr>
                      <a:endParaRPr sz="1400"/>
                    </a:p>
                  </a:txBody>
                  <a:tcPr marL="46800" marR="46800" marT="46800" marB="46800"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a:txBody>
                    <a:bodyPr/>
                    <a:lstStyle/>
                    <a:p>
                      <a:pPr marL="0" marR="0" lvl="0" indent="0" algn="ctr" rtl="0">
                        <a:spcBef>
                          <a:spcPts val="0"/>
                        </a:spcBef>
                        <a:spcAft>
                          <a:spcPts val="0"/>
                        </a:spcAft>
                        <a:buNone/>
                      </a:pPr>
                      <a:endParaRPr sz="1400">
                        <a:solidFill>
                          <a:schemeClr val="dk1"/>
                        </a:solidFill>
                        <a:latin typeface="Noto Sans Symbols"/>
                        <a:ea typeface="Noto Sans Symbols"/>
                        <a:cs typeface="Noto Sans Symbols"/>
                        <a:sym typeface="Noto Sans Symbols"/>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extLst>
                  <a:ext uri="{0D108BD9-81ED-4DB2-BD59-A6C34878D82A}">
                    <a16:rowId xmlns:a16="http://schemas.microsoft.com/office/drawing/2014/main" val="10001"/>
                  </a:ext>
                </a:extLst>
              </a:tr>
              <a:tr h="503725">
                <a:tc>
                  <a:txBody>
                    <a:bodyPr/>
                    <a:lstStyle/>
                    <a:p>
                      <a:pPr marL="0" marR="0" lvl="0" indent="0" algn="ctr" rtl="0">
                        <a:spcBef>
                          <a:spcPts val="0"/>
                        </a:spcBef>
                        <a:spcAft>
                          <a:spcPts val="0"/>
                        </a:spcAft>
                        <a:buNone/>
                      </a:pPr>
                      <a:endParaRPr sz="1000" b="1">
                        <a:solidFill>
                          <a:schemeClr val="lt1"/>
                        </a:solidFill>
                        <a:latin typeface="Century Gothic"/>
                        <a:ea typeface="Century Gothic"/>
                        <a:cs typeface="Century Gothic"/>
                        <a:sym typeface="Century Gothic"/>
                      </a:endParaRPr>
                    </a:p>
                  </a:txBody>
                  <a:tcPr marL="46800" marR="46800" marT="46800" marB="46800"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CF7513"/>
                    </a:solidFill>
                  </a:tcPr>
                </a:tc>
                <a:tc gridSpan="2">
                  <a:txBody>
                    <a:bodyPr/>
                    <a:lstStyle/>
                    <a:p>
                      <a:pPr marL="0" marR="0" lvl="0" indent="0" algn="ctr" rtl="0">
                        <a:lnSpc>
                          <a:spcPct val="100000"/>
                        </a:lnSpc>
                        <a:spcBef>
                          <a:spcPts val="0"/>
                        </a:spcBef>
                        <a:spcAft>
                          <a:spcPts val="0"/>
                        </a:spcAft>
                        <a:buClr>
                          <a:schemeClr val="dk2"/>
                        </a:buClr>
                        <a:buSzPts val="1000"/>
                        <a:buFont typeface="Century Gothic"/>
                        <a:buNone/>
                      </a:pPr>
                      <a:r>
                        <a:rPr lang="en-GB" sz="1000" b="1">
                          <a:solidFill>
                            <a:schemeClr val="dk2"/>
                          </a:solidFill>
                          <a:latin typeface="Century Gothic"/>
                          <a:ea typeface="Century Gothic"/>
                          <a:cs typeface="Century Gothic"/>
                          <a:sym typeface="Century Gothic"/>
                        </a:rPr>
                        <a:t>Innovating</a:t>
                      </a:r>
                      <a:endParaRPr/>
                    </a:p>
                    <a:p>
                      <a:pPr marL="0" marR="0" lvl="0" indent="0" algn="ctr" rtl="0">
                        <a:spcBef>
                          <a:spcPts val="0"/>
                        </a:spcBef>
                        <a:spcAft>
                          <a:spcPts val="0"/>
                        </a:spcAft>
                        <a:buNone/>
                      </a:pPr>
                      <a:endParaRPr sz="1000" b="1">
                        <a:solidFill>
                          <a:schemeClr val="dk2"/>
                        </a:solidFill>
                        <a:latin typeface="Century Gothic"/>
                        <a:ea typeface="Century Gothic"/>
                        <a:cs typeface="Century Gothic"/>
                        <a:sym typeface="Century Gothic"/>
                      </a:endParaRPr>
                    </a:p>
                  </a:txBody>
                  <a:tcPr marL="46800" marR="46800" marT="46800" marB="46800"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hMerge="1">
                  <a:txBody>
                    <a:bodyPr/>
                    <a:lstStyle/>
                    <a:p>
                      <a:endParaRPr/>
                    </a:p>
                  </a:txBody>
                  <a:tcPr/>
                </a:tc>
                <a:tc gridSpan="2">
                  <a:txBody>
                    <a:bodyPr/>
                    <a:lstStyle/>
                    <a:p>
                      <a:pPr marL="0" marR="0" lvl="0" indent="0" algn="l" rtl="0">
                        <a:spcBef>
                          <a:spcPts val="0"/>
                        </a:spcBef>
                        <a:spcAft>
                          <a:spcPts val="0"/>
                        </a:spcAft>
                        <a:buNone/>
                      </a:pPr>
                      <a:r>
                        <a:rPr lang="en-GB" sz="800" b="0">
                          <a:solidFill>
                            <a:schemeClr val="dk1"/>
                          </a:solidFill>
                          <a:latin typeface="Century Gothic"/>
                          <a:ea typeface="Century Gothic"/>
                          <a:cs typeface="Century Gothic"/>
                          <a:sym typeface="Century Gothic"/>
                        </a:rPr>
                        <a:t>Medium to large portfolio of cross sell / up-sell events detected on daily basis from an expanding range of data sources including transactions and interactions. (including online) Established set of event detection methodologies are utilised depending on timeliness and complexity of data. Batch prioritisation process used to identify most appropriate customer offers.</a:t>
                      </a:r>
                      <a:endParaRPr sz="800" b="0">
                        <a:solidFill>
                          <a:schemeClr val="dk1"/>
                        </a:solidFill>
                        <a:latin typeface="Century Gothic"/>
                        <a:ea typeface="Century Gothic"/>
                        <a:cs typeface="Century Gothic"/>
                        <a:sym typeface="Century Gothic"/>
                      </a:endParaRPr>
                    </a:p>
                  </a:txBody>
                  <a:tcPr marL="46875" marR="46875" marT="46875" marB="46875">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hMerge="1">
                  <a:txBody>
                    <a:bodyPr/>
                    <a:lstStyle/>
                    <a:p>
                      <a:endParaRPr/>
                    </a:p>
                  </a:txBody>
                  <a:tcPr/>
                </a:tc>
                <a:tc>
                  <a:txBody>
                    <a:bodyPr/>
                    <a:lstStyle/>
                    <a:p>
                      <a:pPr marL="0" marR="0" lvl="0" indent="0" algn="ctr" rtl="0">
                        <a:spcBef>
                          <a:spcPts val="0"/>
                        </a:spcBef>
                        <a:spcAft>
                          <a:spcPts val="0"/>
                        </a:spcAft>
                        <a:buNone/>
                      </a:pPr>
                      <a:endParaRPr sz="1400"/>
                    </a:p>
                  </a:txBody>
                  <a:tcPr marL="46800" marR="46800" marT="46800" marB="46800"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400"/>
                        <a:buFont typeface="Noto Sans Symbols"/>
                        <a:buNone/>
                      </a:pPr>
                      <a:r>
                        <a:rPr lang="en-GB" sz="1400">
                          <a:solidFill>
                            <a:schemeClr val="dk1"/>
                          </a:solidFill>
                          <a:latin typeface="Noto Sans Symbols"/>
                          <a:ea typeface="Noto Sans Symbols"/>
                          <a:cs typeface="Noto Sans Symbols"/>
                          <a:sym typeface="Noto Sans Symbols"/>
                        </a:rPr>
                        <a:t>✔</a:t>
                      </a:r>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extLst>
                  <a:ext uri="{0D108BD9-81ED-4DB2-BD59-A6C34878D82A}">
                    <a16:rowId xmlns:a16="http://schemas.microsoft.com/office/drawing/2014/main" val="10002"/>
                  </a:ext>
                </a:extLst>
              </a:tr>
              <a:tr h="553500">
                <a:tc>
                  <a:txBody>
                    <a:bodyPr/>
                    <a:lstStyle/>
                    <a:p>
                      <a:pPr marL="0" marR="0" lvl="0" indent="0" algn="ctr" rtl="0">
                        <a:spcBef>
                          <a:spcPts val="0"/>
                        </a:spcBef>
                        <a:spcAft>
                          <a:spcPts val="0"/>
                        </a:spcAft>
                        <a:buNone/>
                      </a:pPr>
                      <a:endParaRPr sz="1000" b="1">
                        <a:solidFill>
                          <a:schemeClr val="lt1"/>
                        </a:solidFill>
                        <a:latin typeface="Century Gothic"/>
                        <a:ea typeface="Century Gothic"/>
                        <a:cs typeface="Century Gothic"/>
                        <a:sym typeface="Century Gothic"/>
                      </a:endParaRPr>
                    </a:p>
                  </a:txBody>
                  <a:tcPr marL="46800" marR="46800" marT="46800" marB="46800"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EC891C"/>
                    </a:solidFill>
                  </a:tcPr>
                </a:tc>
                <a:tc gridSpan="2">
                  <a:txBody>
                    <a:bodyPr/>
                    <a:lstStyle/>
                    <a:p>
                      <a:pPr marL="0" marR="0" lvl="0" indent="0" algn="ctr" rtl="0">
                        <a:lnSpc>
                          <a:spcPct val="100000"/>
                        </a:lnSpc>
                        <a:spcBef>
                          <a:spcPts val="0"/>
                        </a:spcBef>
                        <a:spcAft>
                          <a:spcPts val="0"/>
                        </a:spcAft>
                        <a:buClr>
                          <a:schemeClr val="dk2"/>
                        </a:buClr>
                        <a:buSzPts val="1000"/>
                        <a:buFont typeface="Century Gothic"/>
                        <a:buNone/>
                      </a:pPr>
                      <a:r>
                        <a:rPr lang="en-GB" sz="1000" b="1">
                          <a:solidFill>
                            <a:schemeClr val="dk2"/>
                          </a:solidFill>
                          <a:latin typeface="Century Gothic"/>
                          <a:ea typeface="Century Gothic"/>
                          <a:cs typeface="Century Gothic"/>
                          <a:sym typeface="Century Gothic"/>
                        </a:rPr>
                        <a:t>Practicing</a:t>
                      </a:r>
                      <a:endParaRPr/>
                    </a:p>
                  </a:txBody>
                  <a:tcPr marL="46800" marR="46800" marT="46800" marB="46800"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hMerge="1">
                  <a:txBody>
                    <a:bodyPr/>
                    <a:lstStyle/>
                    <a:p>
                      <a:endParaRPr/>
                    </a:p>
                  </a:txBody>
                  <a:tcPr/>
                </a:tc>
                <a:tc gridSpan="2">
                  <a:txBody>
                    <a:bodyPr/>
                    <a:lstStyle/>
                    <a:p>
                      <a:pPr marL="0" marR="0" lvl="0" indent="0" algn="l" rtl="0">
                        <a:spcBef>
                          <a:spcPts val="0"/>
                        </a:spcBef>
                        <a:spcAft>
                          <a:spcPts val="0"/>
                        </a:spcAft>
                        <a:buNone/>
                      </a:pPr>
                      <a:r>
                        <a:rPr lang="en-GB" sz="800" b="0">
                          <a:solidFill>
                            <a:schemeClr val="dk1"/>
                          </a:solidFill>
                          <a:latin typeface="Century Gothic"/>
                          <a:ea typeface="Century Gothic"/>
                          <a:cs typeface="Century Gothic"/>
                          <a:sym typeface="Century Gothic"/>
                        </a:rPr>
                        <a:t>Expanding portfolio of cross sell / up-sell events covering a limited range of product &amp; service areas / data sources including history and using more sophisticated transactional event detection routines. Data latency constraints being addressed to improve performance of events – daily / weekly</a:t>
                      </a:r>
                      <a:endParaRPr/>
                    </a:p>
                  </a:txBody>
                  <a:tcPr marL="46875" marR="46875" marT="46875" marB="46875">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hMerge="1">
                  <a:txBody>
                    <a:bodyPr/>
                    <a:lstStyle/>
                    <a:p>
                      <a:endParaRPr/>
                    </a:p>
                  </a:txBody>
                  <a:tcPr/>
                </a:tc>
                <a:tc>
                  <a:txBody>
                    <a:bodyPr/>
                    <a:lstStyle/>
                    <a:p>
                      <a:pPr marL="0" marR="0" lvl="0" indent="0" algn="ctr" rtl="0">
                        <a:lnSpc>
                          <a:spcPct val="100000"/>
                        </a:lnSpc>
                        <a:spcBef>
                          <a:spcPts val="0"/>
                        </a:spcBef>
                        <a:spcAft>
                          <a:spcPts val="0"/>
                        </a:spcAft>
                        <a:buClr>
                          <a:schemeClr val="dk1"/>
                        </a:buClr>
                        <a:buSzPts val="1400"/>
                        <a:buFont typeface="Century Gothic"/>
                        <a:buNone/>
                      </a:pPr>
                      <a:endParaRPr sz="1400">
                        <a:solidFill>
                          <a:schemeClr val="dk1"/>
                        </a:solidFill>
                        <a:latin typeface="Noto Sans Symbols"/>
                        <a:ea typeface="Noto Sans Symbols"/>
                        <a:cs typeface="Noto Sans Symbols"/>
                        <a:sym typeface="Noto Sans Symbols"/>
                      </a:endParaRPr>
                    </a:p>
                  </a:txBody>
                  <a:tcPr marL="46800" marR="46800" marT="46800" marB="46800"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a:txBody>
                    <a:bodyPr/>
                    <a:lstStyle/>
                    <a:p>
                      <a:pPr marL="0" marR="0" lvl="0" indent="0" algn="ctr" rtl="0">
                        <a:spcBef>
                          <a:spcPts val="0"/>
                        </a:spcBef>
                        <a:spcAft>
                          <a:spcPts val="0"/>
                        </a:spcAft>
                        <a:buNone/>
                      </a:pPr>
                      <a:endParaRPr sz="1400">
                        <a:solidFill>
                          <a:schemeClr val="dk1"/>
                        </a:solidFill>
                        <a:latin typeface="Noto Sans Symbols"/>
                        <a:ea typeface="Noto Sans Symbols"/>
                        <a:cs typeface="Noto Sans Symbols"/>
                        <a:sym typeface="Noto Sans Symbols"/>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extLst>
                  <a:ext uri="{0D108BD9-81ED-4DB2-BD59-A6C34878D82A}">
                    <a16:rowId xmlns:a16="http://schemas.microsoft.com/office/drawing/2014/main" val="10003"/>
                  </a:ext>
                </a:extLst>
              </a:tr>
              <a:tr h="553500">
                <a:tc>
                  <a:txBody>
                    <a:bodyPr/>
                    <a:lstStyle/>
                    <a:p>
                      <a:pPr marL="0" marR="0" lvl="0" indent="0" algn="ctr" rtl="0">
                        <a:spcBef>
                          <a:spcPts val="0"/>
                        </a:spcBef>
                        <a:spcAft>
                          <a:spcPts val="0"/>
                        </a:spcAft>
                        <a:buNone/>
                      </a:pPr>
                      <a:endParaRPr sz="1000" b="1">
                        <a:solidFill>
                          <a:schemeClr val="lt1"/>
                        </a:solidFill>
                        <a:latin typeface="Century Gothic"/>
                        <a:ea typeface="Century Gothic"/>
                        <a:cs typeface="Century Gothic"/>
                        <a:sym typeface="Century Gothic"/>
                      </a:endParaRPr>
                    </a:p>
                  </a:txBody>
                  <a:tcPr marL="46800" marR="46800" marT="46800" marB="46800"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EE9B40"/>
                    </a:solidFill>
                  </a:tcPr>
                </a:tc>
                <a:tc gridSpan="2">
                  <a:txBody>
                    <a:bodyPr/>
                    <a:lstStyle/>
                    <a:p>
                      <a:pPr marL="0" marR="0" lvl="0" indent="0" algn="ctr" rtl="0">
                        <a:lnSpc>
                          <a:spcPct val="100000"/>
                        </a:lnSpc>
                        <a:spcBef>
                          <a:spcPts val="0"/>
                        </a:spcBef>
                        <a:spcAft>
                          <a:spcPts val="0"/>
                        </a:spcAft>
                        <a:buClr>
                          <a:schemeClr val="dk2"/>
                        </a:buClr>
                        <a:buSzPts val="1000"/>
                        <a:buFont typeface="Century Gothic"/>
                        <a:buNone/>
                      </a:pPr>
                      <a:r>
                        <a:rPr lang="en-GB" sz="1000" b="1">
                          <a:solidFill>
                            <a:schemeClr val="dk2"/>
                          </a:solidFill>
                          <a:latin typeface="Century Gothic"/>
                          <a:ea typeface="Century Gothic"/>
                          <a:cs typeface="Century Gothic"/>
                          <a:sym typeface="Century Gothic"/>
                        </a:rPr>
                        <a:t>Developing</a:t>
                      </a:r>
                      <a:endParaRPr/>
                    </a:p>
                  </a:txBody>
                  <a:tcPr marL="46800" marR="46800" marT="46800" marB="46800"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hMerge="1">
                  <a:txBody>
                    <a:bodyPr/>
                    <a:lstStyle/>
                    <a:p>
                      <a:endParaRPr/>
                    </a:p>
                  </a:txBody>
                  <a:tcPr/>
                </a:tc>
                <a:tc gridSpan="2">
                  <a:txBody>
                    <a:bodyPr/>
                    <a:lstStyle/>
                    <a:p>
                      <a:pPr marL="0" marR="0" lvl="0" indent="0" algn="l" rtl="0">
                        <a:lnSpc>
                          <a:spcPct val="100000"/>
                        </a:lnSpc>
                        <a:spcBef>
                          <a:spcPts val="0"/>
                        </a:spcBef>
                        <a:spcAft>
                          <a:spcPts val="0"/>
                        </a:spcAft>
                        <a:buClr>
                          <a:schemeClr val="dk1"/>
                        </a:buClr>
                        <a:buSzPts val="800"/>
                        <a:buFont typeface="Century Gothic"/>
                        <a:buNone/>
                      </a:pPr>
                      <a:r>
                        <a:rPr lang="en-GB" sz="800" b="0">
                          <a:solidFill>
                            <a:schemeClr val="dk1"/>
                          </a:solidFill>
                          <a:latin typeface="Century Gothic"/>
                          <a:ea typeface="Century Gothic"/>
                          <a:cs typeface="Century Gothic"/>
                          <a:sym typeface="Century Gothic"/>
                        </a:rPr>
                        <a:t>Small portfolio of cross-sell / up-sell events detected using static traditional data sources. E.g. Key Birthdays  Events detected on weekly / monthly basis with dependency on load of core data feeds.</a:t>
                      </a:r>
                      <a:endParaRPr/>
                    </a:p>
                  </a:txBody>
                  <a:tcPr marL="46875" marR="46875" marT="46875" marB="46875">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hMerge="1">
                  <a:txBody>
                    <a:bodyPr/>
                    <a:lstStyle/>
                    <a:p>
                      <a:endParaRPr/>
                    </a:p>
                  </a:txBody>
                  <a:tcPr/>
                </a:tc>
                <a:tc>
                  <a:txBody>
                    <a:bodyPr/>
                    <a:lstStyle/>
                    <a:p>
                      <a:pPr marL="0" marR="0" lvl="0" indent="0" algn="ctr" rtl="0">
                        <a:lnSpc>
                          <a:spcPct val="100000"/>
                        </a:lnSpc>
                        <a:spcBef>
                          <a:spcPts val="0"/>
                        </a:spcBef>
                        <a:spcAft>
                          <a:spcPts val="0"/>
                        </a:spcAft>
                        <a:buClr>
                          <a:schemeClr val="dk1"/>
                        </a:buClr>
                        <a:buSzPts val="1400"/>
                        <a:buFont typeface="Noto Sans Symbols"/>
                        <a:buNone/>
                      </a:pPr>
                      <a:r>
                        <a:rPr lang="en-GB" sz="1400">
                          <a:solidFill>
                            <a:schemeClr val="dk1"/>
                          </a:solidFill>
                          <a:latin typeface="Noto Sans Symbols"/>
                          <a:ea typeface="Noto Sans Symbols"/>
                          <a:cs typeface="Noto Sans Symbols"/>
                          <a:sym typeface="Noto Sans Symbols"/>
                        </a:rPr>
                        <a:t>✔</a:t>
                      </a:r>
                      <a:endParaRPr/>
                    </a:p>
                  </a:txBody>
                  <a:tcPr marL="46800" marR="46800" marT="46800" marB="46800"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a:txBody>
                    <a:bodyPr/>
                    <a:lstStyle/>
                    <a:p>
                      <a:pPr marL="0" marR="0" lvl="0" indent="0" algn="ctr" rtl="0">
                        <a:spcBef>
                          <a:spcPts val="0"/>
                        </a:spcBef>
                        <a:spcAft>
                          <a:spcPts val="0"/>
                        </a:spcAft>
                        <a:buNone/>
                      </a:pPr>
                      <a:endParaRPr sz="1400">
                        <a:solidFill>
                          <a:schemeClr val="dk1"/>
                        </a:solidFill>
                        <a:latin typeface="Noto Sans Symbols"/>
                        <a:ea typeface="Noto Sans Symbols"/>
                        <a:cs typeface="Noto Sans Symbols"/>
                        <a:sym typeface="Noto Sans Symbols"/>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extLst>
                  <a:ext uri="{0D108BD9-81ED-4DB2-BD59-A6C34878D82A}">
                    <a16:rowId xmlns:a16="http://schemas.microsoft.com/office/drawing/2014/main" val="10004"/>
                  </a:ext>
                </a:extLst>
              </a:tr>
              <a:tr h="503725">
                <a:tc>
                  <a:txBody>
                    <a:bodyPr/>
                    <a:lstStyle/>
                    <a:p>
                      <a:pPr marL="0" marR="0" lvl="0" indent="0" algn="ctr" rtl="0">
                        <a:spcBef>
                          <a:spcPts val="0"/>
                        </a:spcBef>
                        <a:spcAft>
                          <a:spcPts val="0"/>
                        </a:spcAft>
                        <a:buNone/>
                      </a:pPr>
                      <a:endParaRPr sz="1000" b="1">
                        <a:solidFill>
                          <a:schemeClr val="lt1"/>
                        </a:solidFill>
                        <a:latin typeface="Century Gothic"/>
                        <a:ea typeface="Century Gothic"/>
                        <a:cs typeface="Century Gothic"/>
                        <a:sym typeface="Century Gothic"/>
                      </a:endParaRPr>
                    </a:p>
                  </a:txBody>
                  <a:tcPr marL="46800" marR="46800" marT="46800" marB="46800"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1AE65"/>
                    </a:solidFill>
                  </a:tcPr>
                </a:tc>
                <a:tc gridSpan="2">
                  <a:txBody>
                    <a:bodyPr/>
                    <a:lstStyle/>
                    <a:p>
                      <a:pPr marL="0" marR="0" lvl="0" indent="0" algn="ctr" rtl="0">
                        <a:lnSpc>
                          <a:spcPct val="100000"/>
                        </a:lnSpc>
                        <a:spcBef>
                          <a:spcPts val="0"/>
                        </a:spcBef>
                        <a:spcAft>
                          <a:spcPts val="0"/>
                        </a:spcAft>
                        <a:buClr>
                          <a:schemeClr val="dk2"/>
                        </a:buClr>
                        <a:buSzPts val="1000"/>
                        <a:buFont typeface="Century Gothic"/>
                        <a:buNone/>
                      </a:pPr>
                      <a:r>
                        <a:rPr lang="en-GB" sz="1000" b="1">
                          <a:solidFill>
                            <a:schemeClr val="dk2"/>
                          </a:solidFill>
                          <a:latin typeface="Century Gothic"/>
                          <a:ea typeface="Century Gothic"/>
                          <a:cs typeface="Century Gothic"/>
                          <a:sym typeface="Century Gothic"/>
                        </a:rPr>
                        <a:t>Emerging</a:t>
                      </a:r>
                      <a:endParaRPr/>
                    </a:p>
                  </a:txBody>
                  <a:tcPr marL="46800" marR="46800" marT="46800" marB="46800"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hMerge="1">
                  <a:txBody>
                    <a:bodyPr/>
                    <a:lstStyle/>
                    <a:p>
                      <a:endParaRPr/>
                    </a:p>
                  </a:txBody>
                  <a:tcPr/>
                </a:tc>
                <a:tc gridSpan="2">
                  <a:txBody>
                    <a:bodyPr/>
                    <a:lstStyle/>
                    <a:p>
                      <a:pPr marL="0" marR="0" lvl="0" indent="0" algn="l" rtl="0">
                        <a:lnSpc>
                          <a:spcPct val="100000"/>
                        </a:lnSpc>
                        <a:spcBef>
                          <a:spcPts val="0"/>
                        </a:spcBef>
                        <a:spcAft>
                          <a:spcPts val="0"/>
                        </a:spcAft>
                        <a:buClr>
                          <a:schemeClr val="dk1"/>
                        </a:buClr>
                        <a:buSzPts val="800"/>
                        <a:buFont typeface="Century Gothic"/>
                        <a:buNone/>
                      </a:pPr>
                      <a:r>
                        <a:rPr lang="en-GB" sz="800" b="0">
                          <a:solidFill>
                            <a:schemeClr val="dk1"/>
                          </a:solidFill>
                          <a:latin typeface="Century Gothic"/>
                          <a:ea typeface="Century Gothic"/>
                          <a:cs typeface="Century Gothic"/>
                          <a:sym typeface="Century Gothic"/>
                        </a:rPr>
                        <a:t>Outbound push based campaigns generated on a monthly basis according to marketing calendar rather than customer need. Loosely targeted offers based on simple business rules and products previously purchased.</a:t>
                      </a:r>
                      <a:endParaRPr/>
                    </a:p>
                    <a:p>
                      <a:pPr marL="0" marR="0" lvl="0" indent="0" algn="l" rtl="0">
                        <a:spcBef>
                          <a:spcPts val="0"/>
                        </a:spcBef>
                        <a:spcAft>
                          <a:spcPts val="0"/>
                        </a:spcAft>
                        <a:buNone/>
                      </a:pPr>
                      <a:endParaRPr sz="800" b="0">
                        <a:solidFill>
                          <a:schemeClr val="dk1"/>
                        </a:solidFill>
                        <a:latin typeface="Century Gothic"/>
                        <a:ea typeface="Century Gothic"/>
                        <a:cs typeface="Century Gothic"/>
                        <a:sym typeface="Century Gothic"/>
                      </a:endParaRPr>
                    </a:p>
                  </a:txBody>
                  <a:tcPr marL="46875" marR="46875" marT="46875" marB="46875">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hMerge="1">
                  <a:txBody>
                    <a:bodyPr/>
                    <a:lstStyle/>
                    <a:p>
                      <a:endParaRPr/>
                    </a:p>
                  </a:txBody>
                  <a:tcPr/>
                </a:tc>
                <a:tc>
                  <a:txBody>
                    <a:bodyPr/>
                    <a:lstStyle/>
                    <a:p>
                      <a:pPr marL="0" marR="0" lvl="0" indent="0" algn="ctr" rtl="0">
                        <a:spcBef>
                          <a:spcPts val="0"/>
                        </a:spcBef>
                        <a:spcAft>
                          <a:spcPts val="0"/>
                        </a:spcAft>
                        <a:buNone/>
                      </a:pPr>
                      <a:endParaRPr sz="1400"/>
                    </a:p>
                  </a:txBody>
                  <a:tcPr marL="46800" marR="46800" marT="46800" marB="46800"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a:txBody>
                    <a:bodyPr/>
                    <a:lstStyle/>
                    <a:p>
                      <a:pPr marL="0" marR="0" lvl="0" indent="0" algn="ctr" rtl="0">
                        <a:spcBef>
                          <a:spcPts val="0"/>
                        </a:spcBef>
                        <a:spcAft>
                          <a:spcPts val="0"/>
                        </a:spcAft>
                        <a:buNone/>
                      </a:pPr>
                      <a:endParaRPr sz="1400">
                        <a:solidFill>
                          <a:schemeClr val="dk1"/>
                        </a:solidFill>
                        <a:latin typeface="Noto Sans Symbols"/>
                        <a:ea typeface="Noto Sans Symbols"/>
                        <a:cs typeface="Noto Sans Symbols"/>
                        <a:sym typeface="Noto Sans Symbols"/>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extLst>
                  <a:ext uri="{0D108BD9-81ED-4DB2-BD59-A6C34878D82A}">
                    <a16:rowId xmlns:a16="http://schemas.microsoft.com/office/drawing/2014/main" val="10005"/>
                  </a:ext>
                </a:extLst>
              </a:tr>
              <a:tr h="178750">
                <a:tc gridSpan="3">
                  <a:txBody>
                    <a:bodyPr/>
                    <a:lstStyle/>
                    <a:p>
                      <a:pPr marL="0" marR="0" lvl="0" indent="0" algn="ctr" rtl="0">
                        <a:lnSpc>
                          <a:spcPct val="100000"/>
                        </a:lnSpc>
                        <a:spcBef>
                          <a:spcPts val="0"/>
                        </a:spcBef>
                        <a:spcAft>
                          <a:spcPts val="0"/>
                        </a:spcAft>
                        <a:buClr>
                          <a:schemeClr val="dk2"/>
                        </a:buClr>
                        <a:buSzPts val="1000"/>
                        <a:buFont typeface="Century Gothic"/>
                        <a:buNone/>
                      </a:pPr>
                      <a:r>
                        <a:rPr lang="en-GB" sz="1000" b="1">
                          <a:solidFill>
                            <a:schemeClr val="dk2"/>
                          </a:solidFill>
                        </a:rPr>
                        <a:t>Priority</a:t>
                      </a:r>
                      <a:endParaRPr/>
                    </a:p>
                  </a:txBody>
                  <a:tcPr marL="46800" marR="46800" marT="0" marB="0"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hMerge="1">
                  <a:txBody>
                    <a:bodyPr/>
                    <a:lstStyle/>
                    <a:p>
                      <a:endParaRPr/>
                    </a:p>
                  </a:txBody>
                  <a:tcPr/>
                </a:tc>
                <a:tc hMerge="1">
                  <a:txBody>
                    <a:bodyPr/>
                    <a:lstStyle/>
                    <a:p>
                      <a:endParaRPr/>
                    </a:p>
                  </a:txBody>
                  <a:tcPr/>
                </a:tc>
                <a:tc>
                  <a:txBody>
                    <a:bodyPr/>
                    <a:lstStyle/>
                    <a:p>
                      <a:pPr marL="0" marR="0" lvl="0" indent="0" algn="ctr" rtl="0">
                        <a:lnSpc>
                          <a:spcPct val="100000"/>
                        </a:lnSpc>
                        <a:spcBef>
                          <a:spcPts val="0"/>
                        </a:spcBef>
                        <a:spcAft>
                          <a:spcPts val="0"/>
                        </a:spcAft>
                        <a:buClr>
                          <a:schemeClr val="dk2"/>
                        </a:buClr>
                        <a:buSzPts val="1000"/>
                        <a:buFont typeface="Century Gothic"/>
                        <a:buNone/>
                      </a:pPr>
                      <a:r>
                        <a:rPr lang="en-GB" sz="1000" b="1">
                          <a:solidFill>
                            <a:schemeClr val="dk2"/>
                          </a:solidFill>
                          <a:latin typeface="Century Gothic"/>
                          <a:ea typeface="Century Gothic"/>
                          <a:cs typeface="Century Gothic"/>
                          <a:sym typeface="Century Gothic"/>
                        </a:rPr>
                        <a:t>Key areas for improvement</a:t>
                      </a:r>
                      <a:endParaRPr/>
                    </a:p>
                  </a:txBody>
                  <a:tcPr marL="46800" marR="46800" marT="0" marB="0"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2"/>
                        </a:buClr>
                        <a:buSzPts val="1000"/>
                        <a:buFont typeface="Century Gothic"/>
                        <a:buNone/>
                      </a:pPr>
                      <a:r>
                        <a:rPr lang="en-GB" sz="1000" b="1">
                          <a:solidFill>
                            <a:schemeClr val="dk2"/>
                          </a:solidFill>
                        </a:rPr>
                        <a:t>Benefits from uplift</a:t>
                      </a:r>
                      <a:endParaRPr sz="1000" b="1">
                        <a:solidFill>
                          <a:schemeClr val="dk2"/>
                        </a:solidFill>
                        <a:latin typeface="Century Gothic"/>
                        <a:ea typeface="Century Gothic"/>
                        <a:cs typeface="Century Gothic"/>
                        <a:sym typeface="Century Gothic"/>
                      </a:endParaRPr>
                    </a:p>
                  </a:txBody>
                  <a:tcPr marL="46800" marR="46800" marT="0" marB="0"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gridSpan="2">
                  <a:txBody>
                    <a:bodyPr/>
                    <a:lstStyle/>
                    <a:p>
                      <a:pPr marL="0" marR="0" lvl="0" indent="0" algn="ctr" rtl="0">
                        <a:spcBef>
                          <a:spcPts val="0"/>
                        </a:spcBef>
                        <a:spcAft>
                          <a:spcPts val="0"/>
                        </a:spcAft>
                        <a:buNone/>
                      </a:pPr>
                      <a:r>
                        <a:rPr lang="en-GB" sz="1000" b="1">
                          <a:solidFill>
                            <a:schemeClr val="dk2"/>
                          </a:solidFill>
                        </a:rPr>
                        <a:t>Timeframe</a:t>
                      </a:r>
                      <a:endParaRPr sz="1000" b="1">
                        <a:solidFill>
                          <a:schemeClr val="dk2"/>
                        </a:solidFill>
                      </a:endParaRPr>
                    </a:p>
                  </a:txBody>
                  <a:tcPr marL="46800" marR="46800" marT="0" marB="0"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hMerge="1">
                  <a:txBody>
                    <a:bodyPr/>
                    <a:lstStyle/>
                    <a:p>
                      <a:endParaRPr/>
                    </a:p>
                  </a:txBody>
                  <a:tcPr/>
                </a:tc>
                <a:extLst>
                  <a:ext uri="{0D108BD9-81ED-4DB2-BD59-A6C34878D82A}">
                    <a16:rowId xmlns:a16="http://schemas.microsoft.com/office/drawing/2014/main" val="10006"/>
                  </a:ext>
                </a:extLst>
              </a:tr>
              <a:tr h="243275">
                <a:tc gridSpan="2">
                  <a:txBody>
                    <a:bodyPr/>
                    <a:lstStyle/>
                    <a:p>
                      <a:pPr marL="0" marR="0" lvl="0" indent="0" algn="ctr" rtl="0">
                        <a:spcBef>
                          <a:spcPts val="0"/>
                        </a:spcBef>
                        <a:spcAft>
                          <a:spcPts val="0"/>
                        </a:spcAft>
                        <a:buNone/>
                      </a:pPr>
                      <a:r>
                        <a:rPr lang="en-GB" sz="800" b="1">
                          <a:solidFill>
                            <a:schemeClr val="dk1"/>
                          </a:solidFill>
                        </a:rPr>
                        <a:t>High</a:t>
                      </a:r>
                      <a:endParaRPr sz="800" b="1">
                        <a:solidFill>
                          <a:schemeClr val="dk1"/>
                        </a:solidFill>
                      </a:endParaRPr>
                    </a:p>
                  </a:txBody>
                  <a:tcPr marL="46800" marR="46800" marT="46800" marB="46800"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hMerge="1">
                  <a:txBody>
                    <a:bodyPr/>
                    <a:lstStyle/>
                    <a:p>
                      <a:endParaRPr/>
                    </a:p>
                  </a:txBody>
                  <a:tcPr/>
                </a:tc>
                <a:tc>
                  <a:txBody>
                    <a:bodyPr/>
                    <a:lstStyle/>
                    <a:p>
                      <a:pPr marL="0" marR="0" lvl="0" indent="0" algn="ctr" rtl="0">
                        <a:spcBef>
                          <a:spcPts val="0"/>
                        </a:spcBef>
                        <a:spcAft>
                          <a:spcPts val="0"/>
                        </a:spcAft>
                        <a:buNone/>
                      </a:pPr>
                      <a:r>
                        <a:rPr lang="en-GB" sz="1000">
                          <a:solidFill>
                            <a:schemeClr val="dk1"/>
                          </a:solidFill>
                          <a:latin typeface="Noto Sans Symbols"/>
                          <a:ea typeface="Noto Sans Symbols"/>
                          <a:cs typeface="Noto Sans Symbols"/>
                          <a:sym typeface="Noto Sans Symbols"/>
                        </a:rPr>
                        <a:t>✔</a:t>
                      </a:r>
                      <a:endParaRPr sz="1000" b="1">
                        <a:solidFill>
                          <a:schemeClr val="dk1"/>
                        </a:solidFill>
                      </a:endParaRPr>
                    </a:p>
                  </a:txBody>
                  <a:tcPr marL="46800" marR="46800" marT="46800" marB="46800"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rowSpan="3">
                  <a:txBody>
                    <a:bodyPr/>
                    <a:lstStyle/>
                    <a:p>
                      <a:pPr marL="0" marR="0" lvl="0" indent="0" algn="l" rtl="0">
                        <a:lnSpc>
                          <a:spcPct val="100000"/>
                        </a:lnSpc>
                        <a:spcBef>
                          <a:spcPts val="0"/>
                        </a:spcBef>
                        <a:spcAft>
                          <a:spcPts val="0"/>
                        </a:spcAft>
                        <a:buClr>
                          <a:schemeClr val="dk1"/>
                        </a:buClr>
                        <a:buSzPts val="800"/>
                        <a:buFont typeface="Arial"/>
                        <a:buNone/>
                      </a:pPr>
                      <a:r>
                        <a:rPr lang="en-GB" sz="800" b="0">
                          <a:solidFill>
                            <a:schemeClr val="dk1"/>
                          </a:solidFill>
                          <a:latin typeface="Century Gothic"/>
                          <a:ea typeface="Century Gothic"/>
                          <a:cs typeface="Century Gothic"/>
                          <a:sym typeface="Century Gothic"/>
                        </a:rPr>
                        <a:t>Client’s view of key areas for improvement e.g. </a:t>
                      </a:r>
                      <a:endParaRPr/>
                    </a:p>
                    <a:p>
                      <a:pPr marL="171450" marR="0" lvl="0" indent="-171450" algn="l" rtl="0">
                        <a:lnSpc>
                          <a:spcPct val="100000"/>
                        </a:lnSpc>
                        <a:spcBef>
                          <a:spcPts val="0"/>
                        </a:spcBef>
                        <a:spcAft>
                          <a:spcPts val="0"/>
                        </a:spcAft>
                        <a:buClr>
                          <a:schemeClr val="dk1"/>
                        </a:buClr>
                        <a:buSzPts val="800"/>
                        <a:buFont typeface="Arial"/>
                        <a:buChar char="•"/>
                      </a:pPr>
                      <a:r>
                        <a:rPr lang="en-GB" sz="800" b="0">
                          <a:solidFill>
                            <a:schemeClr val="dk1"/>
                          </a:solidFill>
                          <a:latin typeface="Century Gothic"/>
                          <a:ea typeface="Century Gothic"/>
                          <a:cs typeface="Century Gothic"/>
                          <a:sym typeface="Century Gothic"/>
                        </a:rPr>
                        <a:t>Analytical capability (sophistication, resourcing)</a:t>
                      </a:r>
                      <a:endParaRPr/>
                    </a:p>
                    <a:p>
                      <a:pPr marL="171450" marR="0" lvl="0" indent="-171450" algn="l" rtl="0">
                        <a:lnSpc>
                          <a:spcPct val="100000"/>
                        </a:lnSpc>
                        <a:spcBef>
                          <a:spcPts val="0"/>
                        </a:spcBef>
                        <a:spcAft>
                          <a:spcPts val="0"/>
                        </a:spcAft>
                        <a:buClr>
                          <a:schemeClr val="dk1"/>
                        </a:buClr>
                        <a:buSzPts val="800"/>
                        <a:buFont typeface="Arial"/>
                        <a:buChar char="•"/>
                      </a:pPr>
                      <a:r>
                        <a:rPr lang="en-GB" sz="800" b="0">
                          <a:solidFill>
                            <a:schemeClr val="dk1"/>
                          </a:solidFill>
                          <a:latin typeface="Century Gothic"/>
                          <a:ea typeface="Century Gothic"/>
                          <a:cs typeface="Century Gothic"/>
                          <a:sym typeface="Century Gothic"/>
                        </a:rPr>
                        <a:t>Analytical agility, time to market, automation</a:t>
                      </a:r>
                      <a:endParaRPr/>
                    </a:p>
                    <a:p>
                      <a:pPr marL="171450" marR="0" lvl="0" indent="-171450" algn="l" rtl="0">
                        <a:lnSpc>
                          <a:spcPct val="100000"/>
                        </a:lnSpc>
                        <a:spcBef>
                          <a:spcPts val="0"/>
                        </a:spcBef>
                        <a:spcAft>
                          <a:spcPts val="0"/>
                        </a:spcAft>
                        <a:buClr>
                          <a:schemeClr val="dk1"/>
                        </a:buClr>
                        <a:buSzPts val="800"/>
                        <a:buFont typeface="Arial"/>
                        <a:buChar char="•"/>
                      </a:pPr>
                      <a:r>
                        <a:rPr lang="en-GB" sz="800" b="0">
                          <a:solidFill>
                            <a:schemeClr val="dk1"/>
                          </a:solidFill>
                          <a:latin typeface="Century Gothic"/>
                          <a:ea typeface="Century Gothic"/>
                          <a:cs typeface="Century Gothic"/>
                          <a:sym typeface="Century Gothic"/>
                        </a:rPr>
                        <a:t>Data completeness, latency, extent of integration</a:t>
                      </a:r>
                      <a:endParaRPr/>
                    </a:p>
                  </a:txBody>
                  <a:tcPr marL="36000" marR="36000" marT="36000" marB="36000">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rowSpan="3">
                  <a:txBody>
                    <a:bodyPr/>
                    <a:lstStyle/>
                    <a:p>
                      <a:pPr marL="285750" marR="0" lvl="0" indent="-285750" algn="l" rtl="0">
                        <a:spcBef>
                          <a:spcPts val="0"/>
                        </a:spcBef>
                        <a:spcAft>
                          <a:spcPts val="0"/>
                        </a:spcAft>
                        <a:buClr>
                          <a:schemeClr val="dk1"/>
                        </a:buClr>
                        <a:buSzPts val="800"/>
                        <a:buFont typeface="Arial"/>
                        <a:buChar char="•"/>
                      </a:pPr>
                      <a:r>
                        <a:rPr lang="en-GB" sz="800">
                          <a:solidFill>
                            <a:schemeClr val="dk1"/>
                          </a:solidFill>
                          <a:latin typeface="Century Gothic"/>
                          <a:ea typeface="Century Gothic"/>
                          <a:cs typeface="Century Gothic"/>
                          <a:sym typeface="Century Gothic"/>
                        </a:rPr>
                        <a:t>Accurate customer count for SBP regulatory reporting
Reduced duplicate communications and offer conflicts
Complete relationship view enabling holistic customer management
Foundation for profitability, segmentation, and campaign analytics</a:t>
                      </a:r>
                      <a:endParaRPr/>
                    </a:p>
                    <a:p>
                      <a:pPr marL="285750" marR="0" lvl="0" indent="-285750" algn="l" rtl="0">
                        <a:spcBef>
                          <a:spcPts val="0"/>
                        </a:spcBef>
                        <a:spcAft>
                          <a:spcPts val="0"/>
                        </a:spcAft>
                        <a:buClr>
                          <a:schemeClr val="dk1"/>
                        </a:buClr>
                        <a:buSzPts val="800"/>
                        <a:buFont typeface="Arial"/>
                        <a:buChar char="•"/>
                      </a:pPr>
                      <a:r>
                        <a:rPr lang="en-GB" sz="800">
                          <a:solidFill>
                            <a:schemeClr val="dk1"/>
                          </a:solidFill>
                          <a:latin typeface="Century Gothic"/>
                          <a:ea typeface="Century Gothic"/>
                          <a:cs typeface="Century Gothic"/>
                          <a:sym typeface="Century Gothic"/>
                        </a:rPr>
                        <a:t>Consider how improving maturity level will impact these</a:t>
                      </a:r>
                      <a:endParaRPr/>
                    </a:p>
                    <a:p>
                      <a:pPr marL="285750" marR="0" lvl="0" indent="-285750" algn="l" rtl="0">
                        <a:spcBef>
                          <a:spcPts val="0"/>
                        </a:spcBef>
                        <a:spcAft>
                          <a:spcPts val="0"/>
                        </a:spcAft>
                        <a:buClr>
                          <a:schemeClr val="dk1"/>
                        </a:buClr>
                        <a:buSzPts val="800"/>
                        <a:buFont typeface="Arial"/>
                        <a:buChar char="•"/>
                      </a:pPr>
                      <a:r>
                        <a:rPr lang="en-GB" sz="800">
                          <a:solidFill>
                            <a:schemeClr val="dk1"/>
                          </a:solidFill>
                          <a:latin typeface="Century Gothic"/>
                          <a:ea typeface="Century Gothic"/>
                          <a:cs typeface="Century Gothic"/>
                          <a:sym typeface="Century Gothic"/>
                        </a:rPr>
                        <a:t>Balance these against client strategic priorities</a:t>
                      </a:r>
                      <a:endParaRPr sz="800">
                        <a:solidFill>
                          <a:schemeClr val="dk1"/>
                        </a:solidFill>
                        <a:latin typeface="Century Gothic"/>
                        <a:ea typeface="Century Gothic"/>
                        <a:cs typeface="Century Gothic"/>
                        <a:sym typeface="Century Gothic"/>
                      </a:endParaRPr>
                    </a:p>
                  </a:txBody>
                  <a:tcPr marL="36000" marR="36000" marT="36000" marB="36000">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rowSpan="3" gridSpan="2">
                  <a:txBody>
                    <a:bodyPr/>
                    <a:lstStyle/>
                    <a:p>
                      <a:pPr marL="0" marR="0" lvl="0" indent="0" algn="ctr" rtl="0">
                        <a:lnSpc>
                          <a:spcPct val="100000"/>
                        </a:lnSpc>
                        <a:spcBef>
                          <a:spcPts val="0"/>
                        </a:spcBef>
                        <a:spcAft>
                          <a:spcPts val="0"/>
                        </a:spcAft>
                        <a:buClr>
                          <a:schemeClr val="dk1"/>
                        </a:buClr>
                        <a:buSzPts val="800"/>
                        <a:buFont typeface="Century Gothic"/>
                        <a:buNone/>
                      </a:pPr>
                      <a:r>
                        <a:rPr lang="en-GB" sz="800" b="0">
                          <a:solidFill>
                            <a:schemeClr val="dk1"/>
                          </a:solidFill>
                        </a:rPr>
                        <a:t>2025-2027</a:t>
                      </a:r>
                      <a:endParaRPr/>
                    </a:p>
                  </a:txBody>
                  <a:tcPr marL="46800" marR="46800" marT="46800" marB="46800"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rowSpan="3" hMerge="1">
                  <a:txBody>
                    <a:bodyPr/>
                    <a:lstStyle/>
                    <a:p>
                      <a:endParaRPr/>
                    </a:p>
                  </a:txBody>
                  <a:tcPr/>
                </a:tc>
                <a:extLst>
                  <a:ext uri="{0D108BD9-81ED-4DB2-BD59-A6C34878D82A}">
                    <a16:rowId xmlns:a16="http://schemas.microsoft.com/office/drawing/2014/main" val="10007"/>
                  </a:ext>
                </a:extLst>
              </a:tr>
              <a:tr h="243275">
                <a:tc gridSpan="2">
                  <a:txBody>
                    <a:bodyPr/>
                    <a:lstStyle/>
                    <a:p>
                      <a:pPr marL="0" marR="0" lvl="0" indent="0" algn="ctr" rtl="0">
                        <a:spcBef>
                          <a:spcPts val="0"/>
                        </a:spcBef>
                        <a:spcAft>
                          <a:spcPts val="0"/>
                        </a:spcAft>
                        <a:buNone/>
                      </a:pPr>
                      <a:r>
                        <a:rPr lang="en-GB" sz="800" b="1">
                          <a:solidFill>
                            <a:schemeClr val="dk1"/>
                          </a:solidFill>
                        </a:rPr>
                        <a:t>Medium</a:t>
                      </a:r>
                      <a:endParaRPr sz="800" b="1">
                        <a:solidFill>
                          <a:schemeClr val="dk1"/>
                        </a:solidFill>
                      </a:endParaRPr>
                    </a:p>
                  </a:txBody>
                  <a:tcPr marL="46800" marR="46800" marT="46800" marB="46800"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hMerge="1">
                  <a:txBody>
                    <a:bodyPr/>
                    <a:lstStyle/>
                    <a:p>
                      <a:endParaRPr/>
                    </a:p>
                  </a:txBody>
                  <a:tcPr/>
                </a:tc>
                <a:tc>
                  <a:txBody>
                    <a:bodyPr/>
                    <a:lstStyle/>
                    <a:p>
                      <a:pPr marL="0" marR="0" lvl="0" indent="0" algn="l" rtl="0">
                        <a:spcBef>
                          <a:spcPts val="0"/>
                        </a:spcBef>
                        <a:spcAft>
                          <a:spcPts val="0"/>
                        </a:spcAft>
                        <a:buNone/>
                      </a:pPr>
                      <a:endParaRPr sz="1000"/>
                    </a:p>
                  </a:txBody>
                  <a:tcPr marL="46800" marR="46800" marT="46800" marB="46800"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vMerge="1">
                  <a:txBody>
                    <a:bodyPr/>
                    <a:lstStyle/>
                    <a:p>
                      <a:endParaRPr/>
                    </a:p>
                  </a:txBody>
                  <a:tcPr/>
                </a:tc>
                <a:tc vMerge="1">
                  <a:txBody>
                    <a:bodyPr/>
                    <a:lstStyle/>
                    <a:p>
                      <a:endParaRPr/>
                    </a:p>
                  </a:txBody>
                  <a:tcPr/>
                </a:tc>
                <a:tc gridSpan="2" vMerge="1">
                  <a:txBody>
                    <a:bodyPr/>
                    <a:lstStyle/>
                    <a:p>
                      <a:endParaRPr/>
                    </a:p>
                  </a:txBody>
                  <a:tcPr/>
                </a:tc>
                <a:tc hMerge="1" vMerge="1">
                  <a:txBody>
                    <a:bodyPr/>
                    <a:lstStyle/>
                    <a:p>
                      <a:endParaRPr/>
                    </a:p>
                  </a:txBody>
                  <a:tcPr/>
                </a:tc>
                <a:extLst>
                  <a:ext uri="{0D108BD9-81ED-4DB2-BD59-A6C34878D82A}">
                    <a16:rowId xmlns:a16="http://schemas.microsoft.com/office/drawing/2014/main" val="10008"/>
                  </a:ext>
                </a:extLst>
              </a:tr>
              <a:tr h="243275">
                <a:tc gridSpan="2">
                  <a:txBody>
                    <a:bodyPr/>
                    <a:lstStyle/>
                    <a:p>
                      <a:pPr marL="0" marR="0" lvl="0" indent="0" algn="ctr" rtl="0">
                        <a:spcBef>
                          <a:spcPts val="0"/>
                        </a:spcBef>
                        <a:spcAft>
                          <a:spcPts val="0"/>
                        </a:spcAft>
                        <a:buNone/>
                      </a:pPr>
                      <a:r>
                        <a:rPr lang="en-GB" sz="800" b="1">
                          <a:solidFill>
                            <a:schemeClr val="dk1"/>
                          </a:solidFill>
                        </a:rPr>
                        <a:t>Low</a:t>
                      </a:r>
                      <a:endParaRPr sz="800" b="1">
                        <a:solidFill>
                          <a:schemeClr val="dk1"/>
                        </a:solidFill>
                      </a:endParaRPr>
                    </a:p>
                  </a:txBody>
                  <a:tcPr marL="46800" marR="46800" marT="46800" marB="46800"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hMerge="1">
                  <a:txBody>
                    <a:bodyPr/>
                    <a:lstStyle/>
                    <a:p>
                      <a:endParaRPr/>
                    </a:p>
                  </a:txBody>
                  <a:tcPr/>
                </a:tc>
                <a:tc>
                  <a:txBody>
                    <a:bodyPr/>
                    <a:lstStyle/>
                    <a:p>
                      <a:pPr marL="0" marR="0" lvl="0" indent="0" algn="l" rtl="0">
                        <a:spcBef>
                          <a:spcPts val="0"/>
                        </a:spcBef>
                        <a:spcAft>
                          <a:spcPts val="0"/>
                        </a:spcAft>
                        <a:buNone/>
                      </a:pPr>
                      <a:endParaRPr sz="1000"/>
                    </a:p>
                  </a:txBody>
                  <a:tcPr marL="46800" marR="46800" marT="46800" marB="46800"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vMerge="1">
                  <a:txBody>
                    <a:bodyPr/>
                    <a:lstStyle/>
                    <a:p>
                      <a:endParaRPr/>
                    </a:p>
                  </a:txBody>
                  <a:tcPr/>
                </a:tc>
                <a:tc vMerge="1">
                  <a:txBody>
                    <a:bodyPr/>
                    <a:lstStyle/>
                    <a:p>
                      <a:endParaRPr/>
                    </a:p>
                  </a:txBody>
                  <a:tcPr/>
                </a:tc>
                <a:tc gridSpan="2" vMerge="1">
                  <a:txBody>
                    <a:bodyPr/>
                    <a:lstStyle/>
                    <a:p>
                      <a:endParaRPr/>
                    </a:p>
                  </a:txBody>
                  <a:tcPr/>
                </a:tc>
                <a:tc hMerge="1" vMerge="1">
                  <a:txBody>
                    <a:bodyPr/>
                    <a:lstStyle/>
                    <a:p>
                      <a:endParaRPr/>
                    </a:p>
                  </a:txBody>
                  <a:tcPr/>
                </a:tc>
                <a:extLst>
                  <a:ext uri="{0D108BD9-81ED-4DB2-BD59-A6C34878D82A}">
                    <a16:rowId xmlns:a16="http://schemas.microsoft.com/office/drawing/2014/main" val="10009"/>
                  </a:ext>
                </a:extLst>
              </a:tr>
            </a:tbl>
          </a:graphicData>
        </a:graphic>
      </p:graphicFrame>
      <p:grpSp>
        <p:nvGrpSpPr>
          <p:cNvPr id="1732" name="Google Shape;1732;p109"/>
          <p:cNvGrpSpPr/>
          <p:nvPr/>
        </p:nvGrpSpPr>
        <p:grpSpPr>
          <a:xfrm>
            <a:off x="469900" y="3839136"/>
            <a:ext cx="8455025" cy="732866"/>
            <a:chOff x="211138" y="3972860"/>
            <a:chExt cx="8713787" cy="642437"/>
          </a:xfrm>
        </p:grpSpPr>
        <p:sp>
          <p:nvSpPr>
            <p:cNvPr id="1733" name="Google Shape;1733;p109"/>
            <p:cNvSpPr/>
            <p:nvPr/>
          </p:nvSpPr>
          <p:spPr>
            <a:xfrm>
              <a:off x="211138" y="3972860"/>
              <a:ext cx="8713787" cy="642437"/>
            </a:xfrm>
            <a:prstGeom prst="rect">
              <a:avLst/>
            </a:prstGeom>
            <a:solidFill>
              <a:schemeClr val="lt1"/>
            </a:solidFill>
            <a:ln>
              <a:noFill/>
            </a:ln>
          </p:spPr>
          <p:txBody>
            <a:bodyPr spcFirstLastPara="1" wrap="square" lIns="91425" tIns="91425" rIns="91425" bIns="91425" anchor="ctr" anchorCtr="0">
              <a:noAutofit/>
            </a:bodyPr>
            <a:lstStyle/>
            <a:p>
              <a:pPr marL="0" marR="0" lvl="0" indent="0" algn="ctr" rtl="0">
                <a:spcBef>
                  <a:spcPts val="0"/>
                </a:spcBef>
                <a:spcAft>
                  <a:spcPts val="0"/>
                </a:spcAft>
                <a:buNone/>
              </a:pPr>
              <a:endParaRPr sz="1000">
                <a:solidFill>
                  <a:schemeClr val="dk1"/>
                </a:solidFill>
                <a:latin typeface="Century Gothic"/>
                <a:ea typeface="Century Gothic"/>
                <a:cs typeface="Century Gothic"/>
                <a:sym typeface="Century Gothic"/>
              </a:endParaRPr>
            </a:p>
          </p:txBody>
        </p:sp>
        <p:sp>
          <p:nvSpPr>
            <p:cNvPr id="1734" name="Google Shape;1734;p109"/>
            <p:cNvSpPr/>
            <p:nvPr/>
          </p:nvSpPr>
          <p:spPr>
            <a:xfrm>
              <a:off x="3692726" y="3982349"/>
              <a:ext cx="1753883" cy="632948"/>
            </a:xfrm>
            <a:prstGeom prst="rect">
              <a:avLst/>
            </a:prstGeom>
            <a:noFill/>
            <a:ln>
              <a:noFill/>
            </a:ln>
          </p:spPr>
          <p:txBody>
            <a:bodyPr spcFirstLastPara="1" wrap="square" lIns="91425" tIns="91425" rIns="91425" bIns="91425" anchor="ctr" anchorCtr="0">
              <a:noAutofit/>
            </a:bodyPr>
            <a:lstStyle/>
            <a:p>
              <a:pPr marL="0" marR="0" lvl="0" indent="0" algn="ctr" rtl="0">
                <a:spcBef>
                  <a:spcPts val="0"/>
                </a:spcBef>
                <a:spcAft>
                  <a:spcPts val="0"/>
                </a:spcAft>
                <a:buNone/>
              </a:pPr>
              <a:r>
                <a:rPr lang="en-GB" sz="800">
                  <a:solidFill>
                    <a:schemeClr val="dk1"/>
                  </a:solidFill>
                  <a:latin typeface="Century Gothic"/>
                  <a:ea typeface="Century Gothic"/>
                  <a:cs typeface="Century Gothic"/>
                  <a:sym typeface="Century Gothic"/>
                </a:rPr>
                <a:t>For use in Maturity Assessment &amp; Roadmap Engagements</a:t>
              </a:r>
              <a:endParaRPr/>
            </a:p>
          </p:txBody>
        </p:sp>
      </p:grpSp>
      <p:grpSp>
        <p:nvGrpSpPr>
          <p:cNvPr id="1735" name="Google Shape;1735;p109"/>
          <p:cNvGrpSpPr/>
          <p:nvPr/>
        </p:nvGrpSpPr>
        <p:grpSpPr>
          <a:xfrm>
            <a:off x="7971865" y="980278"/>
            <a:ext cx="949325" cy="2867825"/>
            <a:chOff x="7941888" y="1062037"/>
            <a:chExt cx="983037" cy="2695575"/>
          </a:xfrm>
        </p:grpSpPr>
        <p:sp>
          <p:nvSpPr>
            <p:cNvPr id="1736" name="Google Shape;1736;p109"/>
            <p:cNvSpPr/>
            <p:nvPr/>
          </p:nvSpPr>
          <p:spPr>
            <a:xfrm>
              <a:off x="7941889" y="1062037"/>
              <a:ext cx="983036" cy="2695575"/>
            </a:xfrm>
            <a:prstGeom prst="rect">
              <a:avLst/>
            </a:prstGeom>
            <a:solidFill>
              <a:schemeClr val="lt1"/>
            </a:solidFill>
            <a:ln>
              <a:noFill/>
            </a:ln>
          </p:spPr>
          <p:txBody>
            <a:bodyPr spcFirstLastPara="1" wrap="square" lIns="91425" tIns="91425" rIns="91425" bIns="91425" anchor="ctr" anchorCtr="0">
              <a:noAutofit/>
            </a:bodyPr>
            <a:lstStyle/>
            <a:p>
              <a:pPr marL="0" marR="0" lvl="0" indent="0" algn="ctr" rtl="0">
                <a:spcBef>
                  <a:spcPts val="0"/>
                </a:spcBef>
                <a:spcAft>
                  <a:spcPts val="0"/>
                </a:spcAft>
                <a:buNone/>
              </a:pPr>
              <a:endParaRPr sz="1000">
                <a:solidFill>
                  <a:schemeClr val="dk1"/>
                </a:solidFill>
                <a:latin typeface="Century Gothic"/>
                <a:ea typeface="Century Gothic"/>
                <a:cs typeface="Century Gothic"/>
                <a:sym typeface="Century Gothic"/>
              </a:endParaRPr>
            </a:p>
          </p:txBody>
        </p:sp>
        <p:sp>
          <p:nvSpPr>
            <p:cNvPr id="1737" name="Google Shape;1737;p109"/>
            <p:cNvSpPr/>
            <p:nvPr/>
          </p:nvSpPr>
          <p:spPr>
            <a:xfrm>
              <a:off x="7941888" y="2052586"/>
              <a:ext cx="983037" cy="714476"/>
            </a:xfrm>
            <a:prstGeom prst="rect">
              <a:avLst/>
            </a:prstGeom>
            <a:noFill/>
            <a:ln>
              <a:noFill/>
            </a:ln>
          </p:spPr>
          <p:txBody>
            <a:bodyPr spcFirstLastPara="1" wrap="square" lIns="91425" tIns="91425" rIns="91425" bIns="91425" anchor="ctr" anchorCtr="0">
              <a:noAutofit/>
            </a:bodyPr>
            <a:lstStyle/>
            <a:p>
              <a:pPr marL="0" marR="0" lvl="0" indent="0" algn="ctr" rtl="0">
                <a:spcBef>
                  <a:spcPts val="0"/>
                </a:spcBef>
                <a:spcAft>
                  <a:spcPts val="0"/>
                </a:spcAft>
                <a:buNone/>
              </a:pPr>
              <a:r>
                <a:rPr lang="en-GB" sz="800">
                  <a:solidFill>
                    <a:schemeClr val="dk1"/>
                  </a:solidFill>
                  <a:latin typeface="Century Gothic"/>
                  <a:ea typeface="Century Gothic"/>
                  <a:cs typeface="Century Gothic"/>
                  <a:sym typeface="Century Gothic"/>
                </a:rPr>
                <a:t>For use in Maturity Assessment &amp; Roadmap</a:t>
              </a:r>
              <a:endParaRPr/>
            </a:p>
            <a:p>
              <a:pPr marL="0" marR="0" lvl="0" indent="0" algn="ctr" rtl="0">
                <a:spcBef>
                  <a:spcPts val="0"/>
                </a:spcBef>
                <a:spcAft>
                  <a:spcPts val="0"/>
                </a:spcAft>
                <a:buNone/>
              </a:pPr>
              <a:r>
                <a:rPr lang="en-GB" sz="800">
                  <a:solidFill>
                    <a:schemeClr val="dk1"/>
                  </a:solidFill>
                  <a:latin typeface="Century Gothic"/>
                  <a:ea typeface="Century Gothic"/>
                  <a:cs typeface="Century Gothic"/>
                  <a:sym typeface="Century Gothic"/>
                </a:rPr>
                <a:t>Engagements</a:t>
              </a:r>
              <a:endParaRPr/>
            </a:p>
          </p:txBody>
        </p:sp>
      </p:grpSp>
      <p:sp>
        <p:nvSpPr>
          <p:cNvPr id="1738" name="Google Shape;1738;p109"/>
          <p:cNvSpPr txBox="1">
            <a:spLocks noGrp="1"/>
          </p:cNvSpPr>
          <p:nvPr>
            <p:ph type="title"/>
          </p:nvPr>
        </p:nvSpPr>
        <p:spPr>
          <a:xfrm>
            <a:off x="381000" y="296096"/>
            <a:ext cx="8543925" cy="360308"/>
          </a:xfrm>
          <a:prstGeom prst="rect">
            <a:avLst/>
          </a:prstGeom>
          <a:noFill/>
          <a:ln>
            <a:noFill/>
          </a:ln>
        </p:spPr>
        <p:txBody>
          <a:bodyPr spcFirstLastPara="1" wrap="square" lIns="90000" tIns="0" rIns="0" bIns="0" anchor="ctr" anchorCtr="0">
            <a:noAutofit/>
          </a:bodyPr>
          <a:lstStyle/>
          <a:p>
            <a:pPr marL="0" lvl="0" indent="0" algn="l" rtl="0">
              <a:lnSpc>
                <a:spcPct val="95000"/>
              </a:lnSpc>
              <a:spcBef>
                <a:spcPts val="0"/>
              </a:spcBef>
              <a:spcAft>
                <a:spcPts val="0"/>
              </a:spcAft>
              <a:buClr>
                <a:schemeClr val="accent1"/>
              </a:buClr>
              <a:buSzPts val="2200"/>
              <a:buFont typeface="Century Gothic"/>
              <a:buNone/>
            </a:pPr>
            <a:r>
              <a:rPr lang="en-GB"/>
              <a:t>Cross Sell/Up- Sell </a:t>
            </a:r>
            <a:endParaRPr>
              <a:solidFill>
                <a:schemeClr val="accent6"/>
              </a:solidFill>
            </a:endParaRPr>
          </a:p>
        </p:txBody>
      </p:sp>
      <p:sp>
        <p:nvSpPr>
          <p:cNvPr id="1739" name="Google Shape;1739;p109">
            <a:hlinkClick r:id="rId3" action="ppaction://hlinksldjump"/>
          </p:cNvPr>
          <p:cNvSpPr/>
          <p:nvPr/>
        </p:nvSpPr>
        <p:spPr>
          <a:xfrm>
            <a:off x="6515100" y="-196501"/>
            <a:ext cx="2777392" cy="378533"/>
          </a:xfrm>
          <a:prstGeom prst="roundRect">
            <a:avLst>
              <a:gd name="adj" fmla="val 50000"/>
            </a:avLst>
          </a:prstGeom>
          <a:solidFill>
            <a:schemeClr val="accent4"/>
          </a:solidFill>
          <a:ln>
            <a:noFill/>
          </a:ln>
        </p:spPr>
        <p:txBody>
          <a:bodyPr spcFirstLastPara="1" wrap="square" lIns="36000" tIns="180000" rIns="180000" bIns="0" anchor="ctr" anchorCtr="0">
            <a:noAutofit/>
          </a:bodyPr>
          <a:lstStyle/>
          <a:p>
            <a:pPr marL="0" marR="0" lvl="0" indent="0" algn="ctr" rtl="0">
              <a:spcBef>
                <a:spcPts val="0"/>
              </a:spcBef>
              <a:spcAft>
                <a:spcPts val="0"/>
              </a:spcAft>
              <a:buNone/>
            </a:pPr>
            <a:r>
              <a:rPr lang="en-GB" sz="750">
                <a:solidFill>
                  <a:schemeClr val="lt1"/>
                </a:solidFill>
                <a:latin typeface="Century Gothic"/>
                <a:ea typeface="Century Gothic"/>
                <a:cs typeface="Century Gothic"/>
                <a:sym typeface="Century Gothic"/>
              </a:rPr>
              <a:t>   Customer Lifecycle Management</a:t>
            </a:r>
            <a:endParaRPr sz="750">
              <a:solidFill>
                <a:schemeClr val="lt1"/>
              </a:solidFill>
              <a:latin typeface="Century Gothic"/>
              <a:ea typeface="Century Gothic"/>
              <a:cs typeface="Century Gothic"/>
              <a:sym typeface="Century Gothic"/>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743"/>
        <p:cNvGrpSpPr/>
        <p:nvPr/>
      </p:nvGrpSpPr>
      <p:grpSpPr>
        <a:xfrm>
          <a:off x="0" y="0"/>
          <a:ext cx="0" cy="0"/>
          <a:chOff x="0" y="0"/>
          <a:chExt cx="0" cy="0"/>
        </a:xfrm>
      </p:grpSpPr>
      <p:pic>
        <p:nvPicPr>
          <p:cNvPr id="1744" name="Google Shape;1744;p110" descr="CustomerEngagement.jpg"/>
          <p:cNvPicPr preferRelativeResize="0"/>
          <p:nvPr/>
        </p:nvPicPr>
        <p:blipFill rotWithShape="1">
          <a:blip r:embed="rId3">
            <a:alphaModFix/>
          </a:blip>
          <a:srcRect l="29559" t="9151" r="39324" b="36445"/>
          <a:stretch/>
        </p:blipFill>
        <p:spPr>
          <a:xfrm>
            <a:off x="5281159" y="768932"/>
            <a:ext cx="3381153" cy="3944645"/>
          </a:xfrm>
          <a:prstGeom prst="rect">
            <a:avLst/>
          </a:prstGeom>
          <a:noFill/>
          <a:ln>
            <a:noFill/>
          </a:ln>
          <a:effectLst>
            <a:outerShdw blurRad="292100" dist="139700" dir="2700000" algn="tl" rotWithShape="0">
              <a:srgbClr val="333333">
                <a:alpha val="64705"/>
              </a:srgbClr>
            </a:outerShdw>
          </a:effectLst>
        </p:spPr>
      </p:pic>
      <p:sp>
        <p:nvSpPr>
          <p:cNvPr id="1745" name="Google Shape;1745;p110"/>
          <p:cNvSpPr txBox="1">
            <a:spLocks noGrp="1"/>
          </p:cNvSpPr>
          <p:nvPr>
            <p:ph type="title"/>
          </p:nvPr>
        </p:nvSpPr>
        <p:spPr>
          <a:xfrm>
            <a:off x="236897" y="173736"/>
            <a:ext cx="8229600" cy="704088"/>
          </a:xfrm>
          <a:prstGeom prst="rect">
            <a:avLst/>
          </a:prstGeom>
          <a:noFill/>
          <a:ln>
            <a:noFill/>
          </a:ln>
        </p:spPr>
        <p:txBody>
          <a:bodyPr spcFirstLastPara="1" wrap="square" lIns="0" tIns="0" rIns="0" bIns="0" anchor="b" anchorCtr="0">
            <a:noAutofit/>
          </a:bodyPr>
          <a:lstStyle/>
          <a:p>
            <a:pPr marL="0" lvl="0" indent="0" algn="l" rtl="0">
              <a:lnSpc>
                <a:spcPct val="95000"/>
              </a:lnSpc>
              <a:spcBef>
                <a:spcPts val="0"/>
              </a:spcBef>
              <a:spcAft>
                <a:spcPts val="0"/>
              </a:spcAft>
              <a:buClr>
                <a:schemeClr val="accent1"/>
              </a:buClr>
              <a:buSzPts val="2200"/>
              <a:buFont typeface="Century Gothic"/>
              <a:buNone/>
            </a:pPr>
            <a:r>
              <a:rPr lang="en-GB"/>
              <a:t>Customer Interaction Management</a:t>
            </a:r>
            <a:br>
              <a:rPr lang="en-GB"/>
            </a:br>
            <a:endParaRPr/>
          </a:p>
        </p:txBody>
      </p:sp>
      <p:sp>
        <p:nvSpPr>
          <p:cNvPr id="1746" name="Google Shape;1746;p110"/>
          <p:cNvSpPr/>
          <p:nvPr/>
        </p:nvSpPr>
        <p:spPr>
          <a:xfrm>
            <a:off x="286016" y="2246919"/>
            <a:ext cx="4664217" cy="2597634"/>
          </a:xfrm>
          <a:prstGeom prst="rect">
            <a:avLst/>
          </a:prstGeom>
          <a:noFill/>
          <a:ln>
            <a:noFill/>
          </a:ln>
        </p:spPr>
        <p:txBody>
          <a:bodyPr spcFirstLastPara="1" wrap="square" lIns="91425" tIns="45700" rIns="91425" bIns="45700" anchor="t" anchorCtr="0">
            <a:noAutofit/>
          </a:bodyPr>
          <a:lstStyle/>
          <a:p>
            <a:pPr marL="0" marR="0" lvl="0" indent="0" algn="l" rtl="0">
              <a:lnSpc>
                <a:spcPct val="110000"/>
              </a:lnSpc>
              <a:spcBef>
                <a:spcPts val="0"/>
              </a:spcBef>
              <a:spcAft>
                <a:spcPts val="0"/>
              </a:spcAft>
              <a:buNone/>
            </a:pPr>
            <a:r>
              <a:rPr lang="en-GB" sz="1800">
                <a:solidFill>
                  <a:schemeClr val="dk2"/>
                </a:solidFill>
                <a:latin typeface="Century Gothic"/>
                <a:ea typeface="Century Gothic"/>
                <a:cs typeface="Century Gothic"/>
                <a:sym typeface="Century Gothic"/>
              </a:rPr>
              <a:t>Why is it important</a:t>
            </a:r>
            <a:endParaRPr/>
          </a:p>
          <a:p>
            <a:pPr marL="285750" marR="0" lvl="0" indent="-285750" algn="l" rtl="0">
              <a:lnSpc>
                <a:spcPct val="110000"/>
              </a:lnSpc>
              <a:spcBef>
                <a:spcPts val="0"/>
              </a:spcBef>
              <a:spcAft>
                <a:spcPts val="0"/>
              </a:spcAft>
              <a:buClr>
                <a:schemeClr val="dk1"/>
              </a:buClr>
              <a:buSzPts val="1300"/>
              <a:buFont typeface="Arial"/>
              <a:buChar char="•"/>
            </a:pPr>
            <a:r>
              <a:rPr lang="en-GB" sz="1300">
                <a:solidFill>
                  <a:schemeClr val="dk1"/>
                </a:solidFill>
                <a:latin typeface="Century Gothic"/>
                <a:ea typeface="Century Gothic"/>
                <a:cs typeface="Century Gothic"/>
                <a:sym typeface="Century Gothic"/>
              </a:rPr>
              <a:t>Customers expect a relevant, seamless experience and that companies will know them wherever they engage.</a:t>
            </a:r>
            <a:endParaRPr/>
          </a:p>
          <a:p>
            <a:pPr marL="285750" marR="0" lvl="0" indent="-285750" algn="l" rtl="0">
              <a:lnSpc>
                <a:spcPct val="110000"/>
              </a:lnSpc>
              <a:spcBef>
                <a:spcPts val="0"/>
              </a:spcBef>
              <a:spcAft>
                <a:spcPts val="0"/>
              </a:spcAft>
              <a:buClr>
                <a:schemeClr val="dk1"/>
              </a:buClr>
              <a:buSzPts val="1300"/>
              <a:buFont typeface="Arial"/>
              <a:buChar char="•"/>
            </a:pPr>
            <a:r>
              <a:rPr lang="en-GB" sz="1300">
                <a:solidFill>
                  <a:schemeClr val="dk1"/>
                </a:solidFill>
                <a:latin typeface="Century Gothic"/>
                <a:ea typeface="Century Gothic"/>
                <a:cs typeface="Century Gothic"/>
                <a:sym typeface="Century Gothic"/>
              </a:rPr>
              <a:t>An efficient marketing process is required to drive sales, to optimize customer experience, reduce effort, and improve customer loyalty</a:t>
            </a:r>
            <a:endParaRPr/>
          </a:p>
          <a:p>
            <a:pPr marL="285750" marR="0" lvl="0" indent="-285750" algn="l" rtl="0">
              <a:lnSpc>
                <a:spcPct val="110000"/>
              </a:lnSpc>
              <a:spcBef>
                <a:spcPts val="0"/>
              </a:spcBef>
              <a:spcAft>
                <a:spcPts val="0"/>
              </a:spcAft>
              <a:buClr>
                <a:schemeClr val="dk1"/>
              </a:buClr>
              <a:buSzPts val="1300"/>
              <a:buFont typeface="Arial"/>
              <a:buChar char="•"/>
            </a:pPr>
            <a:r>
              <a:rPr lang="en-GB" sz="1300">
                <a:solidFill>
                  <a:schemeClr val="dk1"/>
                </a:solidFill>
                <a:latin typeface="Century Gothic"/>
                <a:ea typeface="Century Gothic"/>
                <a:cs typeface="Century Gothic"/>
                <a:sym typeface="Century Gothic"/>
              </a:rPr>
              <a:t>Companies need to reduce the time from idea, to strategy to insights, and to execution. </a:t>
            </a:r>
            <a:endParaRPr/>
          </a:p>
          <a:p>
            <a:pPr marL="285750" marR="0" lvl="0" indent="-285750" algn="l" rtl="0">
              <a:lnSpc>
                <a:spcPct val="110000"/>
              </a:lnSpc>
              <a:spcBef>
                <a:spcPts val="0"/>
              </a:spcBef>
              <a:spcAft>
                <a:spcPts val="0"/>
              </a:spcAft>
              <a:buClr>
                <a:schemeClr val="dk1"/>
              </a:buClr>
              <a:buSzPts val="1300"/>
              <a:buFont typeface="Arial"/>
              <a:buChar char="•"/>
            </a:pPr>
            <a:r>
              <a:rPr lang="en-GB" sz="1300">
                <a:solidFill>
                  <a:schemeClr val="dk1"/>
                </a:solidFill>
                <a:latin typeface="Century Gothic"/>
                <a:ea typeface="Century Gothic"/>
                <a:cs typeface="Century Gothic"/>
                <a:sym typeface="Century Gothic"/>
              </a:rPr>
              <a:t>Companies need to coordinate and  automate customer contacts and messaging across channels </a:t>
            </a:r>
            <a:endParaRPr sz="1300">
              <a:solidFill>
                <a:schemeClr val="dk1"/>
              </a:solidFill>
              <a:latin typeface="Century Gothic"/>
              <a:ea typeface="Century Gothic"/>
              <a:cs typeface="Century Gothic"/>
              <a:sym typeface="Century Gothic"/>
            </a:endParaRPr>
          </a:p>
          <a:p>
            <a:pPr marL="285750" marR="0" lvl="0" indent="-285750" algn="l" rtl="0">
              <a:lnSpc>
                <a:spcPct val="110000"/>
              </a:lnSpc>
              <a:spcBef>
                <a:spcPts val="0"/>
              </a:spcBef>
              <a:spcAft>
                <a:spcPts val="0"/>
              </a:spcAft>
              <a:buClr>
                <a:schemeClr val="dk1"/>
              </a:buClr>
              <a:buSzPts val="1300"/>
              <a:buFont typeface="Arial"/>
              <a:buChar char="•"/>
            </a:pPr>
            <a:r>
              <a:rPr lang="en-GB" sz="1300">
                <a:solidFill>
                  <a:schemeClr val="dk1"/>
                </a:solidFill>
                <a:latin typeface="Century Gothic"/>
                <a:ea typeface="Century Gothic"/>
                <a:cs typeface="Century Gothic"/>
                <a:sym typeface="Century Gothic"/>
              </a:rPr>
              <a:t>Pakistan: Customers interact across 16K branches, 16K ATMs, mobile apps, USSD, WhatsApp, call centers, 500K+ agents</a:t>
            </a:r>
            <a:endParaRPr sz="1300">
              <a:solidFill>
                <a:schemeClr val="dk1"/>
              </a:solidFill>
              <a:latin typeface="Century Gothic"/>
              <a:ea typeface="Century Gothic"/>
              <a:cs typeface="Century Gothic"/>
              <a:sym typeface="Century Gothic"/>
            </a:endParaRPr>
          </a:p>
          <a:p>
            <a:pPr marL="285750" marR="0" lvl="0" indent="-285750" algn="l" rtl="0">
              <a:lnSpc>
                <a:spcPct val="110000"/>
              </a:lnSpc>
              <a:spcBef>
                <a:spcPts val="0"/>
              </a:spcBef>
              <a:spcAft>
                <a:spcPts val="0"/>
              </a:spcAft>
              <a:buClr>
                <a:schemeClr val="dk1"/>
              </a:buClr>
              <a:buSzPts val="1300"/>
              <a:buFont typeface="Arial"/>
              <a:buChar char="•"/>
            </a:pPr>
            <a:r>
              <a:rPr lang="en-GB" sz="1300">
                <a:solidFill>
                  <a:schemeClr val="dk1"/>
                </a:solidFill>
                <a:latin typeface="Century Gothic"/>
                <a:ea typeface="Century Gothic"/>
                <a:cs typeface="Century Gothic"/>
                <a:sym typeface="Century Gothic"/>
              </a:rPr>
              <a:t>Marketing automation needed to close cross-sell gap at scale (1.8 to 3.0+ products/customer)</a:t>
            </a:r>
            <a:endParaRPr sz="1300">
              <a:solidFill>
                <a:schemeClr val="dk1"/>
              </a:solidFill>
              <a:latin typeface="Century Gothic"/>
              <a:ea typeface="Century Gothic"/>
              <a:cs typeface="Century Gothic"/>
              <a:sym typeface="Century Gothic"/>
            </a:endParaRPr>
          </a:p>
          <a:p>
            <a:pPr marL="285750" marR="0" lvl="0" indent="-285750" algn="l" rtl="0">
              <a:lnSpc>
                <a:spcPct val="110000"/>
              </a:lnSpc>
              <a:spcBef>
                <a:spcPts val="0"/>
              </a:spcBef>
              <a:spcAft>
                <a:spcPts val="0"/>
              </a:spcAft>
              <a:buClr>
                <a:schemeClr val="dk1"/>
              </a:buClr>
              <a:buSzPts val="1300"/>
              <a:buFont typeface="Arial"/>
              <a:buChar char="•"/>
            </a:pPr>
            <a:r>
              <a:rPr lang="en-GB" sz="1300">
                <a:solidFill>
                  <a:schemeClr val="dk1"/>
                </a:solidFill>
                <a:latin typeface="Century Gothic"/>
                <a:ea typeface="Century Gothic"/>
                <a:cs typeface="Century Gothic"/>
                <a:sym typeface="Century Gothic"/>
              </a:rPr>
              <a:t>Speed-to-market: fintechs launch campaigns in days vs. banks weeks/months</a:t>
            </a:r>
            <a:endParaRPr sz="1300">
              <a:solidFill>
                <a:schemeClr val="dk1"/>
              </a:solidFill>
              <a:latin typeface="Century Gothic"/>
              <a:ea typeface="Century Gothic"/>
              <a:cs typeface="Century Gothic"/>
              <a:sym typeface="Century Gothic"/>
            </a:endParaRPr>
          </a:p>
          <a:p>
            <a:pPr marL="285750" marR="0" lvl="0" indent="-285750" algn="l" rtl="0">
              <a:lnSpc>
                <a:spcPct val="110000"/>
              </a:lnSpc>
              <a:spcBef>
                <a:spcPts val="0"/>
              </a:spcBef>
              <a:spcAft>
                <a:spcPts val="0"/>
              </a:spcAft>
              <a:buClr>
                <a:schemeClr val="dk1"/>
              </a:buClr>
              <a:buSzPts val="1300"/>
              <a:buFont typeface="Arial"/>
              <a:buChar char="•"/>
            </a:pPr>
            <a:r>
              <a:rPr lang="en-GB" sz="1300">
                <a:solidFill>
                  <a:schemeClr val="dk1"/>
                </a:solidFill>
                <a:latin typeface="Century Gothic"/>
                <a:ea typeface="Century Gothic"/>
                <a:cs typeface="Century Gothic"/>
                <a:sym typeface="Century Gothic"/>
              </a:rPr>
              <a:t>60% of Pakistan bank customers use 2+ channels — inconsistent experience drives churn</a:t>
            </a:r>
            <a:endParaRPr sz="1300">
              <a:solidFill>
                <a:schemeClr val="dk1"/>
              </a:solidFill>
              <a:latin typeface="Century Gothic"/>
              <a:ea typeface="Century Gothic"/>
              <a:cs typeface="Century Gothic"/>
              <a:sym typeface="Century Gothic"/>
            </a:endParaRPr>
          </a:p>
        </p:txBody>
      </p:sp>
      <p:sp>
        <p:nvSpPr>
          <p:cNvPr id="1747" name="Google Shape;1747;p110"/>
          <p:cNvSpPr/>
          <p:nvPr/>
        </p:nvSpPr>
        <p:spPr>
          <a:xfrm>
            <a:off x="0" y="764641"/>
            <a:ext cx="7205662" cy="1223647"/>
          </a:xfrm>
          <a:prstGeom prst="rect">
            <a:avLst/>
          </a:prstGeom>
          <a:solidFill>
            <a:schemeClr val="dk2">
              <a:alpha val="80000"/>
            </a:schemeClr>
          </a:solidFill>
          <a:ln>
            <a:noFill/>
          </a:ln>
        </p:spPr>
        <p:txBody>
          <a:bodyPr spcFirstLastPara="1" wrap="square" lIns="91425" tIns="91425" rIns="91425" bIns="91425" anchor="ctr" anchorCtr="0">
            <a:noAutofit/>
          </a:bodyPr>
          <a:lstStyle/>
          <a:p>
            <a:pPr marL="355600" marR="0" lvl="0" indent="0" algn="l" rtl="0">
              <a:lnSpc>
                <a:spcPct val="110000"/>
              </a:lnSpc>
              <a:spcBef>
                <a:spcPts val="0"/>
              </a:spcBef>
              <a:spcAft>
                <a:spcPts val="0"/>
              </a:spcAft>
              <a:buNone/>
            </a:pPr>
            <a:r>
              <a:rPr lang="en-GB" sz="1500">
                <a:solidFill>
                  <a:srgbClr val="FFFFFF"/>
                </a:solidFill>
                <a:latin typeface="Century Gothic"/>
                <a:ea typeface="Century Gothic"/>
                <a:cs typeface="Century Gothic"/>
                <a:sym typeface="Century Gothic"/>
              </a:rPr>
              <a:t>Customer Interaction Management delivers revenue and business efficiency by providing </a:t>
            </a:r>
            <a:r>
              <a:rPr lang="en-GB" sz="1500">
                <a:solidFill>
                  <a:schemeClr val="lt1"/>
                </a:solidFill>
                <a:latin typeface="Century Gothic"/>
                <a:ea typeface="Century Gothic"/>
                <a:cs typeface="Century Gothic"/>
                <a:sym typeface="Century Gothic"/>
              </a:rPr>
              <a:t>consistent, engaging and relevant experiences for customers.</a:t>
            </a:r>
            <a:endParaRPr sz="1500">
              <a:solidFill>
                <a:schemeClr val="lt1"/>
              </a:solidFill>
              <a:latin typeface="Century Gothic"/>
              <a:ea typeface="Century Gothic"/>
              <a:cs typeface="Century Gothic"/>
              <a:sym typeface="Century Gothic"/>
            </a:endParaRPr>
          </a:p>
        </p:txBody>
      </p:sp>
      <p:sp>
        <p:nvSpPr>
          <p:cNvPr id="1748" name="Google Shape;1748;p110">
            <a:hlinkClick r:id="rId4" action="ppaction://hlinksldjump"/>
          </p:cNvPr>
          <p:cNvSpPr/>
          <p:nvPr/>
        </p:nvSpPr>
        <p:spPr>
          <a:xfrm>
            <a:off x="6515100" y="-189267"/>
            <a:ext cx="2777392" cy="378533"/>
          </a:xfrm>
          <a:prstGeom prst="roundRect">
            <a:avLst>
              <a:gd name="adj" fmla="val 50000"/>
            </a:avLst>
          </a:prstGeom>
          <a:solidFill>
            <a:schemeClr val="accent4"/>
          </a:solidFill>
          <a:ln>
            <a:noFill/>
          </a:ln>
        </p:spPr>
        <p:txBody>
          <a:bodyPr spcFirstLastPara="1" wrap="square" lIns="36000" tIns="180000" rIns="180000" bIns="0" anchor="t" anchorCtr="0">
            <a:noAutofit/>
          </a:bodyPr>
          <a:lstStyle/>
          <a:p>
            <a:pPr marL="0" marR="0" lvl="0" indent="0" algn="ctr" rtl="0">
              <a:spcBef>
                <a:spcPts val="0"/>
              </a:spcBef>
              <a:spcAft>
                <a:spcPts val="0"/>
              </a:spcAft>
              <a:buNone/>
            </a:pPr>
            <a:r>
              <a:rPr lang="en-GB" sz="750">
                <a:solidFill>
                  <a:schemeClr val="lt1"/>
                </a:solidFill>
                <a:latin typeface="Century Gothic"/>
                <a:ea typeface="Century Gothic"/>
                <a:cs typeface="Century Gothic"/>
                <a:sym typeface="Century Gothic"/>
              </a:rPr>
              <a:t>   Customer Interaction Management</a:t>
            </a:r>
            <a:endParaRPr sz="750">
              <a:solidFill>
                <a:schemeClr val="lt1"/>
              </a:solidFill>
              <a:latin typeface="Century Gothic"/>
              <a:ea typeface="Century Gothic"/>
              <a:cs typeface="Century Gothic"/>
              <a:sym typeface="Century Gothic"/>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752"/>
        <p:cNvGrpSpPr/>
        <p:nvPr/>
      </p:nvGrpSpPr>
      <p:grpSpPr>
        <a:xfrm>
          <a:off x="0" y="0"/>
          <a:ext cx="0" cy="0"/>
          <a:chOff x="0" y="0"/>
          <a:chExt cx="0" cy="0"/>
        </a:xfrm>
      </p:grpSpPr>
      <p:sp>
        <p:nvSpPr>
          <p:cNvPr id="1753" name="Google Shape;1753;p111"/>
          <p:cNvSpPr txBox="1">
            <a:spLocks noGrp="1"/>
          </p:cNvSpPr>
          <p:nvPr>
            <p:ph type="body" idx="1"/>
          </p:nvPr>
        </p:nvSpPr>
        <p:spPr>
          <a:xfrm>
            <a:off x="467360" y="852530"/>
            <a:ext cx="4710650" cy="3986424"/>
          </a:xfrm>
          <a:prstGeom prst="rect">
            <a:avLst/>
          </a:prstGeom>
          <a:noFill/>
          <a:ln>
            <a:noFill/>
          </a:ln>
        </p:spPr>
        <p:txBody>
          <a:bodyPr spcFirstLastPara="1" wrap="square" lIns="0" tIns="0" rIns="0" bIns="0" anchor="t" anchorCtr="0">
            <a:noAutofit/>
          </a:bodyPr>
          <a:lstStyle/>
          <a:p>
            <a:pPr marL="0" lvl="0" indent="0" algn="l" rtl="0">
              <a:lnSpc>
                <a:spcPct val="110000"/>
              </a:lnSpc>
              <a:spcBef>
                <a:spcPts val="0"/>
              </a:spcBef>
              <a:spcAft>
                <a:spcPts val="0"/>
              </a:spcAft>
              <a:buClr>
                <a:srgbClr val="0079DB"/>
              </a:buClr>
              <a:buSzPts val="1800"/>
              <a:buNone/>
            </a:pPr>
            <a:r>
              <a:rPr lang="en-GB">
                <a:solidFill>
                  <a:srgbClr val="0079DB"/>
                </a:solidFill>
              </a:rPr>
              <a:t>How – Capability Areas</a:t>
            </a:r>
            <a:endParaRPr/>
          </a:p>
          <a:p>
            <a:pPr marL="0" lvl="0" indent="0" algn="l" rtl="0">
              <a:lnSpc>
                <a:spcPct val="95000"/>
              </a:lnSpc>
              <a:spcBef>
                <a:spcPts val="800"/>
              </a:spcBef>
              <a:spcAft>
                <a:spcPts val="0"/>
              </a:spcAft>
              <a:buClr>
                <a:schemeClr val="dk1"/>
              </a:buClr>
              <a:buSzPts val="1200"/>
              <a:buNone/>
            </a:pPr>
            <a:r>
              <a:rPr lang="en-GB" sz="1200" b="1"/>
              <a:t>Communication Targeting </a:t>
            </a:r>
            <a:r>
              <a:rPr lang="en-GB" sz="1100"/>
              <a:t>creating a best practice framework for targeting customer communications</a:t>
            </a:r>
            <a:endParaRPr sz="1100"/>
          </a:p>
          <a:p>
            <a:pPr marL="0" lvl="0" indent="0" algn="l" rtl="0">
              <a:lnSpc>
                <a:spcPct val="95000"/>
              </a:lnSpc>
              <a:spcBef>
                <a:spcPts val="800"/>
              </a:spcBef>
              <a:spcAft>
                <a:spcPts val="0"/>
              </a:spcAft>
              <a:buClr>
                <a:schemeClr val="dk1"/>
              </a:buClr>
              <a:buSzPts val="1200"/>
              <a:buNone/>
            </a:pPr>
            <a:r>
              <a:rPr lang="en-GB" sz="1200" b="1"/>
              <a:t>Contact Optimization </a:t>
            </a:r>
            <a:r>
              <a:rPr lang="en-GB" sz="1100"/>
              <a:t>creating a contact policy framework to regulate the interactions and contacts to customers </a:t>
            </a:r>
            <a:endParaRPr sz="1200" b="1"/>
          </a:p>
          <a:p>
            <a:pPr marL="0" lvl="0" indent="0" algn="l" rtl="0">
              <a:lnSpc>
                <a:spcPct val="95000"/>
              </a:lnSpc>
              <a:spcBef>
                <a:spcPts val="800"/>
              </a:spcBef>
              <a:spcAft>
                <a:spcPts val="0"/>
              </a:spcAft>
              <a:buClr>
                <a:schemeClr val="dk1"/>
              </a:buClr>
              <a:buSzPts val="1200"/>
              <a:buNone/>
            </a:pPr>
            <a:r>
              <a:rPr lang="en-GB" sz="1200" b="1"/>
              <a:t>Response Optimization </a:t>
            </a:r>
            <a:r>
              <a:rPr lang="en-GB" sz="1100"/>
              <a:t>optimizing marketing campaigns to achieve the highest response and conversion rates</a:t>
            </a:r>
            <a:endParaRPr/>
          </a:p>
          <a:p>
            <a:pPr marL="0" lvl="0" indent="0" algn="l" rtl="0">
              <a:lnSpc>
                <a:spcPct val="95000"/>
              </a:lnSpc>
              <a:spcBef>
                <a:spcPts val="800"/>
              </a:spcBef>
              <a:spcAft>
                <a:spcPts val="0"/>
              </a:spcAft>
              <a:buClr>
                <a:schemeClr val="dk1"/>
              </a:buClr>
              <a:buSzPts val="1200"/>
              <a:buNone/>
            </a:pPr>
            <a:r>
              <a:rPr lang="en-GB" sz="1200" b="1"/>
              <a:t>Cross Channel Customer Experience </a:t>
            </a:r>
            <a:r>
              <a:rPr lang="en-GB" sz="1100"/>
              <a:t>developing appropriate and cost effective cross channel communication and interactions </a:t>
            </a:r>
            <a:endParaRPr/>
          </a:p>
          <a:p>
            <a:pPr marL="0" lvl="0" indent="0" algn="l" rtl="0">
              <a:lnSpc>
                <a:spcPct val="95000"/>
              </a:lnSpc>
              <a:spcBef>
                <a:spcPts val="800"/>
              </a:spcBef>
              <a:spcAft>
                <a:spcPts val="0"/>
              </a:spcAft>
              <a:buClr>
                <a:schemeClr val="dk1"/>
              </a:buClr>
              <a:buSzPts val="1200"/>
              <a:buNone/>
            </a:pPr>
            <a:r>
              <a:rPr lang="en-GB" sz="1200" b="1"/>
              <a:t>Contextual Decisioning </a:t>
            </a:r>
            <a:r>
              <a:rPr lang="en-GB" sz="1100"/>
              <a:t>making interactions more relevant by considering other events over space and time as context of the customer interaction</a:t>
            </a:r>
            <a:endParaRPr/>
          </a:p>
          <a:p>
            <a:pPr marL="0" lvl="0" indent="0" algn="l" rtl="0">
              <a:lnSpc>
                <a:spcPct val="95000"/>
              </a:lnSpc>
              <a:spcBef>
                <a:spcPts val="800"/>
              </a:spcBef>
              <a:spcAft>
                <a:spcPts val="0"/>
              </a:spcAft>
              <a:buClr>
                <a:schemeClr val="dk1"/>
              </a:buClr>
              <a:buSzPts val="1200"/>
              <a:buNone/>
            </a:pPr>
            <a:r>
              <a:rPr lang="en-GB" sz="1200" b="1"/>
              <a:t>Call/Contact Center </a:t>
            </a:r>
            <a:r>
              <a:rPr lang="en-GB" sz="1200"/>
              <a:t>optimizationing </a:t>
            </a:r>
            <a:r>
              <a:rPr lang="en-GB" sz="1100"/>
              <a:t>Increase the first call resolution and reduce customers returning calls on same topic</a:t>
            </a:r>
            <a:endParaRPr/>
          </a:p>
          <a:p>
            <a:pPr marL="0" lvl="0" indent="0" algn="l" rtl="0">
              <a:lnSpc>
                <a:spcPct val="95000"/>
              </a:lnSpc>
              <a:spcBef>
                <a:spcPts val="800"/>
              </a:spcBef>
              <a:spcAft>
                <a:spcPts val="0"/>
              </a:spcAft>
              <a:buClr>
                <a:schemeClr val="dk1"/>
              </a:buClr>
              <a:buSzPts val="1200"/>
              <a:buNone/>
            </a:pPr>
            <a:r>
              <a:rPr lang="en-GB" sz="1200" b="1"/>
              <a:t>Digital Optimization </a:t>
            </a:r>
            <a:r>
              <a:rPr lang="en-GB" sz="1100"/>
              <a:t>Using customers’ on-line journey’s and browsing behaviors to streamline website and mobile app navigation </a:t>
            </a:r>
            <a:endParaRPr/>
          </a:p>
          <a:p>
            <a:pPr marL="0" lvl="0" indent="0" algn="l" rtl="0">
              <a:lnSpc>
                <a:spcPct val="110000"/>
              </a:lnSpc>
              <a:spcBef>
                <a:spcPts val="800"/>
              </a:spcBef>
              <a:spcAft>
                <a:spcPts val="0"/>
              </a:spcAft>
              <a:buClr>
                <a:schemeClr val="dk1"/>
              </a:buClr>
              <a:buSzPts val="1100"/>
              <a:buNone/>
            </a:pPr>
            <a:endParaRPr sz="1100"/>
          </a:p>
          <a:p>
            <a:pPr marL="0" lvl="0" indent="0" algn="l" rtl="0">
              <a:lnSpc>
                <a:spcPct val="110000"/>
              </a:lnSpc>
              <a:spcBef>
                <a:spcPts val="800"/>
              </a:spcBef>
              <a:spcAft>
                <a:spcPts val="0"/>
              </a:spcAft>
              <a:buClr>
                <a:schemeClr val="dk1"/>
              </a:buClr>
              <a:buSzPts val="1100"/>
              <a:buNone/>
            </a:pPr>
            <a:endParaRPr sz="1100"/>
          </a:p>
          <a:p>
            <a:pPr marL="515938" lvl="1" indent="-153987" algn="l" rtl="0">
              <a:lnSpc>
                <a:spcPct val="110000"/>
              </a:lnSpc>
              <a:spcBef>
                <a:spcPts val="400"/>
              </a:spcBef>
              <a:spcAft>
                <a:spcPts val="0"/>
              </a:spcAft>
              <a:buClr>
                <a:schemeClr val="dk1"/>
              </a:buClr>
              <a:buSzPts val="1200"/>
              <a:buNone/>
            </a:pPr>
            <a:endParaRPr sz="1200"/>
          </a:p>
          <a:p>
            <a:pPr marL="515938" lvl="1" indent="-153987" algn="l" rtl="0">
              <a:lnSpc>
                <a:spcPct val="110000"/>
              </a:lnSpc>
              <a:spcBef>
                <a:spcPts val="400"/>
              </a:spcBef>
              <a:spcAft>
                <a:spcPts val="0"/>
              </a:spcAft>
              <a:buClr>
                <a:schemeClr val="dk1"/>
              </a:buClr>
              <a:buSzPts val="1200"/>
              <a:buNone/>
            </a:pPr>
            <a:endParaRPr sz="1200"/>
          </a:p>
        </p:txBody>
      </p:sp>
      <p:sp>
        <p:nvSpPr>
          <p:cNvPr id="1754" name="Google Shape;1754;p111"/>
          <p:cNvSpPr txBox="1">
            <a:spLocks noGrp="1"/>
          </p:cNvSpPr>
          <p:nvPr>
            <p:ph type="title"/>
          </p:nvPr>
        </p:nvSpPr>
        <p:spPr>
          <a:xfrm>
            <a:off x="477880" y="174273"/>
            <a:ext cx="5435240" cy="704088"/>
          </a:xfrm>
          <a:prstGeom prst="rect">
            <a:avLst/>
          </a:prstGeom>
          <a:noFill/>
          <a:ln>
            <a:noFill/>
          </a:ln>
        </p:spPr>
        <p:txBody>
          <a:bodyPr spcFirstLastPara="1" wrap="square" lIns="0" tIns="0" rIns="0" bIns="0" anchor="ctr" anchorCtr="0">
            <a:noAutofit/>
          </a:bodyPr>
          <a:lstStyle/>
          <a:p>
            <a:pPr marL="0" lvl="0" indent="0" algn="l" rtl="0">
              <a:lnSpc>
                <a:spcPct val="95000"/>
              </a:lnSpc>
              <a:spcBef>
                <a:spcPts val="0"/>
              </a:spcBef>
              <a:spcAft>
                <a:spcPts val="0"/>
              </a:spcAft>
              <a:buClr>
                <a:schemeClr val="accent1"/>
              </a:buClr>
              <a:buSzPts val="2200"/>
              <a:buFont typeface="Century Gothic"/>
              <a:buNone/>
            </a:pPr>
            <a:r>
              <a:rPr lang="en-GB"/>
              <a:t>Customer Interaction Management</a:t>
            </a:r>
            <a:endParaRPr/>
          </a:p>
        </p:txBody>
      </p:sp>
      <p:pic>
        <p:nvPicPr>
          <p:cNvPr id="1755" name="Google Shape;1755;p111" descr="CustomerEngagement.jpg"/>
          <p:cNvPicPr preferRelativeResize="0"/>
          <p:nvPr/>
        </p:nvPicPr>
        <p:blipFill rotWithShape="1">
          <a:blip r:embed="rId3">
            <a:alphaModFix/>
          </a:blip>
          <a:srcRect l="29559" t="9151" r="39324" b="36445"/>
          <a:stretch/>
        </p:blipFill>
        <p:spPr>
          <a:xfrm>
            <a:off x="5281159" y="768932"/>
            <a:ext cx="3381153" cy="3944645"/>
          </a:xfrm>
          <a:prstGeom prst="rect">
            <a:avLst/>
          </a:prstGeom>
          <a:noFill/>
          <a:ln>
            <a:noFill/>
          </a:ln>
          <a:effectLst>
            <a:outerShdw blurRad="292100" dist="139700" dir="2700000" algn="tl" rotWithShape="0">
              <a:srgbClr val="333333">
                <a:alpha val="64705"/>
              </a:srgbClr>
            </a:outerShdw>
          </a:effectLst>
        </p:spPr>
      </p:pic>
      <p:sp>
        <p:nvSpPr>
          <p:cNvPr id="1756" name="Google Shape;1756;p111">
            <a:hlinkClick r:id="rId4" action="ppaction://hlinksldjump"/>
          </p:cNvPr>
          <p:cNvSpPr/>
          <p:nvPr/>
        </p:nvSpPr>
        <p:spPr>
          <a:xfrm>
            <a:off x="6515100" y="-189267"/>
            <a:ext cx="2777392" cy="378533"/>
          </a:xfrm>
          <a:prstGeom prst="roundRect">
            <a:avLst>
              <a:gd name="adj" fmla="val 50000"/>
            </a:avLst>
          </a:prstGeom>
          <a:solidFill>
            <a:schemeClr val="accent4"/>
          </a:solidFill>
          <a:ln>
            <a:noFill/>
          </a:ln>
        </p:spPr>
        <p:txBody>
          <a:bodyPr spcFirstLastPara="1" wrap="square" lIns="36000" tIns="180000" rIns="180000" bIns="0" anchor="t" anchorCtr="0">
            <a:noAutofit/>
          </a:bodyPr>
          <a:lstStyle/>
          <a:p>
            <a:pPr marL="0" marR="0" lvl="0" indent="0" algn="ctr" rtl="0">
              <a:spcBef>
                <a:spcPts val="0"/>
              </a:spcBef>
              <a:spcAft>
                <a:spcPts val="0"/>
              </a:spcAft>
              <a:buNone/>
            </a:pPr>
            <a:r>
              <a:rPr lang="en-GB" sz="750">
                <a:solidFill>
                  <a:schemeClr val="lt1"/>
                </a:solidFill>
                <a:latin typeface="Century Gothic"/>
                <a:ea typeface="Century Gothic"/>
                <a:cs typeface="Century Gothic"/>
                <a:sym typeface="Century Gothic"/>
              </a:rPr>
              <a:t>   Customer Interaction Management</a:t>
            </a:r>
            <a:endParaRPr sz="750">
              <a:solidFill>
                <a:schemeClr val="lt1"/>
              </a:solidFill>
              <a:latin typeface="Century Gothic"/>
              <a:ea typeface="Century Gothic"/>
              <a:cs typeface="Century Gothic"/>
              <a:sym typeface="Century Gothic"/>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760"/>
        <p:cNvGrpSpPr/>
        <p:nvPr/>
      </p:nvGrpSpPr>
      <p:grpSpPr>
        <a:xfrm>
          <a:off x="0" y="0"/>
          <a:ext cx="0" cy="0"/>
          <a:chOff x="0" y="0"/>
          <a:chExt cx="0" cy="0"/>
        </a:xfrm>
      </p:grpSpPr>
      <p:sp>
        <p:nvSpPr>
          <p:cNvPr id="1761" name="Google Shape;1761;p112"/>
          <p:cNvSpPr txBox="1">
            <a:spLocks noGrp="1"/>
          </p:cNvSpPr>
          <p:nvPr>
            <p:ph type="body" idx="1"/>
          </p:nvPr>
        </p:nvSpPr>
        <p:spPr>
          <a:xfrm>
            <a:off x="467360" y="852530"/>
            <a:ext cx="4710650" cy="3986424"/>
          </a:xfrm>
          <a:prstGeom prst="rect">
            <a:avLst/>
          </a:prstGeom>
          <a:noFill/>
          <a:ln>
            <a:noFill/>
          </a:ln>
        </p:spPr>
        <p:txBody>
          <a:bodyPr spcFirstLastPara="1" wrap="square" lIns="0" tIns="0" rIns="0" bIns="0" anchor="t" anchorCtr="0">
            <a:noAutofit/>
          </a:bodyPr>
          <a:lstStyle/>
          <a:p>
            <a:pPr marL="0" lvl="0" indent="0" algn="l" rtl="0">
              <a:lnSpc>
                <a:spcPct val="110000"/>
              </a:lnSpc>
              <a:spcBef>
                <a:spcPts val="0"/>
              </a:spcBef>
              <a:spcAft>
                <a:spcPts val="0"/>
              </a:spcAft>
              <a:buClr>
                <a:srgbClr val="0079DB"/>
              </a:buClr>
              <a:buSzPts val="1800"/>
              <a:buNone/>
            </a:pPr>
            <a:r>
              <a:rPr lang="en-GB">
                <a:solidFill>
                  <a:srgbClr val="0079DB"/>
                </a:solidFill>
              </a:rPr>
              <a:t>How – Capability Areas</a:t>
            </a:r>
            <a:endParaRPr/>
          </a:p>
          <a:p>
            <a:pPr marL="0" lvl="0" indent="0" algn="l" rtl="0">
              <a:lnSpc>
                <a:spcPct val="95000"/>
              </a:lnSpc>
              <a:spcBef>
                <a:spcPts val="800"/>
              </a:spcBef>
              <a:spcAft>
                <a:spcPts val="0"/>
              </a:spcAft>
              <a:buClr>
                <a:schemeClr val="dk1"/>
              </a:buClr>
              <a:buSzPts val="1200"/>
              <a:buNone/>
            </a:pPr>
            <a:r>
              <a:rPr lang="en-GB" sz="1200" b="1"/>
              <a:t>Search Engine Optimization </a:t>
            </a:r>
            <a:r>
              <a:rPr lang="en-GB" sz="1200"/>
              <a:t>i</a:t>
            </a:r>
            <a:r>
              <a:rPr lang="en-GB" sz="1100"/>
              <a:t>mproving  relevancy of web site search results to drive higher conversion</a:t>
            </a:r>
            <a:endParaRPr sz="1200"/>
          </a:p>
          <a:p>
            <a:pPr marL="0" lvl="0" indent="0" algn="l" rtl="0">
              <a:lnSpc>
                <a:spcPct val="95000"/>
              </a:lnSpc>
              <a:spcBef>
                <a:spcPts val="800"/>
              </a:spcBef>
              <a:spcAft>
                <a:spcPts val="0"/>
              </a:spcAft>
              <a:buClr>
                <a:schemeClr val="dk1"/>
              </a:buClr>
              <a:buSzPts val="1200"/>
              <a:buNone/>
            </a:pPr>
            <a:r>
              <a:rPr lang="en-GB" sz="1200" b="1"/>
              <a:t>Personalization </a:t>
            </a:r>
            <a:r>
              <a:rPr lang="en-GB" sz="1100"/>
              <a:t>Move from mass customisation of communication (based on broad segments)  to 1to 1 personalisation of customer communications using individual customer data</a:t>
            </a:r>
            <a:endParaRPr sz="1100" i="1">
              <a:solidFill>
                <a:schemeClr val="accent1"/>
              </a:solidFill>
            </a:endParaRPr>
          </a:p>
          <a:p>
            <a:pPr marL="0" lvl="0" indent="0" algn="l" rtl="0">
              <a:lnSpc>
                <a:spcPct val="95000"/>
              </a:lnSpc>
              <a:spcBef>
                <a:spcPts val="800"/>
              </a:spcBef>
              <a:spcAft>
                <a:spcPts val="0"/>
              </a:spcAft>
              <a:buClr>
                <a:schemeClr val="dk1"/>
              </a:buClr>
              <a:buSzPts val="1200"/>
              <a:buNone/>
            </a:pPr>
            <a:r>
              <a:rPr lang="en-GB" sz="1200" b="1"/>
              <a:t>Next Best Action Arbitration </a:t>
            </a:r>
            <a:r>
              <a:rPr lang="en-GB" sz="1100"/>
              <a:t>determining the next best action for a customer when they interact with the company</a:t>
            </a:r>
            <a:endParaRPr/>
          </a:p>
          <a:p>
            <a:pPr marL="0" lvl="0" indent="0" algn="l" rtl="0">
              <a:lnSpc>
                <a:spcPct val="95000"/>
              </a:lnSpc>
              <a:spcBef>
                <a:spcPts val="800"/>
              </a:spcBef>
              <a:spcAft>
                <a:spcPts val="0"/>
              </a:spcAft>
              <a:buClr>
                <a:schemeClr val="dk1"/>
              </a:buClr>
              <a:buSzPts val="1200"/>
              <a:buNone/>
            </a:pPr>
            <a:r>
              <a:rPr lang="en-GB" sz="1200" b="1"/>
              <a:t>Product Recommendations </a:t>
            </a:r>
            <a:r>
              <a:rPr lang="en-GB" sz="1100"/>
              <a:t>presenting the most relevant product recommendation(s) based upon a customer/prospects interactions and previous behaviour</a:t>
            </a:r>
            <a:endParaRPr/>
          </a:p>
          <a:p>
            <a:pPr marL="0" lvl="0" indent="0" algn="l" rtl="0">
              <a:lnSpc>
                <a:spcPct val="95000"/>
              </a:lnSpc>
              <a:spcBef>
                <a:spcPts val="800"/>
              </a:spcBef>
              <a:spcAft>
                <a:spcPts val="0"/>
              </a:spcAft>
              <a:buClr>
                <a:schemeClr val="dk1"/>
              </a:buClr>
              <a:buSzPts val="1200"/>
              <a:buNone/>
            </a:pPr>
            <a:r>
              <a:rPr lang="en-GB" sz="1200" b="1"/>
              <a:t>Multi Step Campaign </a:t>
            </a:r>
            <a:r>
              <a:rPr lang="en-GB" sz="1100"/>
              <a:t>creating relevant 2-way dialogues  with customers by determining next interaction based on outcome of previous  interactions</a:t>
            </a:r>
            <a:endParaRPr/>
          </a:p>
          <a:p>
            <a:pPr marL="0" lvl="0" indent="0" algn="l" rtl="0">
              <a:lnSpc>
                <a:spcPct val="95000"/>
              </a:lnSpc>
              <a:spcBef>
                <a:spcPts val="800"/>
              </a:spcBef>
              <a:spcAft>
                <a:spcPts val="0"/>
              </a:spcAft>
              <a:buClr>
                <a:schemeClr val="dk1"/>
              </a:buClr>
              <a:buSzPts val="1200"/>
              <a:buNone/>
            </a:pPr>
            <a:r>
              <a:rPr lang="en-GB" sz="1200" b="1"/>
              <a:t>Marketing Effectiveness </a:t>
            </a:r>
            <a:r>
              <a:rPr lang="en-GB" sz="1200"/>
              <a:t>analyzing the impact a specific campaign  or groups of campaigns against the goal for the campaign and utilize that information to improve the results of future campaigns</a:t>
            </a:r>
            <a:endParaRPr sz="1200"/>
          </a:p>
          <a:p>
            <a:pPr marL="515938" lvl="1" indent="-153987" algn="l" rtl="0">
              <a:lnSpc>
                <a:spcPct val="110000"/>
              </a:lnSpc>
              <a:spcBef>
                <a:spcPts val="400"/>
              </a:spcBef>
              <a:spcAft>
                <a:spcPts val="0"/>
              </a:spcAft>
              <a:buClr>
                <a:schemeClr val="dk1"/>
              </a:buClr>
              <a:buSzPts val="1200"/>
              <a:buNone/>
            </a:pPr>
            <a:endParaRPr sz="1200"/>
          </a:p>
        </p:txBody>
      </p:sp>
      <p:sp>
        <p:nvSpPr>
          <p:cNvPr id="1762" name="Google Shape;1762;p112"/>
          <p:cNvSpPr txBox="1">
            <a:spLocks noGrp="1"/>
          </p:cNvSpPr>
          <p:nvPr>
            <p:ph type="title"/>
          </p:nvPr>
        </p:nvSpPr>
        <p:spPr>
          <a:xfrm>
            <a:off x="477880" y="174273"/>
            <a:ext cx="5435240" cy="704088"/>
          </a:xfrm>
          <a:prstGeom prst="rect">
            <a:avLst/>
          </a:prstGeom>
          <a:noFill/>
          <a:ln>
            <a:noFill/>
          </a:ln>
        </p:spPr>
        <p:txBody>
          <a:bodyPr spcFirstLastPara="1" wrap="square" lIns="0" tIns="0" rIns="0" bIns="0" anchor="ctr" anchorCtr="0">
            <a:noAutofit/>
          </a:bodyPr>
          <a:lstStyle/>
          <a:p>
            <a:pPr marL="0" lvl="0" indent="0" algn="l" rtl="0">
              <a:lnSpc>
                <a:spcPct val="95000"/>
              </a:lnSpc>
              <a:spcBef>
                <a:spcPts val="0"/>
              </a:spcBef>
              <a:spcAft>
                <a:spcPts val="0"/>
              </a:spcAft>
              <a:buClr>
                <a:schemeClr val="accent1"/>
              </a:buClr>
              <a:buSzPts val="2200"/>
              <a:buFont typeface="Century Gothic"/>
              <a:buNone/>
            </a:pPr>
            <a:r>
              <a:rPr lang="en-GB"/>
              <a:t>Customer Interaction Management</a:t>
            </a:r>
            <a:endParaRPr/>
          </a:p>
        </p:txBody>
      </p:sp>
      <p:pic>
        <p:nvPicPr>
          <p:cNvPr id="1763" name="Google Shape;1763;p112" descr="CustomerEngagement.jpg"/>
          <p:cNvPicPr preferRelativeResize="0"/>
          <p:nvPr/>
        </p:nvPicPr>
        <p:blipFill rotWithShape="1">
          <a:blip r:embed="rId3">
            <a:alphaModFix/>
          </a:blip>
          <a:srcRect l="29559" t="9151" r="39324" b="36445"/>
          <a:stretch/>
        </p:blipFill>
        <p:spPr>
          <a:xfrm>
            <a:off x="5281159" y="768932"/>
            <a:ext cx="3381153" cy="3944645"/>
          </a:xfrm>
          <a:prstGeom prst="rect">
            <a:avLst/>
          </a:prstGeom>
          <a:noFill/>
          <a:ln>
            <a:noFill/>
          </a:ln>
          <a:effectLst>
            <a:outerShdw blurRad="292100" dist="139700" dir="2700000" algn="tl" rotWithShape="0">
              <a:srgbClr val="333333">
                <a:alpha val="64705"/>
              </a:srgbClr>
            </a:outerShdw>
          </a:effectLst>
        </p:spPr>
      </p:pic>
      <p:sp>
        <p:nvSpPr>
          <p:cNvPr id="1764" name="Google Shape;1764;p112">
            <a:hlinkClick r:id="rId4" action="ppaction://hlinksldjump"/>
          </p:cNvPr>
          <p:cNvSpPr/>
          <p:nvPr/>
        </p:nvSpPr>
        <p:spPr>
          <a:xfrm>
            <a:off x="6515100" y="-189267"/>
            <a:ext cx="2777392" cy="378533"/>
          </a:xfrm>
          <a:prstGeom prst="roundRect">
            <a:avLst>
              <a:gd name="adj" fmla="val 50000"/>
            </a:avLst>
          </a:prstGeom>
          <a:solidFill>
            <a:schemeClr val="accent4"/>
          </a:solidFill>
          <a:ln>
            <a:noFill/>
          </a:ln>
        </p:spPr>
        <p:txBody>
          <a:bodyPr spcFirstLastPara="1" wrap="square" lIns="36000" tIns="180000" rIns="180000" bIns="0" anchor="t" anchorCtr="0">
            <a:noAutofit/>
          </a:bodyPr>
          <a:lstStyle/>
          <a:p>
            <a:pPr marL="0" marR="0" lvl="0" indent="0" algn="ctr" rtl="0">
              <a:spcBef>
                <a:spcPts val="0"/>
              </a:spcBef>
              <a:spcAft>
                <a:spcPts val="0"/>
              </a:spcAft>
              <a:buNone/>
            </a:pPr>
            <a:r>
              <a:rPr lang="en-GB" sz="750">
                <a:solidFill>
                  <a:schemeClr val="lt1"/>
                </a:solidFill>
                <a:latin typeface="Century Gothic"/>
                <a:ea typeface="Century Gothic"/>
                <a:cs typeface="Century Gothic"/>
                <a:sym typeface="Century Gothic"/>
              </a:rPr>
              <a:t>   Customer Interaction Management</a:t>
            </a:r>
            <a:endParaRPr sz="750">
              <a:solidFill>
                <a:schemeClr val="lt1"/>
              </a:solidFill>
              <a:latin typeface="Century Gothic"/>
              <a:ea typeface="Century Gothic"/>
              <a:cs typeface="Century Gothic"/>
              <a:sym typeface="Century Gothic"/>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200"/>
        <p:cNvGrpSpPr/>
        <p:nvPr/>
      </p:nvGrpSpPr>
      <p:grpSpPr>
        <a:xfrm>
          <a:off x="0" y="0"/>
          <a:ext cx="0" cy="0"/>
          <a:chOff x="0" y="0"/>
          <a:chExt cx="0" cy="0"/>
        </a:xfrm>
      </p:grpSpPr>
      <p:sp>
        <p:nvSpPr>
          <p:cNvPr id="2201" name="Title"/>
          <p:cNvSpPr txBox="1"/>
          <p:nvPr/>
        </p:nvSpPr>
        <p:spPr>
          <a:xfrm>
            <a:off x="350000" y="120000"/>
            <a:ext cx="8400000" cy="400000"/>
          </a:xfrm>
          <a:prstGeom prst="rect">
            <a:avLst/>
          </a:prstGeom>
          <a:noFill/>
          <a:ln>
            <a:noFill/>
          </a:ln>
        </p:spPr>
        <p:txBody>
          <a:bodyPr wrap="square" lIns="91440" tIns="45720" rIns="91440" bIns="45720" anchor="t" anchorCtr="0">
            <a:noAutofit/>
          </a:bodyPr>
          <a:lstStyle/>
          <a:p>
            <a:pPr marL="0" lvl="0" indent="0" algn="l" rtl="0">
              <a:spcBef>
                <a:spcPts val="0"/>
              </a:spcBef>
              <a:spcAft>
                <a:spcPts val="0"/>
              </a:spcAft>
              <a:buNone/>
            </a:pPr>
            <a:r>
              <a:rPr lang="en-GB" sz="1600" b="1">
                <a:solidFill>
                  <a:srgbClr val="0079DB"/>
                </a:solidFill>
                <a:latin typeface="Century Gothic"/>
                <a:ea typeface="Century Gothic"/>
                <a:cs typeface="Century Gothic"/>
              </a:rPr>
              <a:t>CLM Implementation Roadmap — Pakistan Banking</a:t>
            </a:r>
          </a:p>
        </p:txBody>
      </p:sp>
      <p:sp>
        <p:nvSpPr>
          <p:cNvPr id="2210" name="Phase1"/>
          <p:cNvSpPr txBox="1"/>
          <p:nvPr/>
        </p:nvSpPr>
        <p:spPr>
          <a:xfrm>
            <a:off x="350000" y="580000"/>
            <a:ext cx="2700000" cy="2200000"/>
          </a:xfrm>
          <a:prstGeom prst="rect">
            <a:avLst/>
          </a:prstGeom>
          <a:noFill/>
          <a:ln>
            <a:noFill/>
          </a:ln>
        </p:spPr>
        <p:txBody>
          <a:bodyPr wrap="square" lIns="91440" tIns="45720" rIns="91440" bIns="45720" anchor="t" anchorCtr="0">
            <a:noAutofit/>
          </a:bodyPr>
          <a:lstStyle/>
          <a:p>
            <a:pPr marL="0" lvl="0" indent="0" algn="l" rtl="0">
              <a:spcBef>
                <a:spcPts val="0"/>
              </a:spcBef>
              <a:spcAft>
                <a:spcPts val="0"/>
              </a:spcAft>
              <a:buNone/>
            </a:pPr>
            <a:r>
              <a:rPr lang="en-GB" sz="1000" b="1">
                <a:solidFill>
                  <a:srgbClr val="0079DB"/>
                </a:solidFill>
                <a:latin typeface="Century Gothic"/>
                <a:ea typeface="Century Gothic"/>
                <a:cs typeface="Century Gothic"/>
              </a:rPr>
              <a:t>Phase 1: Foundation (0-6 months)</a:t>
            </a:r>
          </a:p>
          <a:p>
            <a:pPr marL="171450" lvl="0" indent="-171450" algn="l" rtl="0">
              <a:spcBef>
                <a:spcPts val="80"/>
              </a:spcBef>
              <a:spcAft>
                <a:spcPts val="0"/>
              </a:spcAft>
              <a:buChar char="•"/>
            </a:pPr>
            <a:r>
              <a:rPr lang="en-GB" sz="800">
                <a:solidFill>
                  <a:srgbClr val="333333"/>
                </a:solidFill>
                <a:latin typeface="Century Gothic"/>
                <a:ea typeface="Century Gothic"/>
                <a:cs typeface="Century Gothic"/>
              </a:rPr>
              <a:t>CNIC digital onboarding (NADRA biometric e-KYC)</a:t>
            </a:r>
          </a:p>
          <a:p>
            <a:pPr marL="171450" lvl="0" indent="-171450" algn="l" rtl="0">
              <a:spcBef>
                <a:spcPts val="60"/>
              </a:spcBef>
              <a:spcAft>
                <a:spcPts val="0"/>
              </a:spcAft>
              <a:buChar char="•"/>
            </a:pPr>
            <a:r>
              <a:rPr lang="en-GB" sz="800">
                <a:solidFill>
                  <a:srgbClr val="333333"/>
                </a:solidFill>
                <a:latin typeface="Century Gothic"/>
                <a:ea typeface="Century Gothic"/>
                <a:cs typeface="Century Gothic"/>
              </a:rPr>
              <a:t>Dormant re-activation program (15M+ target)</a:t>
            </a:r>
          </a:p>
          <a:p>
            <a:pPr marL="171450" lvl="0" indent="-171450" algn="l" rtl="0">
              <a:spcBef>
                <a:spcPts val="60"/>
              </a:spcBef>
              <a:spcAft>
                <a:spcPts val="0"/>
              </a:spcAft>
              <a:buChar char="•"/>
            </a:pPr>
            <a:r>
              <a:rPr lang="en-GB" sz="800">
                <a:solidFill>
                  <a:srgbClr val="333333"/>
                </a:solidFill>
                <a:latin typeface="Century Gothic"/>
                <a:ea typeface="Century Gothic"/>
                <a:cs typeface="Century Gothic"/>
              </a:rPr>
              <a:t>Basic churn scoring model</a:t>
            </a:r>
          </a:p>
          <a:p>
            <a:pPr marL="171450" lvl="0" indent="-171450" algn="l" rtl="0">
              <a:spcBef>
                <a:spcPts val="60"/>
              </a:spcBef>
              <a:spcAft>
                <a:spcPts val="0"/>
              </a:spcAft>
              <a:buChar char="•"/>
            </a:pPr>
            <a:r>
              <a:rPr lang="en-GB" sz="800">
                <a:solidFill>
                  <a:srgbClr val="333333"/>
                </a:solidFill>
                <a:latin typeface="Century Gothic"/>
                <a:ea typeface="Century Gothic"/>
                <a:cs typeface="Century Gothic"/>
              </a:rPr>
              <a:t>Salary account welcome journey (first 90 days)</a:t>
            </a:r>
          </a:p>
          <a:p>
            <a:pPr marL="0" lvl="0" indent="0" algn="l" rtl="0">
              <a:spcBef>
                <a:spcPts val="80"/>
              </a:spcBef>
              <a:spcAft>
                <a:spcPts val="0"/>
              </a:spcAft>
              <a:buNone/>
            </a:pPr>
            <a:r>
              <a:rPr lang="en-GB" sz="750" b="1">
                <a:solidFill>
                  <a:srgbClr val="C55A11"/>
                </a:solidFill>
                <a:latin typeface="Century Gothic"/>
                <a:ea typeface="Century Gothic"/>
                <a:cs typeface="Century Gothic"/>
              </a:rPr>
              <a:t>Investment: PKR 40-70M  |  Quick Win: 20% dormant re-activation</a:t>
            </a:r>
          </a:p>
        </p:txBody>
      </p:sp>
      <p:sp>
        <p:nvSpPr>
          <p:cNvPr id="2220" name="Phase2"/>
          <p:cNvSpPr txBox="1"/>
          <p:nvPr/>
        </p:nvSpPr>
        <p:spPr>
          <a:xfrm>
            <a:off x="3200000" y="580000"/>
            <a:ext cx="2700000" cy="2200000"/>
          </a:xfrm>
          <a:prstGeom prst="rect">
            <a:avLst/>
          </a:prstGeom>
          <a:noFill/>
          <a:ln>
            <a:noFill/>
          </a:ln>
        </p:spPr>
        <p:txBody>
          <a:bodyPr wrap="square" lIns="91440" tIns="45720" rIns="91440" bIns="45720" anchor="t" anchorCtr="0">
            <a:noAutofit/>
          </a:bodyPr>
          <a:lstStyle/>
          <a:p>
            <a:pPr marL="0" lvl="0" indent="0" algn="l" rtl="0">
              <a:spcBef>
                <a:spcPts val="0"/>
              </a:spcBef>
              <a:spcAft>
                <a:spcPts val="0"/>
              </a:spcAft>
              <a:buNone/>
            </a:pPr>
            <a:r>
              <a:rPr lang="en-GB" sz="1000" b="1">
                <a:solidFill>
                  <a:srgbClr val="0079DB"/>
                </a:solidFill>
                <a:latin typeface="Century Gothic"/>
                <a:ea typeface="Century Gothic"/>
                <a:cs typeface="Century Gothic"/>
              </a:rPr>
              <a:t>Phase 2: Core Capabilities (6-18 months)</a:t>
            </a:r>
          </a:p>
          <a:p>
            <a:pPr marL="171450" lvl="0" indent="-171450" algn="l" rtl="0">
              <a:spcBef>
                <a:spcPts val="80"/>
              </a:spcBef>
              <a:spcAft>
                <a:spcPts val="0"/>
              </a:spcAft>
              <a:buChar char="•"/>
            </a:pPr>
            <a:r>
              <a:rPr lang="en-GB" sz="800">
                <a:solidFill>
                  <a:srgbClr val="333333"/>
                </a:solidFill>
                <a:latin typeface="Century Gothic"/>
                <a:ea typeface="Century Gothic"/>
                <a:cs typeface="Century Gothic"/>
              </a:rPr>
              <a:t>Automated lifecycle campaign engine</a:t>
            </a:r>
          </a:p>
          <a:p>
            <a:pPr marL="171450" lvl="0" indent="-171450" algn="l" rtl="0">
              <a:spcBef>
                <a:spcPts val="60"/>
              </a:spcBef>
              <a:spcAft>
                <a:spcPts val="0"/>
              </a:spcAft>
              <a:buChar char="•"/>
            </a:pPr>
            <a:r>
              <a:rPr lang="en-GB" sz="800">
                <a:solidFill>
                  <a:srgbClr val="333333"/>
                </a:solidFill>
                <a:latin typeface="Century Gothic"/>
                <a:ea typeface="Century Gothic"/>
                <a:cs typeface="Century Gothic"/>
              </a:rPr>
              <a:t>Cross-sell propensity models (CASA → card → loan → investment)</a:t>
            </a:r>
          </a:p>
          <a:p>
            <a:pPr marL="171450" lvl="0" indent="-171450" algn="l" rtl="0">
              <a:spcBef>
                <a:spcPts val="60"/>
              </a:spcBef>
              <a:spcAft>
                <a:spcPts val="0"/>
              </a:spcAft>
              <a:buChar char="•"/>
            </a:pPr>
            <a:r>
              <a:rPr lang="en-GB" sz="800">
                <a:solidFill>
                  <a:srgbClr val="333333"/>
                </a:solidFill>
                <a:latin typeface="Century Gothic"/>
                <a:ea typeface="Century Gothic"/>
                <a:cs typeface="Century Gothic"/>
              </a:rPr>
              <a:t>Retention triggers (balance decline, competitor signals)</a:t>
            </a:r>
          </a:p>
          <a:p>
            <a:pPr marL="171450" lvl="0" indent="-171450" algn="l" rtl="0">
              <a:spcBef>
                <a:spcPts val="60"/>
              </a:spcBef>
              <a:spcAft>
                <a:spcPts val="0"/>
              </a:spcAft>
              <a:buChar char="•"/>
            </a:pPr>
            <a:r>
              <a:rPr lang="en-GB" sz="800">
                <a:solidFill>
                  <a:srgbClr val="333333"/>
                </a:solidFill>
                <a:latin typeface="Century Gothic"/>
                <a:ea typeface="Century Gothic"/>
                <a:cs typeface="Century Gothic"/>
              </a:rPr>
              <a:t>Loyalty upgrade (points + experiential + Islamic rewards)</a:t>
            </a:r>
          </a:p>
          <a:p>
            <a:pPr marL="0" lvl="0" indent="0" algn="l" rtl="0">
              <a:spcBef>
                <a:spcPts val="80"/>
              </a:spcBef>
              <a:spcAft>
                <a:spcPts val="0"/>
              </a:spcAft>
              <a:buNone/>
            </a:pPr>
            <a:r>
              <a:rPr lang="en-GB" sz="750" b="1">
                <a:solidFill>
                  <a:srgbClr val="C55A11"/>
                </a:solidFill>
                <a:latin typeface="Century Gothic"/>
                <a:ea typeface="Century Gothic"/>
                <a:cs typeface="Century Gothic"/>
              </a:rPr>
              <a:t>Investment: PKR 80-150M  |  Products/customer: 1.8 → 2.5</a:t>
            </a:r>
          </a:p>
        </p:txBody>
      </p:sp>
      <p:sp>
        <p:nvSpPr>
          <p:cNvPr id="2230" name="Phase3"/>
          <p:cNvSpPr txBox="1"/>
          <p:nvPr/>
        </p:nvSpPr>
        <p:spPr>
          <a:xfrm>
            <a:off x="6050000" y="580000"/>
            <a:ext cx="2750000" cy="2200000"/>
          </a:xfrm>
          <a:prstGeom prst="rect">
            <a:avLst/>
          </a:prstGeom>
          <a:noFill/>
          <a:ln>
            <a:noFill/>
          </a:ln>
        </p:spPr>
        <p:txBody>
          <a:bodyPr wrap="square" lIns="91440" tIns="45720" rIns="91440" bIns="45720" anchor="t" anchorCtr="0">
            <a:noAutofit/>
          </a:bodyPr>
          <a:lstStyle/>
          <a:p>
            <a:pPr marL="0" lvl="0" indent="0" algn="l" rtl="0">
              <a:spcBef>
                <a:spcPts val="0"/>
              </a:spcBef>
              <a:spcAft>
                <a:spcPts val="0"/>
              </a:spcAft>
              <a:buNone/>
            </a:pPr>
            <a:r>
              <a:rPr lang="en-GB" sz="1000" b="1">
                <a:solidFill>
                  <a:srgbClr val="0079DB"/>
                </a:solidFill>
                <a:latin typeface="Century Gothic"/>
                <a:ea typeface="Century Gothic"/>
                <a:cs typeface="Century Gothic"/>
              </a:rPr>
              <a:t>Phase 3: Advanced Intelligence (18-36 months)</a:t>
            </a:r>
          </a:p>
          <a:p>
            <a:pPr marL="171450" lvl="0" indent="-171450" algn="l" rtl="0">
              <a:spcBef>
                <a:spcPts val="80"/>
              </a:spcBef>
              <a:spcAft>
                <a:spcPts val="0"/>
              </a:spcAft>
              <a:buChar char="•"/>
            </a:pPr>
            <a:r>
              <a:rPr lang="en-GB" sz="800">
                <a:solidFill>
                  <a:srgbClr val="333333"/>
                </a:solidFill>
                <a:latin typeface="Century Gothic"/>
                <a:ea typeface="Century Gothic"/>
                <a:cs typeface="Century Gothic"/>
              </a:rPr>
              <a:t>Real-time Next Best Action across all channels</a:t>
            </a:r>
          </a:p>
          <a:p>
            <a:pPr marL="171450" lvl="0" indent="-171450" algn="l" rtl="0">
              <a:spcBef>
                <a:spcPts val="60"/>
              </a:spcBef>
              <a:spcAft>
                <a:spcPts val="0"/>
              </a:spcAft>
              <a:buChar char="•"/>
            </a:pPr>
            <a:r>
              <a:rPr lang="en-GB" sz="800">
                <a:solidFill>
                  <a:srgbClr val="333333"/>
                </a:solidFill>
                <a:latin typeface="Century Gothic"/>
                <a:ea typeface="Century Gothic"/>
                <a:cs typeface="Century Gothic"/>
              </a:rPr>
              <a:t>ML churn prediction (30-day advance warning)</a:t>
            </a:r>
          </a:p>
          <a:p>
            <a:pPr marL="171450" lvl="0" indent="-171450" algn="l" rtl="0">
              <a:spcBef>
                <a:spcPts val="60"/>
              </a:spcBef>
              <a:spcAft>
                <a:spcPts val="0"/>
              </a:spcAft>
              <a:buChar char="•"/>
            </a:pPr>
            <a:r>
              <a:rPr lang="en-GB" sz="800">
                <a:solidFill>
                  <a:srgbClr val="333333"/>
                </a:solidFill>
                <a:latin typeface="Century Gothic"/>
                <a:ea typeface="Century Gothic"/>
                <a:cs typeface="Century Gothic"/>
              </a:rPr>
              <a:t>Contextual decisioning (in-app, branch, call center)</a:t>
            </a:r>
          </a:p>
          <a:p>
            <a:pPr marL="171450" lvl="0" indent="-171450" algn="l" rtl="0">
              <a:spcBef>
                <a:spcPts val="60"/>
              </a:spcBef>
              <a:spcAft>
                <a:spcPts val="0"/>
              </a:spcAft>
              <a:buChar char="•"/>
            </a:pPr>
            <a:r>
              <a:rPr lang="en-GB" sz="800">
                <a:solidFill>
                  <a:srgbClr val="333333"/>
                </a:solidFill>
                <a:latin typeface="Century Gothic"/>
                <a:ea typeface="Century Gothic"/>
                <a:cs typeface="Century Gothic"/>
              </a:rPr>
              <a:t>Personalized pricing and offer optimization</a:t>
            </a:r>
          </a:p>
          <a:p>
            <a:pPr marL="0" lvl="0" indent="0" algn="l" rtl="0">
              <a:spcBef>
                <a:spcPts val="80"/>
              </a:spcBef>
              <a:spcAft>
                <a:spcPts val="0"/>
              </a:spcAft>
              <a:buNone/>
            </a:pPr>
            <a:r>
              <a:rPr lang="en-GB" sz="750" b="1">
                <a:solidFill>
                  <a:srgbClr val="C55A11"/>
                </a:solidFill>
                <a:latin typeface="Century Gothic"/>
                <a:ea typeface="Century Gothic"/>
                <a:cs typeface="Century Gothic"/>
              </a:rPr>
              <a:t>Investment: PKR 120-250M  |  30% churn reduction, 3.0+ products/customer</a:t>
            </a:r>
          </a:p>
        </p:txBody>
      </p:sp>
      <p:sp>
        <p:nvSpPr>
          <p:cNvPr id="2240" name="Summary"/>
          <p:cNvSpPr txBox="1"/>
          <p:nvPr/>
        </p:nvSpPr>
        <p:spPr>
          <a:xfrm>
            <a:off x="350000" y="3000000"/>
            <a:ext cx="8400000" cy="400000"/>
          </a:xfrm>
          <a:prstGeom prst="rect">
            <a:avLst/>
          </a:prstGeom>
          <a:noFill/>
          <a:ln>
            <a:noFill/>
          </a:ln>
        </p:spPr>
        <p:txBody>
          <a:bodyPr wrap="square" lIns="91440" tIns="45720" rIns="91440" bIns="45720" anchor="t" anchorCtr="0">
            <a:noAutofit/>
          </a:bodyPr>
          <a:lstStyle/>
          <a:p>
            <a:pPr marL="0" lvl="0" indent="0" algn="l" rtl="0">
              <a:spcBef>
                <a:spcPts val="0"/>
              </a:spcBef>
              <a:spcAft>
                <a:spcPts val="0"/>
              </a:spcAft>
              <a:buNone/>
            </a:pPr>
            <a:r>
              <a:rPr lang="en-GB" sz="850" b="1">
                <a:solidFill>
                  <a:srgbClr val="0079DB"/>
                </a:solidFill>
                <a:latin typeface="Century Gothic"/>
                <a:ea typeface="Century Gothic"/>
                <a:cs typeface="Century Gothic"/>
              </a:rPr>
              <a:t>Total 36-Month Investment: PKR 240-470M  |  Target: 1.8 → 3.0+ products/customer  |  30% churn reduction  |  50%+ digital onboarding</a:t>
            </a:r>
          </a:p>
        </p:txBody>
      </p:sp>
      <p:sp>
        <p:nvSpPr>
          <p:cNvPr id="2250" name="FSDM"/>
          <p:cNvSpPr txBox="1"/>
          <p:nvPr/>
        </p:nvSpPr>
        <p:spPr>
          <a:xfrm>
            <a:off x="350000" y="3450000"/>
            <a:ext cx="8400000" cy="350000"/>
          </a:xfrm>
          <a:prstGeom prst="rect">
            <a:avLst/>
          </a:prstGeom>
          <a:noFill/>
          <a:ln>
            <a:noFill/>
          </a:ln>
        </p:spPr>
        <p:txBody>
          <a:bodyPr wrap="square" lIns="91440" tIns="45720" rIns="91440" bIns="45720" anchor="t" anchorCtr="0">
            <a:noAutofit/>
          </a:bodyPr>
          <a:lstStyle/>
          <a:p>
            <a:pPr marL="0" lvl="0" indent="0" algn="l" rtl="0">
              <a:spcBef>
                <a:spcPts val="100"/>
              </a:spcBef>
              <a:spcAft>
                <a:spcPts val="0"/>
              </a:spcAft>
              <a:buNone/>
            </a:pPr>
            <a:r>
              <a:rPr lang="en-GB" sz="750">
                <a:solidFill>
                  <a:srgbClr val="666666"/>
                </a:solidFill>
                <a:latin typeface="Century Gothic"/>
                <a:ea typeface="Century Gothic"/>
                <a:cs typeface="Century Gothic"/>
              </a:rPr>
              <a:t>FSDM Foundation: All phases built on erwin Financial Services Data Model — 180+ entities providing unified customer, product, transaction, and interaction data layer.</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768"/>
        <p:cNvGrpSpPr/>
        <p:nvPr/>
      </p:nvGrpSpPr>
      <p:grpSpPr>
        <a:xfrm>
          <a:off x="0" y="0"/>
          <a:ext cx="0" cy="0"/>
          <a:chOff x="0" y="0"/>
          <a:chExt cx="0" cy="0"/>
        </a:xfrm>
      </p:grpSpPr>
      <p:sp>
        <p:nvSpPr>
          <p:cNvPr id="1769" name="Google Shape;1769;p113"/>
          <p:cNvSpPr txBox="1">
            <a:spLocks noGrp="1"/>
          </p:cNvSpPr>
          <p:nvPr>
            <p:ph type="body" idx="1"/>
          </p:nvPr>
        </p:nvSpPr>
        <p:spPr>
          <a:xfrm>
            <a:off x="467360" y="852530"/>
            <a:ext cx="4710650" cy="3986424"/>
          </a:xfrm>
          <a:prstGeom prst="rect">
            <a:avLst/>
          </a:prstGeom>
          <a:noFill/>
          <a:ln>
            <a:noFill/>
          </a:ln>
        </p:spPr>
        <p:txBody>
          <a:bodyPr spcFirstLastPara="1" wrap="square" lIns="0" tIns="0" rIns="0" bIns="0" anchor="t" anchorCtr="0">
            <a:noAutofit/>
          </a:bodyPr>
          <a:lstStyle/>
          <a:p>
            <a:pPr marL="0" lvl="0" indent="0" algn="l" rtl="0">
              <a:lnSpc>
                <a:spcPct val="110000"/>
              </a:lnSpc>
              <a:spcBef>
                <a:spcPts val="0"/>
              </a:spcBef>
              <a:spcAft>
                <a:spcPts val="0"/>
              </a:spcAft>
              <a:buClr>
                <a:srgbClr val="0079DB"/>
              </a:buClr>
              <a:buSzPts val="1800"/>
              <a:buNone/>
            </a:pPr>
            <a:r>
              <a:rPr lang="en-GB">
                <a:solidFill>
                  <a:srgbClr val="0079DB"/>
                </a:solidFill>
              </a:rPr>
              <a:t>How – Capability Areas</a:t>
            </a:r>
            <a:endParaRPr/>
          </a:p>
          <a:p>
            <a:pPr marL="0" lvl="0" indent="0" algn="l" rtl="0">
              <a:lnSpc>
                <a:spcPct val="95000"/>
              </a:lnSpc>
              <a:spcBef>
                <a:spcPts val="800"/>
              </a:spcBef>
              <a:spcAft>
                <a:spcPts val="0"/>
              </a:spcAft>
              <a:buClr>
                <a:schemeClr val="dk1"/>
              </a:buClr>
              <a:buSzPts val="1200"/>
              <a:buNone/>
            </a:pPr>
            <a:r>
              <a:rPr lang="en-GB" sz="1200" b="1"/>
              <a:t>Marketing Attribution </a:t>
            </a:r>
            <a:r>
              <a:rPr lang="en-GB" sz="1100"/>
              <a:t>Analyze  customer path to conversion  to determine the impact  of interactions  on conversion and  attribute the value of each interaction to sales, or some other specific conversion type</a:t>
            </a:r>
            <a:endParaRPr sz="1100"/>
          </a:p>
          <a:p>
            <a:pPr marL="0" lvl="0" indent="0" algn="l" rtl="0">
              <a:lnSpc>
                <a:spcPct val="95000"/>
              </a:lnSpc>
              <a:spcBef>
                <a:spcPts val="800"/>
              </a:spcBef>
              <a:spcAft>
                <a:spcPts val="0"/>
              </a:spcAft>
              <a:buClr>
                <a:schemeClr val="dk1"/>
              </a:buClr>
              <a:buSzPts val="1200"/>
              <a:buNone/>
            </a:pPr>
            <a:r>
              <a:rPr lang="en-GB" sz="1200" b="1"/>
              <a:t>Brand Analytics </a:t>
            </a:r>
            <a:r>
              <a:rPr lang="en-GB" sz="1100"/>
              <a:t>Quantify the impact of a company’s brand on marketing and company performance</a:t>
            </a:r>
            <a:endParaRPr/>
          </a:p>
          <a:p>
            <a:pPr marL="0" lvl="0" indent="0" algn="l" rtl="0">
              <a:lnSpc>
                <a:spcPct val="95000"/>
              </a:lnSpc>
              <a:spcBef>
                <a:spcPts val="800"/>
              </a:spcBef>
              <a:spcAft>
                <a:spcPts val="0"/>
              </a:spcAft>
              <a:buClr>
                <a:schemeClr val="dk1"/>
              </a:buClr>
              <a:buSzPts val="1100"/>
              <a:buNone/>
            </a:pPr>
            <a:endParaRPr sz="1100" i="1">
              <a:solidFill>
                <a:schemeClr val="accent1"/>
              </a:solidFill>
            </a:endParaRPr>
          </a:p>
          <a:p>
            <a:pPr marL="0" lvl="0" indent="0" algn="l" rtl="0">
              <a:lnSpc>
                <a:spcPct val="110000"/>
              </a:lnSpc>
              <a:spcBef>
                <a:spcPts val="800"/>
              </a:spcBef>
              <a:spcAft>
                <a:spcPts val="0"/>
              </a:spcAft>
              <a:buClr>
                <a:schemeClr val="dk1"/>
              </a:buClr>
              <a:buSzPts val="1100"/>
              <a:buNone/>
            </a:pPr>
            <a:endParaRPr sz="1100"/>
          </a:p>
          <a:p>
            <a:pPr marL="0" lvl="0" indent="0" algn="l" rtl="0">
              <a:lnSpc>
                <a:spcPct val="110000"/>
              </a:lnSpc>
              <a:spcBef>
                <a:spcPts val="800"/>
              </a:spcBef>
              <a:spcAft>
                <a:spcPts val="0"/>
              </a:spcAft>
              <a:buClr>
                <a:schemeClr val="dk1"/>
              </a:buClr>
              <a:buSzPts val="1100"/>
              <a:buNone/>
            </a:pPr>
            <a:endParaRPr sz="1100"/>
          </a:p>
          <a:p>
            <a:pPr marL="515938" lvl="1" indent="-153987" algn="l" rtl="0">
              <a:lnSpc>
                <a:spcPct val="110000"/>
              </a:lnSpc>
              <a:spcBef>
                <a:spcPts val="400"/>
              </a:spcBef>
              <a:spcAft>
                <a:spcPts val="0"/>
              </a:spcAft>
              <a:buClr>
                <a:schemeClr val="dk1"/>
              </a:buClr>
              <a:buSzPts val="1200"/>
              <a:buNone/>
            </a:pPr>
            <a:endParaRPr sz="1200"/>
          </a:p>
          <a:p>
            <a:pPr marL="515938" lvl="1" indent="-153987" algn="l" rtl="0">
              <a:lnSpc>
                <a:spcPct val="110000"/>
              </a:lnSpc>
              <a:spcBef>
                <a:spcPts val="400"/>
              </a:spcBef>
              <a:spcAft>
                <a:spcPts val="0"/>
              </a:spcAft>
              <a:buClr>
                <a:schemeClr val="dk1"/>
              </a:buClr>
              <a:buSzPts val="1200"/>
              <a:buNone/>
            </a:pPr>
            <a:endParaRPr sz="1200"/>
          </a:p>
        </p:txBody>
      </p:sp>
      <p:sp>
        <p:nvSpPr>
          <p:cNvPr id="1770" name="Google Shape;1770;p113"/>
          <p:cNvSpPr txBox="1">
            <a:spLocks noGrp="1"/>
          </p:cNvSpPr>
          <p:nvPr>
            <p:ph type="title"/>
          </p:nvPr>
        </p:nvSpPr>
        <p:spPr>
          <a:xfrm>
            <a:off x="477880" y="174273"/>
            <a:ext cx="5435240" cy="704088"/>
          </a:xfrm>
          <a:prstGeom prst="rect">
            <a:avLst/>
          </a:prstGeom>
          <a:noFill/>
          <a:ln>
            <a:noFill/>
          </a:ln>
        </p:spPr>
        <p:txBody>
          <a:bodyPr spcFirstLastPara="1" wrap="square" lIns="0" tIns="0" rIns="0" bIns="0" anchor="ctr" anchorCtr="0">
            <a:noAutofit/>
          </a:bodyPr>
          <a:lstStyle/>
          <a:p>
            <a:pPr marL="0" lvl="0" indent="0" algn="l" rtl="0">
              <a:lnSpc>
                <a:spcPct val="95000"/>
              </a:lnSpc>
              <a:spcBef>
                <a:spcPts val="0"/>
              </a:spcBef>
              <a:spcAft>
                <a:spcPts val="0"/>
              </a:spcAft>
              <a:buClr>
                <a:schemeClr val="accent1"/>
              </a:buClr>
              <a:buSzPts val="2200"/>
              <a:buFont typeface="Century Gothic"/>
              <a:buNone/>
            </a:pPr>
            <a:r>
              <a:rPr lang="en-GB"/>
              <a:t>Customer Interaction Management</a:t>
            </a:r>
            <a:endParaRPr/>
          </a:p>
        </p:txBody>
      </p:sp>
      <p:pic>
        <p:nvPicPr>
          <p:cNvPr id="1771" name="Google Shape;1771;p113" descr="CustomerEngagement.jpg"/>
          <p:cNvPicPr preferRelativeResize="0"/>
          <p:nvPr/>
        </p:nvPicPr>
        <p:blipFill rotWithShape="1">
          <a:blip r:embed="rId3">
            <a:alphaModFix/>
          </a:blip>
          <a:srcRect l="29559" t="9151" r="39324" b="36445"/>
          <a:stretch/>
        </p:blipFill>
        <p:spPr>
          <a:xfrm>
            <a:off x="5281159" y="768932"/>
            <a:ext cx="3381153" cy="3944645"/>
          </a:xfrm>
          <a:prstGeom prst="rect">
            <a:avLst/>
          </a:prstGeom>
          <a:noFill/>
          <a:ln>
            <a:noFill/>
          </a:ln>
          <a:effectLst>
            <a:outerShdw blurRad="292100" dist="139700" dir="2700000" algn="tl" rotWithShape="0">
              <a:srgbClr val="333333">
                <a:alpha val="64705"/>
              </a:srgbClr>
            </a:outerShdw>
          </a:effectLst>
        </p:spPr>
      </p:pic>
      <p:sp>
        <p:nvSpPr>
          <p:cNvPr id="1772" name="Google Shape;1772;p113">
            <a:hlinkClick r:id="rId4" action="ppaction://hlinksldjump"/>
          </p:cNvPr>
          <p:cNvSpPr/>
          <p:nvPr/>
        </p:nvSpPr>
        <p:spPr>
          <a:xfrm>
            <a:off x="6515100" y="-189267"/>
            <a:ext cx="2777392" cy="378533"/>
          </a:xfrm>
          <a:prstGeom prst="roundRect">
            <a:avLst>
              <a:gd name="adj" fmla="val 50000"/>
            </a:avLst>
          </a:prstGeom>
          <a:solidFill>
            <a:schemeClr val="accent4"/>
          </a:solidFill>
          <a:ln>
            <a:noFill/>
          </a:ln>
        </p:spPr>
        <p:txBody>
          <a:bodyPr spcFirstLastPara="1" wrap="square" lIns="36000" tIns="180000" rIns="180000" bIns="0" anchor="t" anchorCtr="0">
            <a:noAutofit/>
          </a:bodyPr>
          <a:lstStyle/>
          <a:p>
            <a:pPr marL="0" marR="0" lvl="0" indent="0" algn="ctr" rtl="0">
              <a:spcBef>
                <a:spcPts val="0"/>
              </a:spcBef>
              <a:spcAft>
                <a:spcPts val="0"/>
              </a:spcAft>
              <a:buNone/>
            </a:pPr>
            <a:r>
              <a:rPr lang="en-GB" sz="750">
                <a:solidFill>
                  <a:schemeClr val="lt1"/>
                </a:solidFill>
                <a:latin typeface="Century Gothic"/>
                <a:ea typeface="Century Gothic"/>
                <a:cs typeface="Century Gothic"/>
                <a:sym typeface="Century Gothic"/>
              </a:rPr>
              <a:t>   Customer Interaction Management</a:t>
            </a:r>
            <a:endParaRPr sz="750">
              <a:solidFill>
                <a:schemeClr val="lt1"/>
              </a:solidFill>
              <a:latin typeface="Century Gothic"/>
              <a:ea typeface="Century Gothic"/>
              <a:cs typeface="Century Gothic"/>
              <a:sym typeface="Century Gothic"/>
            </a:endParaRPr>
          </a:p>
        </p:txBody>
      </p:sp>
    </p:spTree>
  </p:cSld>
  <p:clrMapOvr>
    <a:masterClrMapping/>
  </p:clrMapOvr>
</p:sld>
</file>

<file path=ppt/theme/theme1.xml><?xml version="1.0" encoding="utf-8"?>
<a:theme xmlns:a="http://schemas.openxmlformats.org/drawingml/2006/main" name="1_TDC_PPT_16-9_1014-lite">
  <a:themeElements>
    <a:clrScheme name="TeradataPPT2014">
      <a:dk1>
        <a:srgbClr val="3C3C3B"/>
      </a:dk1>
      <a:lt1>
        <a:srgbClr val="FFFFFF"/>
      </a:lt1>
      <a:dk2>
        <a:srgbClr val="0079DB"/>
      </a:dk2>
      <a:lt2>
        <a:srgbClr val="D8D8D8"/>
      </a:lt2>
      <a:accent1>
        <a:srgbClr val="EC881D"/>
      </a:accent1>
      <a:accent2>
        <a:srgbClr val="0079DB"/>
      </a:accent2>
      <a:accent3>
        <a:srgbClr val="CD391F"/>
      </a:accent3>
      <a:accent4>
        <a:srgbClr val="0088A8"/>
      </a:accent4>
      <a:accent5>
        <a:srgbClr val="703092"/>
      </a:accent5>
      <a:accent6>
        <a:srgbClr val="5F6062"/>
      </a:accent6>
      <a:hlink>
        <a:srgbClr val="0079DB"/>
      </a:hlink>
      <a:folHlink>
        <a:srgbClr val="70309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Teradata">
      <a:dk1>
        <a:srgbClr val="000000"/>
      </a:dk1>
      <a:lt1>
        <a:srgbClr val="FFFFFF"/>
      </a:lt1>
      <a:dk2>
        <a:srgbClr val="0079DB"/>
      </a:dk2>
      <a:lt2>
        <a:srgbClr val="D8D8D8"/>
      </a:lt2>
      <a:accent1>
        <a:srgbClr val="D56D23"/>
      </a:accent1>
      <a:accent2>
        <a:srgbClr val="BBBCBE"/>
      </a:accent2>
      <a:accent3>
        <a:srgbClr val="5F6062"/>
      </a:accent3>
      <a:accent4>
        <a:srgbClr val="0088A8"/>
      </a:accent4>
      <a:accent5>
        <a:srgbClr val="703092"/>
      </a:accent5>
      <a:accent6>
        <a:srgbClr val="CD391F"/>
      </a:accent6>
      <a:hlink>
        <a:srgbClr val="0079DB"/>
      </a:hlink>
      <a:folHlink>
        <a:srgbClr val="70309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9543</Words>
  <Application>Microsoft Office PowerPoint</Application>
  <PresentationFormat>On-screen Show (16:9)</PresentationFormat>
  <Paragraphs>933</Paragraphs>
  <Slides>21</Slides>
  <Notes>21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Century Gothic</vt:lpstr>
      <vt:lpstr>Arial</vt:lpstr>
      <vt:lpstr>Noto Sans Symbols</vt:lpstr>
      <vt:lpstr>Calibri</vt:lpstr>
      <vt:lpstr>1_TDC_PPT_16-9_1014-lite</vt:lpstr>
      <vt:lpstr>PowerPoint Presentation</vt:lpstr>
      <vt:lpstr>PowerPoint Presentation</vt:lpstr>
      <vt:lpstr>Customer Acquisition</vt:lpstr>
      <vt:lpstr>Customer Acquisition</vt:lpstr>
      <vt:lpstr>Customer On-Boarding and Development</vt:lpstr>
      <vt:lpstr>Customer Onboarding and Development</vt:lpstr>
      <vt:lpstr>Customer Retention</vt:lpstr>
      <vt:lpstr>Customer Retention</vt:lpstr>
      <vt:lpstr>Customer Churn</vt:lpstr>
      <vt:lpstr>Customer  Churn</vt:lpstr>
      <vt:lpstr>Customer Re-engagement</vt:lpstr>
      <vt:lpstr>Customer Re-engagement</vt:lpstr>
      <vt:lpstr>Customer Loyalty</vt:lpstr>
      <vt:lpstr>Customer Loyalty </vt:lpstr>
      <vt:lpstr>Cross Sell/Up-Sell</vt:lpstr>
      <vt:lpstr>Cross Sell/Up- Sell </vt:lpstr>
      <vt:lpstr>Customer Interaction Management </vt:lpstr>
      <vt:lpstr>Customer Interaction Management</vt:lpstr>
      <vt:lpstr>Customer Interaction Management</vt:lpstr>
      <vt:lpstr>PowerPoint Presentation</vt:lpstr>
      <vt:lpstr>Customer Interaction Management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SYED MUHAMMAD NOMAN BUKHARI</cp:lastModifiedBy>
  <cp:revision>1</cp:revision>
  <dcterms:modified xsi:type="dcterms:W3CDTF">2026-02-27T18:40:00Z</dcterms:modified>
</cp:coreProperties>
</file>