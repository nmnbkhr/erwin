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369" r:id="rId120"/>
    <p:sldId id="370" r:id="rId121"/>
    <p:sldId id="371" r:id="rId122"/>
    <p:sldId id="372" r:id="rId123"/>
    <p:sldId id="373" r:id="rId124"/>
    <p:sldId id="374" r:id="rId125"/>
    <p:sldId id="375" r:id="rId126"/>
    <p:sldId id="376" r:id="rId127"/>
    <p:sldId id="377" r:id="rId128"/>
    <p:sldId id="378" r:id="rId129"/>
    <p:sldId id="379" r:id="rId130"/>
    <p:sldId id="380" r:id="rId131"/>
    <p:sldId id="381" r:id="rId132"/>
    <p:sldId id="382" r:id="rId133"/>
    <p:sldId id="383" r:id="rId134"/>
    <p:sldId id="384" r:id="rId135"/>
    <p:sldId id="385" r:id="rId136"/>
    <p:sldId id="386" r:id="rId137"/>
    <p:sldId id="387" r:id="rId138"/>
    <p:sldId id="388" r:id="rId139"/>
    <p:sldId id="389" r:id="rId140"/>
    <p:sldId id="390" r:id="rId141"/>
    <p:sldId id="391" r:id="rId142"/>
    <p:sldId id="392" r:id="rId143"/>
    <p:sldId id="393" r:id="rId144"/>
    <p:sldId id="394" r:id="rId145"/>
    <p:sldId id="395" r:id="rId146"/>
    <p:sldId id="396" r:id="rId147"/>
    <p:sldId id="397" r:id="rId148"/>
    <p:sldId id="398" r:id="rId149"/>
    <p:sldId id="399" r:id="rId150"/>
    <p:sldId id="400" r:id="rId151"/>
    <p:sldId id="401" r:id="rId152"/>
    <p:sldId id="402" r:id="rId153"/>
    <p:sldId id="403" r:id="rId154"/>
    <p:sldId id="404" r:id="rId155"/>
    <p:sldId id="405" r:id="rId156"/>
    <p:sldId id="406" r:id="rId157"/>
    <p:sldId id="407" r:id="rId158"/>
    <p:sldId id="408" r:id="rId159"/>
    <p:sldId id="409" r:id="rId160"/>
    <p:sldId id="410" r:id="rId161"/>
    <p:sldId id="411" r:id="rId162"/>
    <p:sldId id="412" r:id="rId163"/>
    <p:sldId id="413" r:id="rId164"/>
    <p:sldId id="414" r:id="rId165"/>
    <p:sldId id="415" r:id="rId166"/>
    <p:sldId id="416" r:id="rId167"/>
    <p:sldId id="417" r:id="rId168"/>
    <p:sldId id="418" r:id="rId169"/>
    <p:sldId id="419" r:id="rId170"/>
    <p:sldId id="420" r:id="rId171"/>
    <p:sldId id="421" r:id="rId172"/>
    <p:sldId id="422" r:id="rId173"/>
    <p:sldId id="423" r:id="rId174"/>
    <p:sldId id="424" r:id="rId175"/>
    <p:sldId id="425" r:id="rId176"/>
    <p:sldId id="426" r:id="rId177"/>
    <p:sldId id="427" r:id="rId178"/>
    <p:sldId id="428" r:id="rId179"/>
    <p:sldId id="429" r:id="rId180"/>
    <p:sldId id="430" r:id="rId181"/>
    <p:sldId id="431" r:id="rId182"/>
    <p:sldId id="432" r:id="rId183"/>
    <p:sldId id="433" r:id="rId184"/>
    <p:sldId id="434" r:id="rId185"/>
    <p:sldId id="435" r:id="rId186"/>
    <p:sldId id="436" r:id="rId187"/>
    <p:sldId id="437" r:id="rId188"/>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120" Type="http://schemas.openxmlformats.org/officeDocument/2006/relationships/slide" Target="slides/slide114.xml"/><Relationship Id="rId121" Type="http://schemas.openxmlformats.org/officeDocument/2006/relationships/slide" Target="slides/slide115.xml"/><Relationship Id="rId122" Type="http://schemas.openxmlformats.org/officeDocument/2006/relationships/slide" Target="slides/slide116.xml"/><Relationship Id="rId123" Type="http://schemas.openxmlformats.org/officeDocument/2006/relationships/slide" Target="slides/slide117.xml"/><Relationship Id="rId124" Type="http://schemas.openxmlformats.org/officeDocument/2006/relationships/slide" Target="slides/slide118.xml"/><Relationship Id="rId125" Type="http://schemas.openxmlformats.org/officeDocument/2006/relationships/slide" Target="slides/slide119.xml"/><Relationship Id="rId126" Type="http://schemas.openxmlformats.org/officeDocument/2006/relationships/slide" Target="slides/slide120.xml"/><Relationship Id="rId127" Type="http://schemas.openxmlformats.org/officeDocument/2006/relationships/slide" Target="slides/slide121.xml"/><Relationship Id="rId128" Type="http://schemas.openxmlformats.org/officeDocument/2006/relationships/slide" Target="slides/slide122.xml"/><Relationship Id="rId129" Type="http://schemas.openxmlformats.org/officeDocument/2006/relationships/slide" Target="slides/slide123.xml"/><Relationship Id="rId130" Type="http://schemas.openxmlformats.org/officeDocument/2006/relationships/slide" Target="slides/slide124.xml"/><Relationship Id="rId131" Type="http://schemas.openxmlformats.org/officeDocument/2006/relationships/slide" Target="slides/slide125.xml"/><Relationship Id="rId132" Type="http://schemas.openxmlformats.org/officeDocument/2006/relationships/slide" Target="slides/slide126.xml"/><Relationship Id="rId133" Type="http://schemas.openxmlformats.org/officeDocument/2006/relationships/slide" Target="slides/slide127.xml"/><Relationship Id="rId134" Type="http://schemas.openxmlformats.org/officeDocument/2006/relationships/slide" Target="slides/slide128.xml"/><Relationship Id="rId135" Type="http://schemas.openxmlformats.org/officeDocument/2006/relationships/slide" Target="slides/slide129.xml"/><Relationship Id="rId136" Type="http://schemas.openxmlformats.org/officeDocument/2006/relationships/slide" Target="slides/slide130.xml"/><Relationship Id="rId137" Type="http://schemas.openxmlformats.org/officeDocument/2006/relationships/slide" Target="slides/slide131.xml"/><Relationship Id="rId138" Type="http://schemas.openxmlformats.org/officeDocument/2006/relationships/slide" Target="slides/slide132.xml"/><Relationship Id="rId139" Type="http://schemas.openxmlformats.org/officeDocument/2006/relationships/slide" Target="slides/slide133.xml"/><Relationship Id="rId140" Type="http://schemas.openxmlformats.org/officeDocument/2006/relationships/slide" Target="slides/slide134.xml"/><Relationship Id="rId141" Type="http://schemas.openxmlformats.org/officeDocument/2006/relationships/slide" Target="slides/slide135.xml"/><Relationship Id="rId142" Type="http://schemas.openxmlformats.org/officeDocument/2006/relationships/slide" Target="slides/slide136.xml"/><Relationship Id="rId143" Type="http://schemas.openxmlformats.org/officeDocument/2006/relationships/slide" Target="slides/slide137.xml"/><Relationship Id="rId144" Type="http://schemas.openxmlformats.org/officeDocument/2006/relationships/slide" Target="slides/slide138.xml"/><Relationship Id="rId145" Type="http://schemas.openxmlformats.org/officeDocument/2006/relationships/slide" Target="slides/slide139.xml"/><Relationship Id="rId146" Type="http://schemas.openxmlformats.org/officeDocument/2006/relationships/slide" Target="slides/slide140.xml"/><Relationship Id="rId147" Type="http://schemas.openxmlformats.org/officeDocument/2006/relationships/slide" Target="slides/slide141.xml"/><Relationship Id="rId148" Type="http://schemas.openxmlformats.org/officeDocument/2006/relationships/slide" Target="slides/slide142.xml"/><Relationship Id="rId149" Type="http://schemas.openxmlformats.org/officeDocument/2006/relationships/slide" Target="slides/slide143.xml"/><Relationship Id="rId150" Type="http://schemas.openxmlformats.org/officeDocument/2006/relationships/slide" Target="slides/slide144.xml"/><Relationship Id="rId151" Type="http://schemas.openxmlformats.org/officeDocument/2006/relationships/slide" Target="slides/slide145.xml"/><Relationship Id="rId152" Type="http://schemas.openxmlformats.org/officeDocument/2006/relationships/slide" Target="slides/slide146.xml"/><Relationship Id="rId153" Type="http://schemas.openxmlformats.org/officeDocument/2006/relationships/slide" Target="slides/slide147.xml"/><Relationship Id="rId154" Type="http://schemas.openxmlformats.org/officeDocument/2006/relationships/slide" Target="slides/slide148.xml"/><Relationship Id="rId155" Type="http://schemas.openxmlformats.org/officeDocument/2006/relationships/slide" Target="slides/slide149.xml"/><Relationship Id="rId156" Type="http://schemas.openxmlformats.org/officeDocument/2006/relationships/slide" Target="slides/slide150.xml"/><Relationship Id="rId157" Type="http://schemas.openxmlformats.org/officeDocument/2006/relationships/slide" Target="slides/slide151.xml"/><Relationship Id="rId158" Type="http://schemas.openxmlformats.org/officeDocument/2006/relationships/slide" Target="slides/slide152.xml"/><Relationship Id="rId159" Type="http://schemas.openxmlformats.org/officeDocument/2006/relationships/slide" Target="slides/slide153.xml"/><Relationship Id="rId160" Type="http://schemas.openxmlformats.org/officeDocument/2006/relationships/slide" Target="slides/slide154.xml"/><Relationship Id="rId161" Type="http://schemas.openxmlformats.org/officeDocument/2006/relationships/slide" Target="slides/slide155.xml"/><Relationship Id="rId162" Type="http://schemas.openxmlformats.org/officeDocument/2006/relationships/slide" Target="slides/slide156.xml"/><Relationship Id="rId163" Type="http://schemas.openxmlformats.org/officeDocument/2006/relationships/slide" Target="slides/slide157.xml"/><Relationship Id="rId164" Type="http://schemas.openxmlformats.org/officeDocument/2006/relationships/slide" Target="slides/slide158.xml"/><Relationship Id="rId165" Type="http://schemas.openxmlformats.org/officeDocument/2006/relationships/slide" Target="slides/slide159.xml"/><Relationship Id="rId166" Type="http://schemas.openxmlformats.org/officeDocument/2006/relationships/slide" Target="slides/slide160.xml"/><Relationship Id="rId167" Type="http://schemas.openxmlformats.org/officeDocument/2006/relationships/slide" Target="slides/slide161.xml"/><Relationship Id="rId168" Type="http://schemas.openxmlformats.org/officeDocument/2006/relationships/slide" Target="slides/slide162.xml"/><Relationship Id="rId169" Type="http://schemas.openxmlformats.org/officeDocument/2006/relationships/slide" Target="slides/slide163.xml"/><Relationship Id="rId170" Type="http://schemas.openxmlformats.org/officeDocument/2006/relationships/slide" Target="slides/slide164.xml"/><Relationship Id="rId171" Type="http://schemas.openxmlformats.org/officeDocument/2006/relationships/slide" Target="slides/slide165.xml"/><Relationship Id="rId172" Type="http://schemas.openxmlformats.org/officeDocument/2006/relationships/slide" Target="slides/slide166.xml"/><Relationship Id="rId173" Type="http://schemas.openxmlformats.org/officeDocument/2006/relationships/slide" Target="slides/slide167.xml"/><Relationship Id="rId174" Type="http://schemas.openxmlformats.org/officeDocument/2006/relationships/slide" Target="slides/slide168.xml"/><Relationship Id="rId175" Type="http://schemas.openxmlformats.org/officeDocument/2006/relationships/slide" Target="slides/slide169.xml"/><Relationship Id="rId176" Type="http://schemas.openxmlformats.org/officeDocument/2006/relationships/slide" Target="slides/slide170.xml"/><Relationship Id="rId177" Type="http://schemas.openxmlformats.org/officeDocument/2006/relationships/slide" Target="slides/slide171.xml"/><Relationship Id="rId178" Type="http://schemas.openxmlformats.org/officeDocument/2006/relationships/slide" Target="slides/slide172.xml"/><Relationship Id="rId179" Type="http://schemas.openxmlformats.org/officeDocument/2006/relationships/slide" Target="slides/slide173.xml"/><Relationship Id="rId180" Type="http://schemas.openxmlformats.org/officeDocument/2006/relationships/slide" Target="slides/slide174.xml"/><Relationship Id="rId181" Type="http://schemas.openxmlformats.org/officeDocument/2006/relationships/slide" Target="slides/slide175.xml"/><Relationship Id="rId182" Type="http://schemas.openxmlformats.org/officeDocument/2006/relationships/slide" Target="slides/slide176.xml"/><Relationship Id="rId183" Type="http://schemas.openxmlformats.org/officeDocument/2006/relationships/slide" Target="slides/slide177.xml"/><Relationship Id="rId184" Type="http://schemas.openxmlformats.org/officeDocument/2006/relationships/slide" Target="slides/slide178.xml"/><Relationship Id="rId185" Type="http://schemas.openxmlformats.org/officeDocument/2006/relationships/slide" Target="slides/slide179.xml"/><Relationship Id="rId186" Type="http://schemas.openxmlformats.org/officeDocument/2006/relationships/slide" Target="slides/slide180.xml"/><Relationship Id="rId187" Type="http://schemas.openxmlformats.org/officeDocument/2006/relationships/slide" Target="slides/slide181.xml"/><Relationship Id="rId188" Type="http://schemas.openxmlformats.org/officeDocument/2006/relationships/slide" Target="slides/slide182.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3" name="Shape 2613"/>
        <p:cNvGrpSpPr/>
        <p:nvPr/>
      </p:nvGrpSpPr>
      <p:grpSpPr>
        <a:xfrm>
          <a:off x="0" y="0"/>
          <a:ext cx="0" cy="0"/>
          <a:chOff x="0" y="0"/>
          <a:chExt cx="0" cy="0"/>
        </a:xfrm>
      </p:grpSpPr>
      <p:sp>
        <p:nvSpPr>
          <p:cNvPr id="2614" name="Google Shape;2614;p11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2615" name="Google Shape;2615;p1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9" name="Shape 2639"/>
        <p:cNvGrpSpPr/>
        <p:nvPr/>
      </p:nvGrpSpPr>
      <p:grpSpPr>
        <a:xfrm>
          <a:off x="0" y="0"/>
          <a:ext cx="0" cy="0"/>
          <a:chOff x="0" y="0"/>
          <a:chExt cx="0" cy="0"/>
        </a:xfrm>
      </p:grpSpPr>
      <p:sp>
        <p:nvSpPr>
          <p:cNvPr id="2640" name="Google Shape;2640;p11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2641" name="Google Shape;2641;p1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5" name="Shape 2805"/>
        <p:cNvGrpSpPr/>
        <p:nvPr/>
      </p:nvGrpSpPr>
      <p:grpSpPr>
        <a:xfrm>
          <a:off x="0" y="0"/>
          <a:ext cx="0" cy="0"/>
          <a:chOff x="0" y="0"/>
          <a:chExt cx="0" cy="0"/>
        </a:xfrm>
      </p:grpSpPr>
      <p:sp>
        <p:nvSpPr>
          <p:cNvPr id="2806" name="Google Shape;2806;p12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807" name="Google Shape;2807;p1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08" name="Google Shape;2808;p1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3" name="Shape 2883"/>
        <p:cNvGrpSpPr/>
        <p:nvPr/>
      </p:nvGrpSpPr>
      <p:grpSpPr>
        <a:xfrm>
          <a:off x="0" y="0"/>
          <a:ext cx="0" cy="0"/>
          <a:chOff x="0" y="0"/>
          <a:chExt cx="0" cy="0"/>
        </a:xfrm>
      </p:grpSpPr>
      <p:sp>
        <p:nvSpPr>
          <p:cNvPr id="2884" name="Google Shape;2884;p12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85" name="Google Shape;2885;p1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86" name="Google Shape;2886;p1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9" name="Shape 3099"/>
        <p:cNvGrpSpPr/>
        <p:nvPr/>
      </p:nvGrpSpPr>
      <p:grpSpPr>
        <a:xfrm>
          <a:off x="0" y="0"/>
          <a:ext cx="0" cy="0"/>
          <a:chOff x="0" y="0"/>
          <a:chExt cx="0" cy="0"/>
        </a:xfrm>
      </p:grpSpPr>
      <p:sp>
        <p:nvSpPr>
          <p:cNvPr id="3100" name="Google Shape;3100;p14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01" name="Google Shape;3101;p1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02" name="Google Shape;3102;p1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9" name="Shape 3279"/>
        <p:cNvGrpSpPr/>
        <p:nvPr/>
      </p:nvGrpSpPr>
      <p:grpSpPr>
        <a:xfrm>
          <a:off x="0" y="0"/>
          <a:ext cx="0" cy="0"/>
          <a:chOff x="0" y="0"/>
          <a:chExt cx="0" cy="0"/>
        </a:xfrm>
      </p:grpSpPr>
      <p:sp>
        <p:nvSpPr>
          <p:cNvPr id="3280" name="Google Shape;3280;p14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81" name="Google Shape;3281;p1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82" name="Google Shape;3282;p1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5" name="Shape 3335"/>
        <p:cNvGrpSpPr/>
        <p:nvPr/>
      </p:nvGrpSpPr>
      <p:grpSpPr>
        <a:xfrm>
          <a:off x="0" y="0"/>
          <a:ext cx="0" cy="0"/>
          <a:chOff x="0" y="0"/>
          <a:chExt cx="0" cy="0"/>
        </a:xfrm>
      </p:grpSpPr>
      <p:sp>
        <p:nvSpPr>
          <p:cNvPr id="3336" name="Google Shape;3336;p15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337" name="Google Shape;3337;p1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1" name="Shape 3541"/>
        <p:cNvGrpSpPr/>
        <p:nvPr/>
      </p:nvGrpSpPr>
      <p:grpSpPr>
        <a:xfrm>
          <a:off x="0" y="0"/>
          <a:ext cx="0" cy="0"/>
          <a:chOff x="0" y="0"/>
          <a:chExt cx="0" cy="0"/>
        </a:xfrm>
      </p:grpSpPr>
      <p:sp>
        <p:nvSpPr>
          <p:cNvPr id="3542" name="Google Shape;3542;p16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543" name="Google Shape;3543;p1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5.xml"/><Relationship Id="rId3" Type="http://schemas.openxmlformats.org/officeDocument/2006/relationships/image" Target="../media/image24.jpg"/><Relationship Id="rId4" Type="http://schemas.openxmlformats.org/officeDocument/2006/relationships/image" Target="../media/image27.jpg"/><Relationship Id="rId5" Type="http://schemas.openxmlformats.org/officeDocument/2006/relationships/image" Target="../media/image23.png"/><Relationship Id="rId6" Type="http://schemas.openxmlformats.org/officeDocument/2006/relationships/image" Target="../media/image26.png"/><Relationship Id="rId7"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9.xml"/><Relationship Id="rId3" Type="http://schemas.openxmlformats.org/officeDocument/2006/relationships/image" Target="../media/image28.png"/><Relationship Id="rId4" Type="http://schemas.openxmlformats.org/officeDocument/2006/relationships/image" Target="../media/image25.png"/><Relationship Id="rId5"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0.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9.xml"/><Relationship Id="rId3" Type="http://schemas.openxmlformats.org/officeDocument/2006/relationships/image" Target="../media/image30.png"/><Relationship Id="rId4" Type="http://schemas.openxmlformats.org/officeDocument/2006/relationships/image" Target="../media/image29.png"/><Relationship Id="rId5"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6" name="Shape 2616"/>
        <p:cNvGrpSpPr/>
        <p:nvPr/>
      </p:nvGrpSpPr>
      <p:grpSpPr>
        <a:xfrm>
          <a:off x="0" y="0"/>
          <a:ext cx="0" cy="0"/>
          <a:chOff x="0" y="0"/>
          <a:chExt cx="0" cy="0"/>
        </a:xfrm>
      </p:grpSpPr>
      <p:sp>
        <p:nvSpPr>
          <p:cNvPr id="2617" name="Google Shape;2617;p144"/>
          <p:cNvSpPr txBox="1"/>
          <p:nvPr>
            <p:ph idx="1" type="body"/>
          </p:nvPr>
        </p:nvSpPr>
        <p:spPr>
          <a:xfrm>
            <a:off x="0" y="1941338"/>
            <a:ext cx="9144000" cy="1260858"/>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Marketing and Customer Experience</a:t>
            </a:r>
            <a:br>
              <a:rPr lang="en-GB"/>
            </a:br>
            <a:r>
              <a:rPr lang="en-GB"/>
              <a:t>Use Cases</a:t>
            </a:r>
            <a:endParaRPr/>
          </a:p>
          <a:p>
            <a:pPr indent="0" lvl="0" marL="0" rtl="0" algn="ctr">
              <a:lnSpc>
                <a:spcPct val="110000"/>
              </a:lnSpc>
              <a:spcBef>
                <a:spcPts val="400"/>
              </a:spcBef>
              <a:spcAft>
                <a:spcPts val="0"/>
              </a:spcAft>
              <a:buClr>
                <a:schemeClr val="accent1"/>
              </a:buClr>
              <a:buSzPts val="2200"/>
              <a:buFont typeface="Century Gothic"/>
              <a:buNone/>
            </a:pPr>
            <a:r>
              <a:rPr lang="en-GB"/>
              <a:t>Customer Information Management</a:t>
            </a:r>
            <a:endParaRPr/>
          </a:p>
        </p:txBody>
      </p:sp>
      <p:sp>
        <p:nvSpPr>
          <p:cNvPr id="2618" name="Google Shape;2618;p144"/>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2" name="Shape 2642"/>
        <p:cNvGrpSpPr/>
        <p:nvPr/>
      </p:nvGrpSpPr>
      <p:grpSpPr>
        <a:xfrm>
          <a:off x="0" y="0"/>
          <a:ext cx="0" cy="0"/>
          <a:chOff x="0" y="0"/>
          <a:chExt cx="0" cy="0"/>
        </a:xfrm>
      </p:grpSpPr>
      <p:sp>
        <p:nvSpPr>
          <p:cNvPr id="2643" name="Google Shape;2643;p146"/>
          <p:cNvSpPr txBox="1"/>
          <p:nvPr>
            <p:ph idx="1" type="body"/>
          </p:nvPr>
        </p:nvSpPr>
        <p:spPr>
          <a:xfrm>
            <a:off x="0" y="1941338"/>
            <a:ext cx="9144000" cy="1260858"/>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Marketing and Customer Experience</a:t>
            </a:r>
            <a:br>
              <a:rPr lang="en-GB"/>
            </a:br>
            <a:r>
              <a:rPr lang="en-GB"/>
              <a:t>Use Cases</a:t>
            </a:r>
            <a:endParaRPr/>
          </a:p>
          <a:p>
            <a:pPr indent="0" lvl="0" marL="0" rtl="0" algn="ctr">
              <a:lnSpc>
                <a:spcPct val="110000"/>
              </a:lnSpc>
              <a:spcBef>
                <a:spcPts val="400"/>
              </a:spcBef>
              <a:spcAft>
                <a:spcPts val="0"/>
              </a:spcAft>
              <a:buClr>
                <a:schemeClr val="accent1"/>
              </a:buClr>
              <a:buSzPts val="2200"/>
              <a:buFont typeface="Century Gothic"/>
              <a:buNone/>
            </a:pPr>
            <a:r>
              <a:rPr lang="en-GB"/>
              <a:t>Insight Driven Customer Management</a:t>
            </a:r>
            <a:endParaRPr/>
          </a:p>
        </p:txBody>
      </p:sp>
      <p:sp>
        <p:nvSpPr>
          <p:cNvPr id="2644" name="Google Shape;2644;p146"/>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9" name="Shape 2809"/>
        <p:cNvGrpSpPr/>
        <p:nvPr/>
      </p:nvGrpSpPr>
      <p:grpSpPr>
        <a:xfrm>
          <a:off x="0" y="0"/>
          <a:ext cx="0" cy="0"/>
          <a:chOff x="0" y="0"/>
          <a:chExt cx="0" cy="0"/>
        </a:xfrm>
      </p:grpSpPr>
      <p:cxnSp>
        <p:nvCxnSpPr>
          <p:cNvPr id="2810" name="Google Shape;2810;p155"/>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2811" name="Google Shape;2811;p15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12" name="Google Shape;2812;p155"/>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13" name="Google Shape;2813;p155"/>
          <p:cNvSpPr/>
          <p:nvPr/>
        </p:nvSpPr>
        <p:spPr>
          <a:xfrm>
            <a:off x="4795837" y="806399"/>
            <a:ext cx="3949200" cy="3897595"/>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Use Case Results</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Example Analytical Applications</a:t>
            </a:r>
            <a:endParaRPr sz="900">
              <a:solidFill>
                <a:schemeClr val="dk1"/>
              </a:solidFill>
              <a:latin typeface="Century Gothic"/>
              <a:ea typeface="Century Gothic"/>
              <a:cs typeface="Century Gothic"/>
              <a:sym typeface="Century Gothic"/>
            </a:endParaRPr>
          </a:p>
        </p:txBody>
      </p:sp>
      <p:sp>
        <p:nvSpPr>
          <p:cNvPr id="2814" name="Google Shape;2814;p155"/>
          <p:cNvSpPr/>
          <p:nvPr/>
        </p:nvSpPr>
        <p:spPr>
          <a:xfrm>
            <a:off x="423863" y="807897"/>
            <a:ext cx="4048125" cy="3896098"/>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Use Case Detail</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Example Classification Taxonomy – Highest Level</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15" name="Google Shape;2815;p15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pic>
        <p:nvPicPr>
          <p:cNvPr id="2816" name="Google Shape;2816;p155"/>
          <p:cNvPicPr preferRelativeResize="0"/>
          <p:nvPr/>
        </p:nvPicPr>
        <p:blipFill rotWithShape="1">
          <a:blip r:embed="rId3">
            <a:alphaModFix/>
          </a:blip>
          <a:srcRect b="0" l="0" r="0" t="0"/>
          <a:stretch/>
        </p:blipFill>
        <p:spPr>
          <a:xfrm>
            <a:off x="4963592" y="2631409"/>
            <a:ext cx="2186156" cy="1165950"/>
          </a:xfrm>
          <a:prstGeom prst="rect">
            <a:avLst/>
          </a:prstGeom>
          <a:noFill/>
          <a:ln>
            <a:noFill/>
          </a:ln>
        </p:spPr>
      </p:pic>
      <p:pic>
        <p:nvPicPr>
          <p:cNvPr id="2817" name="Google Shape;2817;p155"/>
          <p:cNvPicPr preferRelativeResize="0"/>
          <p:nvPr/>
        </p:nvPicPr>
        <p:blipFill rotWithShape="1">
          <a:blip r:embed="rId4">
            <a:alphaModFix/>
          </a:blip>
          <a:srcRect b="0" l="0" r="0" t="0"/>
          <a:stretch/>
        </p:blipFill>
        <p:spPr>
          <a:xfrm>
            <a:off x="7515892" y="2631409"/>
            <a:ext cx="1267695" cy="1165950"/>
          </a:xfrm>
          <a:prstGeom prst="rect">
            <a:avLst/>
          </a:prstGeom>
          <a:noFill/>
          <a:ln>
            <a:noFill/>
          </a:ln>
        </p:spPr>
      </p:pic>
      <p:pic>
        <p:nvPicPr>
          <p:cNvPr id="2818" name="Google Shape;2818;p155"/>
          <p:cNvPicPr preferRelativeResize="0"/>
          <p:nvPr/>
        </p:nvPicPr>
        <p:blipFill rotWithShape="1">
          <a:blip r:embed="rId5">
            <a:alphaModFix/>
          </a:blip>
          <a:srcRect b="0" l="0" r="0" t="0"/>
          <a:stretch/>
        </p:blipFill>
        <p:spPr>
          <a:xfrm>
            <a:off x="5193316" y="3831926"/>
            <a:ext cx="3590271" cy="692907"/>
          </a:xfrm>
          <a:prstGeom prst="rect">
            <a:avLst/>
          </a:prstGeom>
          <a:noFill/>
          <a:ln>
            <a:noFill/>
          </a:ln>
        </p:spPr>
      </p:pic>
      <p:pic>
        <p:nvPicPr>
          <p:cNvPr id="2819" name="Google Shape;2819;p155"/>
          <p:cNvPicPr preferRelativeResize="0"/>
          <p:nvPr/>
        </p:nvPicPr>
        <p:blipFill rotWithShape="1">
          <a:blip r:embed="rId6">
            <a:alphaModFix/>
          </a:blip>
          <a:srcRect b="0" l="0" r="0" t="0"/>
          <a:stretch/>
        </p:blipFill>
        <p:spPr>
          <a:xfrm>
            <a:off x="4963592" y="1325822"/>
            <a:ext cx="3819995" cy="1207012"/>
          </a:xfrm>
          <a:prstGeom prst="rect">
            <a:avLst/>
          </a:prstGeom>
          <a:noFill/>
          <a:ln>
            <a:noFill/>
          </a:ln>
        </p:spPr>
      </p:pic>
      <p:sp>
        <p:nvSpPr>
          <p:cNvPr id="2820" name="Google Shape;2820;p155"/>
          <p:cNvSpPr txBox="1"/>
          <p:nvPr/>
        </p:nvSpPr>
        <p:spPr>
          <a:xfrm>
            <a:off x="437209" y="1536471"/>
            <a:ext cx="3894138" cy="2924944"/>
          </a:xfrm>
          <a:prstGeom prst="rect">
            <a:avLst/>
          </a:prstGeom>
          <a:noFill/>
          <a:ln cap="flat" cmpd="sng" w="9525">
            <a:solidFill>
              <a:schemeClr val="accent1"/>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lnSpc>
                <a:spcPct val="150000"/>
              </a:lnSpc>
              <a:spcBef>
                <a:spcPts val="0"/>
              </a:spcBef>
              <a:spcAft>
                <a:spcPts val="0"/>
              </a:spcAft>
              <a:buNone/>
            </a:pPr>
            <a:r>
              <a:rPr lang="en-GB" sz="1400">
                <a:solidFill>
                  <a:schemeClr val="dk2"/>
                </a:solidFill>
                <a:latin typeface="Arial"/>
                <a:ea typeface="Arial"/>
                <a:cs typeface="Arial"/>
                <a:sym typeface="Arial"/>
              </a:rPr>
              <a:t>Example Top Level Classification:</a:t>
            </a:r>
            <a:endParaRPr sz="1400">
              <a:solidFill>
                <a:schemeClr val="dk2"/>
              </a:solidFill>
              <a:latin typeface="Arial"/>
              <a:ea typeface="Arial"/>
              <a:cs typeface="Arial"/>
              <a:sym typeface="Arial"/>
            </a:endParaRPr>
          </a:p>
          <a:p>
            <a:pPr indent="-190800" lvl="0" marL="190800" marR="0" rtl="0" algn="l">
              <a:lnSpc>
                <a:spcPct val="90000"/>
              </a:lnSpc>
              <a:spcBef>
                <a:spcPts val="0"/>
              </a:spcBef>
              <a:spcAft>
                <a:spcPts val="0"/>
              </a:spcAft>
              <a:buClr>
                <a:srgbClr val="006600"/>
              </a:buClr>
              <a:buSzPts val="1400"/>
              <a:buFont typeface="Noto Sans Symbols"/>
              <a:buNone/>
            </a:pPr>
            <a:r>
              <a:t/>
            </a:r>
            <a:endParaRPr b="1" sz="1400" u="sng">
              <a:solidFill>
                <a:schemeClr val="dk2"/>
              </a:solidFill>
              <a:latin typeface="Arial"/>
              <a:ea typeface="Arial"/>
              <a:cs typeface="Arial"/>
              <a:sym typeface="Arial"/>
            </a:endParaRPr>
          </a:p>
          <a:p>
            <a:pPr indent="-190800" lvl="0" marL="190800" marR="0" rtl="0" algn="l">
              <a:lnSpc>
                <a:spcPct val="90000"/>
              </a:lnSpc>
              <a:spcBef>
                <a:spcPts val="0"/>
              </a:spcBef>
              <a:spcAft>
                <a:spcPts val="0"/>
              </a:spcAft>
              <a:buClr>
                <a:srgbClr val="006600"/>
              </a:buClr>
              <a:buSzPts val="1400"/>
              <a:buFont typeface="Noto Sans Symbols"/>
              <a:buNone/>
            </a:pPr>
            <a:r>
              <a:rPr b="1" lang="en-GB" sz="1400" u="sng">
                <a:solidFill>
                  <a:schemeClr val="dk2"/>
                </a:solidFill>
                <a:latin typeface="Arial"/>
                <a:ea typeface="Arial"/>
                <a:cs typeface="Arial"/>
                <a:sym typeface="Arial"/>
              </a:rPr>
              <a:t>Debits</a:t>
            </a:r>
            <a:endParaRPr/>
          </a:p>
          <a:p>
            <a:pPr indent="-101900" lvl="0" marL="190800" marR="0" rtl="0" algn="l">
              <a:lnSpc>
                <a:spcPct val="90000"/>
              </a:lnSpc>
              <a:spcBef>
                <a:spcPts val="0"/>
              </a:spcBef>
              <a:spcAft>
                <a:spcPts val="0"/>
              </a:spcAft>
              <a:buClr>
                <a:srgbClr val="006600"/>
              </a:buClr>
              <a:buSzPts val="1400"/>
              <a:buFont typeface="Noto Sans Symbols"/>
              <a:buNone/>
            </a:pPr>
            <a:r>
              <a:t/>
            </a:r>
            <a:endParaRPr b="1" sz="1400">
              <a:solidFill>
                <a:schemeClr val="dk2"/>
              </a:solidFill>
              <a:latin typeface="Arial"/>
              <a:ea typeface="Arial"/>
              <a:cs typeface="Arial"/>
              <a:sym typeface="Arial"/>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Retail</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Household Bills</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Communication</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Hobbies &amp; Interests</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Travel</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Services</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Financial Services</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Motor</a:t>
            </a:r>
            <a:endParaRPr/>
          </a:p>
          <a:p>
            <a:pPr indent="-190800" lvl="0" marL="1908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Other</a:t>
            </a:r>
            <a:endParaRPr sz="1400">
              <a:solidFill>
                <a:schemeClr val="dk2"/>
              </a:solidFill>
              <a:latin typeface="Arial"/>
              <a:ea typeface="Arial"/>
              <a:cs typeface="Arial"/>
              <a:sym typeface="Arial"/>
            </a:endParaRPr>
          </a:p>
          <a:p>
            <a:pPr indent="-190800" lvl="0" marL="190800" marR="0" rtl="0" algn="l">
              <a:lnSpc>
                <a:spcPct val="90000"/>
              </a:lnSpc>
              <a:spcBef>
                <a:spcPts val="0"/>
              </a:spcBef>
              <a:spcAft>
                <a:spcPts val="0"/>
              </a:spcAft>
              <a:buClr>
                <a:srgbClr val="006600"/>
              </a:buClr>
              <a:buSzPts val="1400"/>
              <a:buFont typeface="Noto Sans Symbols"/>
              <a:buNone/>
            </a:pPr>
            <a:r>
              <a:t/>
            </a:r>
            <a:endParaRPr b="1" sz="1400">
              <a:solidFill>
                <a:schemeClr val="dk1"/>
              </a:solidFill>
              <a:latin typeface="Arial"/>
              <a:ea typeface="Arial"/>
              <a:cs typeface="Arial"/>
              <a:sym typeface="Arial"/>
            </a:endParaRPr>
          </a:p>
        </p:txBody>
      </p:sp>
      <p:sp>
        <p:nvSpPr>
          <p:cNvPr id="2821" name="Google Shape;2821;p155"/>
          <p:cNvSpPr txBox="1"/>
          <p:nvPr/>
        </p:nvSpPr>
        <p:spPr>
          <a:xfrm>
            <a:off x="2542234" y="1940624"/>
            <a:ext cx="1943100" cy="1511300"/>
          </a:xfrm>
          <a:prstGeom prst="rect">
            <a:avLst/>
          </a:prstGeom>
          <a:noFill/>
          <a:ln>
            <a:noFill/>
          </a:ln>
        </p:spPr>
        <p:txBody>
          <a:bodyPr anchorCtr="0" anchor="t" bIns="45700" lIns="91425" spcFirstLastPara="1" rIns="91425" wrap="square" tIns="45700">
            <a:noAutofit/>
          </a:bodyPr>
          <a:lstStyle/>
          <a:p>
            <a:pPr indent="-190500" lvl="0" marL="190500" marR="0" rtl="0" algn="l">
              <a:lnSpc>
                <a:spcPct val="90000"/>
              </a:lnSpc>
              <a:spcBef>
                <a:spcPts val="0"/>
              </a:spcBef>
              <a:spcAft>
                <a:spcPts val="0"/>
              </a:spcAft>
              <a:buClr>
                <a:srgbClr val="006600"/>
              </a:buClr>
              <a:buSzPts val="900"/>
              <a:buFont typeface="Noto Sans Symbols"/>
              <a:buNone/>
            </a:pPr>
            <a:r>
              <a:t/>
            </a:r>
            <a:endParaRPr b="1" sz="900">
              <a:solidFill>
                <a:schemeClr val="dk1"/>
              </a:solidFill>
              <a:latin typeface="Century Gothic"/>
              <a:ea typeface="Century Gothic"/>
              <a:cs typeface="Century Gothic"/>
              <a:sym typeface="Century Gothic"/>
            </a:endParaRPr>
          </a:p>
          <a:p>
            <a:pPr indent="-190500" lvl="0" marL="190500" marR="0" rtl="0" algn="l">
              <a:lnSpc>
                <a:spcPct val="90000"/>
              </a:lnSpc>
              <a:spcBef>
                <a:spcPts val="0"/>
              </a:spcBef>
              <a:spcAft>
                <a:spcPts val="0"/>
              </a:spcAft>
              <a:buClr>
                <a:srgbClr val="006600"/>
              </a:buClr>
              <a:buSzPts val="1400"/>
              <a:buFont typeface="Noto Sans Symbols"/>
              <a:buNone/>
            </a:pPr>
            <a:r>
              <a:rPr b="1" lang="en-GB" sz="1400" u="sng">
                <a:solidFill>
                  <a:schemeClr val="dk2"/>
                </a:solidFill>
                <a:latin typeface="Century Gothic"/>
                <a:ea typeface="Century Gothic"/>
                <a:cs typeface="Century Gothic"/>
                <a:sym typeface="Century Gothic"/>
              </a:rPr>
              <a:t>Credits</a:t>
            </a:r>
            <a:endParaRPr/>
          </a:p>
          <a:p>
            <a:pPr indent="-101600" lvl="0" marL="190500" marR="0" rtl="0" algn="l">
              <a:lnSpc>
                <a:spcPct val="90000"/>
              </a:lnSpc>
              <a:spcBef>
                <a:spcPts val="0"/>
              </a:spcBef>
              <a:spcAft>
                <a:spcPts val="0"/>
              </a:spcAft>
              <a:buClr>
                <a:srgbClr val="006600"/>
              </a:buClr>
              <a:buSzPts val="1400"/>
              <a:buFont typeface="Noto Sans Symbols"/>
              <a:buNone/>
            </a:pPr>
            <a:r>
              <a:t/>
            </a:r>
            <a:endParaRPr b="1" sz="1400">
              <a:solidFill>
                <a:schemeClr val="dk2"/>
              </a:solidFill>
              <a:latin typeface="Century Gothic"/>
              <a:ea typeface="Century Gothic"/>
              <a:cs typeface="Century Gothic"/>
              <a:sym typeface="Century Gothic"/>
            </a:endParaRPr>
          </a:p>
          <a:p>
            <a:pPr indent="-190500" lvl="0" marL="1905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Salary</a:t>
            </a:r>
            <a:endParaRPr sz="1400">
              <a:solidFill>
                <a:schemeClr val="dk2"/>
              </a:solidFill>
              <a:latin typeface="Arial"/>
              <a:ea typeface="Arial"/>
              <a:cs typeface="Arial"/>
              <a:sym typeface="Arial"/>
            </a:endParaRPr>
          </a:p>
          <a:p>
            <a:pPr indent="-190500" lvl="0" marL="1905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Pension</a:t>
            </a:r>
            <a:endParaRPr/>
          </a:p>
          <a:p>
            <a:pPr indent="-190500" lvl="0" marL="1905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State Benefits</a:t>
            </a:r>
            <a:endParaRPr sz="1400">
              <a:solidFill>
                <a:schemeClr val="dk2"/>
              </a:solidFill>
              <a:latin typeface="Arial"/>
              <a:ea typeface="Arial"/>
              <a:cs typeface="Arial"/>
              <a:sym typeface="Arial"/>
            </a:endParaRPr>
          </a:p>
          <a:p>
            <a:pPr indent="-190500" lvl="0" marL="190500" marR="0" rtl="0" algn="l">
              <a:lnSpc>
                <a:spcPct val="90000"/>
              </a:lnSpc>
              <a:spcBef>
                <a:spcPts val="0"/>
              </a:spcBef>
              <a:spcAft>
                <a:spcPts val="0"/>
              </a:spcAft>
              <a:buClr>
                <a:schemeClr val="dk2"/>
              </a:buClr>
              <a:buSzPts val="1400"/>
              <a:buFont typeface="Noto Sans Symbols"/>
              <a:buChar char="▪"/>
            </a:pPr>
            <a:r>
              <a:rPr lang="en-GB" sz="1400">
                <a:solidFill>
                  <a:schemeClr val="dk2"/>
                </a:solidFill>
                <a:latin typeface="Arial"/>
                <a:ea typeface="Arial"/>
                <a:cs typeface="Arial"/>
                <a:sym typeface="Arial"/>
              </a:rPr>
              <a:t>Income</a:t>
            </a:r>
            <a:endParaRPr/>
          </a:p>
        </p:txBody>
      </p:sp>
      <p:sp>
        <p:nvSpPr>
          <p:cNvPr id="2822" name="Google Shape;2822;p155">
            <a:hlinkClick action="ppaction://hlinksldjump" r:id="rId7"/>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7" name="Shape 2887"/>
        <p:cNvGrpSpPr/>
        <p:nvPr/>
      </p:nvGrpSpPr>
      <p:grpSpPr>
        <a:xfrm>
          <a:off x="0" y="0"/>
          <a:ext cx="0" cy="0"/>
          <a:chOff x="0" y="0"/>
          <a:chExt cx="0" cy="0"/>
        </a:xfrm>
      </p:grpSpPr>
      <p:cxnSp>
        <p:nvCxnSpPr>
          <p:cNvPr id="2888" name="Google Shape;2888;p159"/>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2889" name="Google Shape;2889;p15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90" name="Google Shape;2890;p159"/>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91" name="Google Shape;2891;p159"/>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Example Analytic: N Path</a:t>
            </a:r>
            <a:endParaRPr sz="900">
              <a:solidFill>
                <a:srgbClr val="3C3C3B"/>
              </a:solidFill>
              <a:latin typeface="Century Gothic"/>
              <a:ea typeface="Century Gothic"/>
              <a:cs typeface="Century Gothic"/>
              <a:sym typeface="Century Gothic"/>
            </a:endParaRPr>
          </a:p>
        </p:txBody>
      </p:sp>
      <p:sp>
        <p:nvSpPr>
          <p:cNvPr id="2892" name="Google Shape;2892;p159"/>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Example Analytic: Customer‘s product association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93" name="Google Shape;2893;p15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94" name="Google Shape;2894;p15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95" name="Google Shape;2895;p15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pic>
        <p:nvPicPr>
          <p:cNvPr descr="Screen Shot 2016-01-28 at 3.19.43 PM.png" id="2896" name="Google Shape;2896;p159"/>
          <p:cNvPicPr preferRelativeResize="0"/>
          <p:nvPr/>
        </p:nvPicPr>
        <p:blipFill rotWithShape="1">
          <a:blip r:embed="rId3">
            <a:alphaModFix/>
          </a:blip>
          <a:srcRect b="0" l="0" r="0" t="0"/>
          <a:stretch/>
        </p:blipFill>
        <p:spPr>
          <a:xfrm>
            <a:off x="795867" y="2629420"/>
            <a:ext cx="3132666" cy="1984915"/>
          </a:xfrm>
          <a:prstGeom prst="rect">
            <a:avLst/>
          </a:prstGeom>
          <a:noFill/>
          <a:ln>
            <a:noFill/>
          </a:ln>
        </p:spPr>
      </p:pic>
      <p:pic>
        <p:nvPicPr>
          <p:cNvPr descr="Screen Shot 2016-01-28 at 3.18.44 PM.png" id="2897" name="Google Shape;2897;p159"/>
          <p:cNvPicPr preferRelativeResize="0"/>
          <p:nvPr/>
        </p:nvPicPr>
        <p:blipFill rotWithShape="1">
          <a:blip r:embed="rId4">
            <a:alphaModFix/>
          </a:blip>
          <a:srcRect b="0" l="0" r="0" t="2227"/>
          <a:stretch/>
        </p:blipFill>
        <p:spPr>
          <a:xfrm>
            <a:off x="4841523" y="2692401"/>
            <a:ext cx="4030702" cy="1858432"/>
          </a:xfrm>
          <a:prstGeom prst="rect">
            <a:avLst/>
          </a:prstGeom>
          <a:noFill/>
          <a:ln>
            <a:noFill/>
          </a:ln>
        </p:spPr>
      </p:pic>
      <p:sp>
        <p:nvSpPr>
          <p:cNvPr id="2898" name="Google Shape;2898;p1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3" name="Shape 3103"/>
        <p:cNvGrpSpPr/>
        <p:nvPr/>
      </p:nvGrpSpPr>
      <p:grpSpPr>
        <a:xfrm>
          <a:off x="0" y="0"/>
          <a:ext cx="0" cy="0"/>
          <a:chOff x="0" y="0"/>
          <a:chExt cx="0" cy="0"/>
        </a:xfrm>
      </p:grpSpPr>
      <p:cxnSp>
        <p:nvCxnSpPr>
          <p:cNvPr id="3104" name="Google Shape;3104;p1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05" name="Google Shape;3105;p1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06" name="Google Shape;3106;p17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07" name="Google Shape;3107;p17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8" name="Google Shape;3108;p17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09" name="Google Shape;3109;p1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10" name="Google Shape;3110;p1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11" name="Google Shape;3111;p1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12" name="Google Shape;3112;p1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13" name="Google Shape;3113;p1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14" name="Google Shape;3114;p17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15" name="Google Shape;3115;p1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16" name="Google Shape;3116;p17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17" name="Google Shape;3117;p17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3118" name="Google Shape;3118;p1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3" name="Shape 3283"/>
        <p:cNvGrpSpPr/>
        <p:nvPr/>
      </p:nvGrpSpPr>
      <p:grpSpPr>
        <a:xfrm>
          <a:off x="0" y="0"/>
          <a:ext cx="0" cy="0"/>
          <a:chOff x="0" y="0"/>
          <a:chExt cx="0" cy="0"/>
        </a:xfrm>
      </p:grpSpPr>
      <p:cxnSp>
        <p:nvCxnSpPr>
          <p:cNvPr id="3284" name="Google Shape;3284;p179"/>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3285" name="Google Shape;3285;p17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86" name="Google Shape;3286;p179"/>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87" name="Google Shape;3287;p179"/>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Example Analytic: Path between activation to first revolving </a:t>
            </a:r>
            <a:endParaRPr sz="900">
              <a:solidFill>
                <a:srgbClr val="3C3C3B"/>
              </a:solidFill>
              <a:latin typeface="Century Gothic"/>
              <a:ea typeface="Century Gothic"/>
              <a:cs typeface="Century Gothic"/>
              <a:sym typeface="Century Gothic"/>
            </a:endParaRPr>
          </a:p>
        </p:txBody>
      </p:sp>
      <p:sp>
        <p:nvSpPr>
          <p:cNvPr id="3288" name="Google Shape;3288;p179"/>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Example Analytic: Path to Revolving</a:t>
            </a:r>
            <a:endParaRPr/>
          </a:p>
          <a:p>
            <a:pPr indent="-58737" lvl="0" marL="119063" marR="0" rtl="0" algn="l">
              <a:spcBef>
                <a:spcPts val="5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89" name="Google Shape;3289;p1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90" name="Google Shape;3290;p17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shows the risk building up in the banking relationships between car manufacturers, car dealers and Chinese banks.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91" name="Google Shape;3291;p17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At times the personal details on an application can be limited and the use of guarantees to help obtain a loan, that may otherwise be unaffordable, is common.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pic>
        <p:nvPicPr>
          <p:cNvPr id="3292" name="Google Shape;3292;p179"/>
          <p:cNvPicPr preferRelativeResize="0"/>
          <p:nvPr/>
        </p:nvPicPr>
        <p:blipFill rotWithShape="1">
          <a:blip r:embed="rId3">
            <a:alphaModFix/>
          </a:blip>
          <a:srcRect b="0" l="0" r="0" t="0"/>
          <a:stretch/>
        </p:blipFill>
        <p:spPr>
          <a:xfrm>
            <a:off x="685800" y="2665406"/>
            <a:ext cx="3544542" cy="1948929"/>
          </a:xfrm>
          <a:prstGeom prst="rect">
            <a:avLst/>
          </a:prstGeom>
          <a:noFill/>
          <a:ln>
            <a:noFill/>
          </a:ln>
        </p:spPr>
      </p:pic>
      <p:pic>
        <p:nvPicPr>
          <p:cNvPr id="3293" name="Google Shape;3293;p179"/>
          <p:cNvPicPr preferRelativeResize="0"/>
          <p:nvPr/>
        </p:nvPicPr>
        <p:blipFill rotWithShape="1">
          <a:blip r:embed="rId4">
            <a:alphaModFix/>
          </a:blip>
          <a:srcRect b="24889" l="30250" r="20124" t="22222"/>
          <a:stretch/>
        </p:blipFill>
        <p:spPr>
          <a:xfrm>
            <a:off x="5022779" y="2629419"/>
            <a:ext cx="3578295" cy="1984916"/>
          </a:xfrm>
          <a:prstGeom prst="rect">
            <a:avLst/>
          </a:prstGeom>
          <a:noFill/>
          <a:ln>
            <a:noFill/>
          </a:ln>
        </p:spPr>
      </p:pic>
      <p:sp>
        <p:nvSpPr>
          <p:cNvPr id="3294" name="Google Shape;3294;p17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8" name="Shape 3338"/>
        <p:cNvGrpSpPr/>
        <p:nvPr/>
      </p:nvGrpSpPr>
      <p:grpSpPr>
        <a:xfrm>
          <a:off x="0" y="0"/>
          <a:ext cx="0" cy="0"/>
          <a:chOff x="0" y="0"/>
          <a:chExt cx="0" cy="0"/>
        </a:xfrm>
      </p:grpSpPr>
      <p:sp>
        <p:nvSpPr>
          <p:cNvPr id="3339" name="Google Shape;3339;p182"/>
          <p:cNvSpPr txBox="1"/>
          <p:nvPr>
            <p:ph idx="1" type="body"/>
          </p:nvPr>
        </p:nvSpPr>
        <p:spPr>
          <a:xfrm>
            <a:off x="0" y="1941338"/>
            <a:ext cx="9144000" cy="1260858"/>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Marketing and Customer Experience</a:t>
            </a:r>
            <a:br>
              <a:rPr lang="en-GB"/>
            </a:br>
            <a:r>
              <a:rPr lang="en-GB"/>
              <a:t>Use Cases</a:t>
            </a:r>
            <a:endParaRPr/>
          </a:p>
          <a:p>
            <a:pPr indent="0" lvl="0" marL="0" rtl="0" algn="ctr">
              <a:lnSpc>
                <a:spcPct val="110000"/>
              </a:lnSpc>
              <a:spcBef>
                <a:spcPts val="400"/>
              </a:spcBef>
              <a:spcAft>
                <a:spcPts val="0"/>
              </a:spcAft>
              <a:buClr>
                <a:schemeClr val="accent1"/>
              </a:buClr>
              <a:buSzPts val="2200"/>
              <a:buFont typeface="Century Gothic"/>
              <a:buNone/>
            </a:pPr>
            <a:r>
              <a:rPr lang="en-GB"/>
              <a:t>Customer Lifecycle</a:t>
            </a:r>
            <a:endParaRPr/>
          </a:p>
        </p:txBody>
      </p:sp>
      <p:sp>
        <p:nvSpPr>
          <p:cNvPr id="3340" name="Google Shape;3340;p182"/>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4" name="Shape 3544"/>
        <p:cNvGrpSpPr/>
        <p:nvPr/>
      </p:nvGrpSpPr>
      <p:grpSpPr>
        <a:xfrm>
          <a:off x="0" y="0"/>
          <a:ext cx="0" cy="0"/>
          <a:chOff x="0" y="0"/>
          <a:chExt cx="0" cy="0"/>
        </a:xfrm>
      </p:grpSpPr>
      <p:sp>
        <p:nvSpPr>
          <p:cNvPr id="3545" name="Google Shape;3545;p193"/>
          <p:cNvSpPr txBox="1"/>
          <p:nvPr>
            <p:ph idx="1" type="body"/>
          </p:nvPr>
        </p:nvSpPr>
        <p:spPr>
          <a:xfrm>
            <a:off x="0" y="1941338"/>
            <a:ext cx="9144000" cy="1260858"/>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Marketing and Customer Experience</a:t>
            </a:r>
            <a:br>
              <a:rPr lang="en-GB"/>
            </a:br>
            <a:r>
              <a:rPr lang="en-GB"/>
              <a:t>Use Cases</a:t>
            </a:r>
            <a:endParaRPr/>
          </a:p>
          <a:p>
            <a:pPr indent="0" lvl="0" marL="0" rtl="0" algn="ctr">
              <a:lnSpc>
                <a:spcPct val="110000"/>
              </a:lnSpc>
              <a:spcBef>
                <a:spcPts val="400"/>
              </a:spcBef>
              <a:spcAft>
                <a:spcPts val="0"/>
              </a:spcAft>
              <a:buClr>
                <a:schemeClr val="accent1"/>
              </a:buClr>
              <a:buSzPts val="2200"/>
              <a:buFont typeface="Century Gothic"/>
              <a:buNone/>
            </a:pPr>
            <a:r>
              <a:rPr lang="en-GB"/>
              <a:t>Customer Interaction Management</a:t>
            </a:r>
            <a:endParaRPr/>
          </a:p>
        </p:txBody>
      </p:sp>
      <p:sp>
        <p:nvSpPr>
          <p:cNvPr id="3546" name="Google Shape;3546;p193"/>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