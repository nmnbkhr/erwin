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542" r:id="rId293"/>
    <p:sldId id="543" r:id="rId294"/>
    <p:sldId id="544" r:id="rId295"/>
    <p:sldId id="545" r:id="rId296"/>
    <p:sldId id="546" r:id="rId297"/>
    <p:sldId id="547" r:id="rId298"/>
    <p:sldId id="548" r:id="rId299"/>
    <p:sldId id="549" r:id="rId300"/>
    <p:sldId id="550" r:id="rId301"/>
    <p:sldId id="551" r:id="rId302"/>
    <p:sldId id="552" r:id="rId303"/>
    <p:sldId id="553" r:id="rId304"/>
    <p:sldId id="554" r:id="rId305"/>
    <p:sldId id="555" r:id="rId306"/>
    <p:sldId id="556" r:id="rId307"/>
    <p:sldId id="557" r:id="rId308"/>
    <p:sldId id="558" r:id="rId309"/>
    <p:sldId id="559" r:id="rId310"/>
    <p:sldId id="560" r:id="rId311"/>
    <p:sldId id="561" r:id="rId312"/>
    <p:sldId id="562" r:id="rId313"/>
    <p:sldId id="563" r:id="rId314"/>
    <p:sldId id="564" r:id="rId315"/>
    <p:sldId id="565" r:id="rId316"/>
    <p:sldId id="566" r:id="rId317"/>
    <p:sldId id="567" r:id="rId318"/>
    <p:sldId id="568" r:id="rId319"/>
    <p:sldId id="569" r:id="rId320"/>
    <p:sldId id="570" r:id="rId321"/>
    <p:sldId id="571" r:id="rId322"/>
    <p:sldId id="572" r:id="rId323"/>
    <p:sldId id="573" r:id="rId324"/>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293" Type="http://schemas.openxmlformats.org/officeDocument/2006/relationships/slide" Target="slides/slide287.xml"/><Relationship Id="rId294" Type="http://schemas.openxmlformats.org/officeDocument/2006/relationships/slide" Target="slides/slide288.xml"/><Relationship Id="rId295" Type="http://schemas.openxmlformats.org/officeDocument/2006/relationships/slide" Target="slides/slide289.xml"/><Relationship Id="rId296" Type="http://schemas.openxmlformats.org/officeDocument/2006/relationships/slide" Target="slides/slide290.xml"/><Relationship Id="rId297" Type="http://schemas.openxmlformats.org/officeDocument/2006/relationships/slide" Target="slides/slide291.xml"/><Relationship Id="rId298" Type="http://schemas.openxmlformats.org/officeDocument/2006/relationships/slide" Target="slides/slide292.xml"/><Relationship Id="rId299" Type="http://schemas.openxmlformats.org/officeDocument/2006/relationships/slide" Target="slides/slide293.xml"/><Relationship Id="rId300" Type="http://schemas.openxmlformats.org/officeDocument/2006/relationships/slide" Target="slides/slide294.xml"/><Relationship Id="rId301" Type="http://schemas.openxmlformats.org/officeDocument/2006/relationships/slide" Target="slides/slide295.xml"/><Relationship Id="rId302" Type="http://schemas.openxmlformats.org/officeDocument/2006/relationships/slide" Target="slides/slide296.xml"/><Relationship Id="rId303" Type="http://schemas.openxmlformats.org/officeDocument/2006/relationships/slide" Target="slides/slide297.xml"/><Relationship Id="rId304" Type="http://schemas.openxmlformats.org/officeDocument/2006/relationships/slide" Target="slides/slide298.xml"/><Relationship Id="rId305" Type="http://schemas.openxmlformats.org/officeDocument/2006/relationships/slide" Target="slides/slide299.xml"/><Relationship Id="rId306" Type="http://schemas.openxmlformats.org/officeDocument/2006/relationships/slide" Target="slides/slide300.xml"/><Relationship Id="rId307" Type="http://schemas.openxmlformats.org/officeDocument/2006/relationships/slide" Target="slides/slide301.xml"/><Relationship Id="rId308" Type="http://schemas.openxmlformats.org/officeDocument/2006/relationships/slide" Target="slides/slide302.xml"/><Relationship Id="rId309" Type="http://schemas.openxmlformats.org/officeDocument/2006/relationships/slide" Target="slides/slide303.xml"/><Relationship Id="rId310" Type="http://schemas.openxmlformats.org/officeDocument/2006/relationships/slide" Target="slides/slide304.xml"/><Relationship Id="rId311" Type="http://schemas.openxmlformats.org/officeDocument/2006/relationships/slide" Target="slides/slide305.xml"/><Relationship Id="rId312" Type="http://schemas.openxmlformats.org/officeDocument/2006/relationships/slide" Target="slides/slide306.xml"/><Relationship Id="rId313" Type="http://schemas.openxmlformats.org/officeDocument/2006/relationships/slide" Target="slides/slide307.xml"/><Relationship Id="rId314" Type="http://schemas.openxmlformats.org/officeDocument/2006/relationships/slide" Target="slides/slide308.xml"/><Relationship Id="rId315" Type="http://schemas.openxmlformats.org/officeDocument/2006/relationships/slide" Target="slides/slide309.xml"/><Relationship Id="rId316" Type="http://schemas.openxmlformats.org/officeDocument/2006/relationships/slide" Target="slides/slide310.xml"/><Relationship Id="rId317" Type="http://schemas.openxmlformats.org/officeDocument/2006/relationships/slide" Target="slides/slide311.xml"/><Relationship Id="rId318" Type="http://schemas.openxmlformats.org/officeDocument/2006/relationships/slide" Target="slides/slide312.xml"/><Relationship Id="rId319" Type="http://schemas.openxmlformats.org/officeDocument/2006/relationships/slide" Target="slides/slide313.xml"/><Relationship Id="rId320" Type="http://schemas.openxmlformats.org/officeDocument/2006/relationships/slide" Target="slides/slide314.xml"/><Relationship Id="rId321" Type="http://schemas.openxmlformats.org/officeDocument/2006/relationships/slide" Target="slides/slide315.xml"/><Relationship Id="rId322" Type="http://schemas.openxmlformats.org/officeDocument/2006/relationships/slide" Target="slides/slide316.xml"/><Relationship Id="rId323" Type="http://schemas.openxmlformats.org/officeDocument/2006/relationships/slide" Target="slides/slide317.xml"/><Relationship Id="rId324" Type="http://schemas.openxmlformats.org/officeDocument/2006/relationships/slide" Target="slides/slide318.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3" name="Shape 5643"/>
        <p:cNvGrpSpPr/>
        <p:nvPr/>
      </p:nvGrpSpPr>
      <p:grpSpPr>
        <a:xfrm>
          <a:off x="0" y="0"/>
          <a:ext cx="0" cy="0"/>
          <a:chOff x="0" y="0"/>
          <a:chExt cx="0" cy="0"/>
        </a:xfrm>
      </p:grpSpPr>
      <p:sp>
        <p:nvSpPr>
          <p:cNvPr id="5644" name="Google Shape;5644;p28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645" name="Google Shape;5645;p2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8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6" name="Shape 5646"/>
        <p:cNvGrpSpPr/>
        <p:nvPr/>
      </p:nvGrpSpPr>
      <p:grpSpPr>
        <a:xfrm>
          <a:off x="0" y="0"/>
          <a:ext cx="0" cy="0"/>
          <a:chOff x="0" y="0"/>
          <a:chExt cx="0" cy="0"/>
        </a:xfrm>
      </p:grpSpPr>
      <p:sp>
        <p:nvSpPr>
          <p:cNvPr id="5647" name="Google Shape;5647;p317"/>
          <p:cNvSpPr txBox="1"/>
          <p:nvPr>
            <p:ph idx="1" type="body"/>
          </p:nvPr>
        </p:nvSpPr>
        <p:spPr>
          <a:xfrm>
            <a:off x="0" y="2153191"/>
            <a:ext cx="9144000" cy="837152"/>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Finance and Performance Management</a:t>
            </a:r>
            <a:br>
              <a:rPr lang="en-GB"/>
            </a:br>
            <a:r>
              <a:rPr lang="en-GB"/>
              <a:t>Use Cases</a:t>
            </a:r>
            <a:endParaRPr/>
          </a:p>
        </p:txBody>
      </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